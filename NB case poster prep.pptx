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handoutMasterIdLst>
    <p:handoutMasterId r:id="rId3"/>
  </p:handoutMasterIdLst>
  <p:sldIdLst>
    <p:sldId id="259" r:id="rId2"/>
  </p:sldIdLst>
  <p:sldSz cx="32918400" cy="21945600"/>
  <p:notesSz cx="6953250" cy="9239250"/>
  <p:embeddedFontLst>
    <p:embeddedFont>
      <p:font typeface="Nunito" pitchFamily="2" charset="77"/>
      <p:regular r:id="rId4"/>
      <p:bold r:id="rId5"/>
      <p:italic r:id="rId6"/>
      <p:boldItalic r:id="rId7"/>
    </p:embeddedFont>
    <p:embeddedFont>
      <p:font typeface="Open Sans" panose="020B0606030504020204" pitchFamily="34" charset="0"/>
      <p:regular r:id="rId8"/>
      <p:bold r:id="rId9"/>
      <p:italic r:id="rId10"/>
      <p:boldItalic r:id="rId11"/>
    </p:embeddedFont>
  </p:embeddedFontLst>
  <p:custDataLst>
    <p:tags r:id="rId12"/>
  </p:custDataLst>
  <p:defaultTextStyle>
    <a:defPPr>
      <a:defRPr lang="en-US"/>
    </a:defPPr>
    <a:lvl1pPr algn="ctr" rtl="0" fontAlgn="base">
      <a:spcBef>
        <a:spcPct val="0"/>
      </a:spcBef>
      <a:spcAft>
        <a:spcPct val="0"/>
      </a:spcAft>
      <a:defRPr sz="3071" b="1" kern="1200">
        <a:solidFill>
          <a:srgbClr val="FF9900"/>
        </a:solidFill>
        <a:latin typeface="Arial"/>
        <a:ea typeface="+mn-ea"/>
        <a:cs typeface="+mn-cs"/>
      </a:defRPr>
    </a:lvl1pPr>
    <a:lvl2pPr marL="326532" algn="ctr" rtl="0" fontAlgn="base">
      <a:spcBef>
        <a:spcPct val="0"/>
      </a:spcBef>
      <a:spcAft>
        <a:spcPct val="0"/>
      </a:spcAft>
      <a:defRPr sz="3071" b="1" kern="1200">
        <a:solidFill>
          <a:srgbClr val="FF9900"/>
        </a:solidFill>
        <a:latin typeface="Arial"/>
        <a:ea typeface="+mn-ea"/>
        <a:cs typeface="+mn-cs"/>
      </a:defRPr>
    </a:lvl2pPr>
    <a:lvl3pPr marL="653064" algn="ctr" rtl="0" fontAlgn="base">
      <a:spcBef>
        <a:spcPct val="0"/>
      </a:spcBef>
      <a:spcAft>
        <a:spcPct val="0"/>
      </a:spcAft>
      <a:defRPr sz="3071" b="1" kern="1200">
        <a:solidFill>
          <a:srgbClr val="FF9900"/>
        </a:solidFill>
        <a:latin typeface="Arial"/>
        <a:ea typeface="+mn-ea"/>
        <a:cs typeface="+mn-cs"/>
      </a:defRPr>
    </a:lvl3pPr>
    <a:lvl4pPr marL="979597" algn="ctr" rtl="0" fontAlgn="base">
      <a:spcBef>
        <a:spcPct val="0"/>
      </a:spcBef>
      <a:spcAft>
        <a:spcPct val="0"/>
      </a:spcAft>
      <a:defRPr sz="3071" b="1" kern="1200">
        <a:solidFill>
          <a:srgbClr val="FF9900"/>
        </a:solidFill>
        <a:latin typeface="Arial"/>
        <a:ea typeface="+mn-ea"/>
        <a:cs typeface="+mn-cs"/>
      </a:defRPr>
    </a:lvl4pPr>
    <a:lvl5pPr marL="1306129" algn="ctr" rtl="0" fontAlgn="base">
      <a:spcBef>
        <a:spcPct val="0"/>
      </a:spcBef>
      <a:spcAft>
        <a:spcPct val="0"/>
      </a:spcAft>
      <a:defRPr sz="3071" b="1" kern="1200">
        <a:solidFill>
          <a:srgbClr val="FF9900"/>
        </a:solidFill>
        <a:latin typeface="Arial"/>
        <a:ea typeface="+mn-ea"/>
        <a:cs typeface="+mn-cs"/>
      </a:defRPr>
    </a:lvl5pPr>
    <a:lvl6pPr marL="1632661" algn="l" defTabSz="653064" rtl="0" eaLnBrk="1" latinLnBrk="0" hangingPunct="1">
      <a:defRPr sz="3071" b="1" kern="1200">
        <a:solidFill>
          <a:srgbClr val="FF9900"/>
        </a:solidFill>
        <a:latin typeface="Arial"/>
        <a:ea typeface="+mn-ea"/>
        <a:cs typeface="+mn-cs"/>
      </a:defRPr>
    </a:lvl6pPr>
    <a:lvl7pPr marL="1959193" algn="l" defTabSz="653064" rtl="0" eaLnBrk="1" latinLnBrk="0" hangingPunct="1">
      <a:defRPr sz="3071" b="1" kern="1200">
        <a:solidFill>
          <a:srgbClr val="FF9900"/>
        </a:solidFill>
        <a:latin typeface="Arial"/>
        <a:ea typeface="+mn-ea"/>
        <a:cs typeface="+mn-cs"/>
      </a:defRPr>
    </a:lvl7pPr>
    <a:lvl8pPr marL="2285726" algn="l" defTabSz="653064" rtl="0" eaLnBrk="1" latinLnBrk="0" hangingPunct="1">
      <a:defRPr sz="3071" b="1" kern="1200">
        <a:solidFill>
          <a:srgbClr val="FF9900"/>
        </a:solidFill>
        <a:latin typeface="Arial"/>
        <a:ea typeface="+mn-ea"/>
        <a:cs typeface="+mn-cs"/>
      </a:defRPr>
    </a:lvl8pPr>
    <a:lvl9pPr marL="2612258" algn="l" defTabSz="653064" rtl="0" eaLnBrk="1" latinLnBrk="0" hangingPunct="1">
      <a:defRPr sz="3071" b="1" kern="1200">
        <a:solidFill>
          <a:srgbClr val="FF9900"/>
        </a:solidFill>
        <a:latin typeface="Arial"/>
        <a:ea typeface="+mn-ea"/>
        <a:cs typeface="+mn-cs"/>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ustin Delre" initials="JD" lastIdx="0" clrIdx="0">
    <p:extLst>
      <p:ext uri="{19B8F6BF-5375-455C-9EA6-DF929625EA0E}">
        <p15:presenceInfo xmlns:p15="http://schemas.microsoft.com/office/powerpoint/2012/main" userId="Justin Delr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D19CDB-EE32-F646-8548-491F5FF06A95}" v="111" dt="2025-03-31T00:59:29.2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229"/>
    <p:restoredTop sz="94694"/>
  </p:normalViewPr>
  <p:slideViewPr>
    <p:cSldViewPr snapToGrid="0">
      <p:cViewPr varScale="1">
        <p:scale>
          <a:sx n="36" d="100"/>
          <a:sy n="36" d="100"/>
        </p:scale>
        <p:origin x="1840" y="288"/>
      </p:cViewPr>
      <p:guideLst>
        <p:guide orient="horz" pos="6912"/>
        <p:guide pos="10368"/>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handoutMaster" Target="handoutMasters/handoutMaster1.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font" Target="fonts/font4.fntdata"/><Relationship Id="rId8" Type="http://schemas.openxmlformats.org/officeDocument/2006/relationships/font" Target="fonts/font5.fntdata"/><Relationship Id="rId9" Type="http://schemas.openxmlformats.org/officeDocument/2006/relationships/font" Target="fonts/font6.fntdata"/><Relationship Id="rId10" Type="http://schemas.openxmlformats.org/officeDocument/2006/relationships/font" Target="fonts/font7.fntdata"/><Relationship Id="rId11" Type="http://schemas.openxmlformats.org/officeDocument/2006/relationships/font" Target="fonts/font8.fntdata"/><Relationship Id="rId12" Type="http://schemas.openxmlformats.org/officeDocument/2006/relationships/tags" Target="tags/tag1.xml"/><Relationship Id="rId13" Type="http://schemas.openxmlformats.org/officeDocument/2006/relationships/commentAuthors" Target="commentAuthors.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6/11/relationships/changesInfo" Target="changesInfos/changesInfo1.xml"/><Relationship Id="rId1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nghui Park" userId="S::donghui.park@samc.com::beea2c23-3a50-4970-96f2-fc2d64d3d405" providerId="AD" clId="Web-{B3E9228E-CDCD-3616-F7B5-E493ACCF88B5}"/>
    <pc:docChg chg="modSld">
      <pc:chgData name="Donghui Park" userId="S::donghui.park@samc.com::beea2c23-3a50-4970-96f2-fc2d64d3d405" providerId="AD" clId="Web-{B3E9228E-CDCD-3616-F7B5-E493ACCF88B5}" dt="2025-03-21T00:39:24.094" v="1" actId="20577"/>
      <pc:docMkLst>
        <pc:docMk/>
      </pc:docMkLst>
      <pc:sldChg chg="modSp">
        <pc:chgData name="Donghui Park" userId="S::donghui.park@samc.com::beea2c23-3a50-4970-96f2-fc2d64d3d405" providerId="AD" clId="Web-{B3E9228E-CDCD-3616-F7B5-E493ACCF88B5}" dt="2025-03-21T00:39:24.094" v="1" actId="20577"/>
        <pc:sldMkLst>
          <pc:docMk/>
          <pc:sldMk cId="0" sldId="259"/>
        </pc:sldMkLst>
        <pc:spChg chg="mod">
          <ac:chgData name="Donghui Park" userId="S::donghui.park@samc.com::beea2c23-3a50-4970-96f2-fc2d64d3d405" providerId="AD" clId="Web-{B3E9228E-CDCD-3616-F7B5-E493ACCF88B5}" dt="2025-03-21T00:39:24.094" v="1" actId="20577"/>
          <ac:spMkLst>
            <pc:docMk/>
            <pc:sldMk cId="0" sldId="259"/>
            <ac:spMk id="249" creationId="{E7F5A37C-2B6C-4404-91FF-0640D04BD011}"/>
          </ac:spMkLst>
        </pc:spChg>
      </pc:sldChg>
    </pc:docChg>
  </pc:docChgLst>
  <pc:docChgLst>
    <pc:chgData name="Phillip J. Kim" userId="S::phillip.kim@samc.com::f218f553-f8b9-4856-a682-8906cad039dc" providerId="AD" clId="Web-{9AD19CDB-EE32-F646-8548-491F5FF06A95}"/>
    <pc:docChg chg="addSld delSld modSld">
      <pc:chgData name="Phillip J. Kim" userId="S::phillip.kim@samc.com::f218f553-f8b9-4856-a682-8906cad039dc" providerId="AD" clId="Web-{9AD19CDB-EE32-F646-8548-491F5FF06A95}" dt="2025-03-31T00:59:29.263" v="62" actId="20577"/>
      <pc:docMkLst>
        <pc:docMk/>
      </pc:docMkLst>
      <pc:sldChg chg="addSp delSp modSp">
        <pc:chgData name="Phillip J. Kim" userId="S::phillip.kim@samc.com::f218f553-f8b9-4856-a682-8906cad039dc" providerId="AD" clId="Web-{9AD19CDB-EE32-F646-8548-491F5FF06A95}" dt="2025-03-31T00:59:29.263" v="62" actId="20577"/>
        <pc:sldMkLst>
          <pc:docMk/>
          <pc:sldMk cId="0" sldId="259"/>
        </pc:sldMkLst>
        <pc:spChg chg="mod">
          <ac:chgData name="Phillip J. Kim" userId="S::phillip.kim@samc.com::f218f553-f8b9-4856-a682-8906cad039dc" providerId="AD" clId="Web-{9AD19CDB-EE32-F646-8548-491F5FF06A95}" dt="2025-03-31T00:50:58.757" v="56" actId="20577"/>
          <ac:spMkLst>
            <pc:docMk/>
            <pc:sldMk cId="0" sldId="259"/>
            <ac:spMk id="18" creationId="{EF872E11-D0DF-4446-BE76-A398B88E9B44}"/>
          </ac:spMkLst>
        </pc:spChg>
        <pc:spChg chg="mod">
          <ac:chgData name="Phillip J. Kim" userId="S::phillip.kim@samc.com::f218f553-f8b9-4856-a682-8906cad039dc" providerId="AD" clId="Web-{9AD19CDB-EE32-F646-8548-491F5FF06A95}" dt="2025-03-31T00:59:29.263" v="62" actId="20577"/>
          <ac:spMkLst>
            <pc:docMk/>
            <pc:sldMk cId="0" sldId="259"/>
            <ac:spMk id="249" creationId="{E7F5A37C-2B6C-4404-91FF-0640D04BD011}"/>
          </ac:spMkLst>
        </pc:spChg>
        <pc:picChg chg="add del mod">
          <ac:chgData name="Phillip J. Kim" userId="S::phillip.kim@samc.com::f218f553-f8b9-4856-a682-8906cad039dc" providerId="AD" clId="Web-{9AD19CDB-EE32-F646-8548-491F5FF06A95}" dt="2025-03-31T00:45:41.296" v="4"/>
          <ac:picMkLst>
            <pc:docMk/>
            <pc:sldMk cId="0" sldId="259"/>
            <ac:picMk id="9" creationId="{A81110B0-85D1-9405-1F82-BE765EE907D9}"/>
          </ac:picMkLst>
        </pc:picChg>
        <pc:picChg chg="add del mod">
          <ac:chgData name="Phillip J. Kim" userId="S::phillip.kim@samc.com::f218f553-f8b9-4856-a682-8906cad039dc" providerId="AD" clId="Web-{9AD19CDB-EE32-F646-8548-491F5FF06A95}" dt="2025-03-31T00:57:40.645" v="59"/>
          <ac:picMkLst>
            <pc:docMk/>
            <pc:sldMk cId="0" sldId="259"/>
            <ac:picMk id="10" creationId="{D8690C8F-2FF9-FE20-45EF-F886FF11CA59}"/>
          </ac:picMkLst>
        </pc:picChg>
        <pc:picChg chg="add mod">
          <ac:chgData name="Phillip J. Kim" userId="S::phillip.kim@samc.com::f218f553-f8b9-4856-a682-8906cad039dc" providerId="AD" clId="Web-{9AD19CDB-EE32-F646-8548-491F5FF06A95}" dt="2025-03-31T00:59:20.278" v="61" actId="1076"/>
          <ac:picMkLst>
            <pc:docMk/>
            <pc:sldMk cId="0" sldId="259"/>
            <ac:picMk id="11" creationId="{D4140DA0-4704-9F33-BECD-DBF76D276B59}"/>
          </ac:picMkLst>
        </pc:picChg>
      </pc:sldChg>
      <pc:sldChg chg="add del replId">
        <pc:chgData name="Phillip J. Kim" userId="S::phillip.kim@samc.com::f218f553-f8b9-4856-a682-8906cad039dc" providerId="AD" clId="Web-{9AD19CDB-EE32-F646-8548-491F5FF06A95}" dt="2025-03-31T00:35:09.781" v="1"/>
        <pc:sldMkLst>
          <pc:docMk/>
          <pc:sldMk cId="2517036715" sldId="260"/>
        </pc:sldMkLst>
      </pc:sldChg>
    </pc:docChg>
  </pc:docChgLst>
  <pc:docChgLst>
    <pc:chgData name="Donghui Park" userId="S::donghui.park@samc.com::beea2c23-3a50-4970-96f2-fc2d64d3d405" providerId="AD" clId="Web-{62DDAA68-B91A-2D82-C2B7-B163AF3B8D00}"/>
    <pc:docChg chg="modSld">
      <pc:chgData name="Donghui Park" userId="S::donghui.park@samc.com::beea2c23-3a50-4970-96f2-fc2d64d3d405" providerId="AD" clId="Web-{62DDAA68-B91A-2D82-C2B7-B163AF3B8D00}" dt="2025-03-20T16:13:00.912" v="84" actId="1076"/>
      <pc:docMkLst>
        <pc:docMk/>
      </pc:docMkLst>
      <pc:sldChg chg="addSp modSp">
        <pc:chgData name="Donghui Park" userId="S::donghui.park@samc.com::beea2c23-3a50-4970-96f2-fc2d64d3d405" providerId="AD" clId="Web-{62DDAA68-B91A-2D82-C2B7-B163AF3B8D00}" dt="2025-03-20T16:13:00.912" v="84" actId="1076"/>
        <pc:sldMkLst>
          <pc:docMk/>
          <pc:sldMk cId="0" sldId="259"/>
        </pc:sldMkLst>
        <pc:spChg chg="mod">
          <ac:chgData name="Donghui Park" userId="S::donghui.park@samc.com::beea2c23-3a50-4970-96f2-fc2d64d3d405" providerId="AD" clId="Web-{62DDAA68-B91A-2D82-C2B7-B163AF3B8D00}" dt="2025-03-20T15:59:56.867" v="46" actId="14100"/>
          <ac:spMkLst>
            <pc:docMk/>
            <pc:sldMk cId="0" sldId="259"/>
            <ac:spMk id="4" creationId="{CDD59D05-F4C2-AFA3-6FB2-1ADDD91327DF}"/>
          </ac:spMkLst>
        </pc:spChg>
        <pc:spChg chg="mod">
          <ac:chgData name="Donghui Park" userId="S::donghui.park@samc.com::beea2c23-3a50-4970-96f2-fc2d64d3d405" providerId="AD" clId="Web-{62DDAA68-B91A-2D82-C2B7-B163AF3B8D00}" dt="2025-03-20T16:11:38.188" v="67" actId="1076"/>
          <ac:spMkLst>
            <pc:docMk/>
            <pc:sldMk cId="0" sldId="259"/>
            <ac:spMk id="5" creationId="{35138CDF-9A8F-0F35-E882-345646715A5E}"/>
          </ac:spMkLst>
        </pc:spChg>
        <pc:spChg chg="add mod">
          <ac:chgData name="Donghui Park" userId="S::donghui.park@samc.com::beea2c23-3a50-4970-96f2-fc2d64d3d405" providerId="AD" clId="Web-{62DDAA68-B91A-2D82-C2B7-B163AF3B8D00}" dt="2025-03-20T16:12:55.271" v="82" actId="1076"/>
          <ac:spMkLst>
            <pc:docMk/>
            <pc:sldMk cId="0" sldId="259"/>
            <ac:spMk id="6" creationId="{33A040EE-7BD1-2666-F309-68AD41A5BF51}"/>
          </ac:spMkLst>
        </pc:spChg>
        <pc:spChg chg="mod">
          <ac:chgData name="Donghui Park" userId="S::donghui.park@samc.com::beea2c23-3a50-4970-96f2-fc2d64d3d405" providerId="AD" clId="Web-{62DDAA68-B91A-2D82-C2B7-B163AF3B8D00}" dt="2025-03-20T15:55:28.758" v="0"/>
          <ac:spMkLst>
            <pc:docMk/>
            <pc:sldMk cId="0" sldId="259"/>
            <ac:spMk id="54" creationId="{78FB01C1-373E-4866-BF69-4540A0DE8387}"/>
          </ac:spMkLst>
        </pc:spChg>
        <pc:spChg chg="mod">
          <ac:chgData name="Donghui Park" userId="S::donghui.park@samc.com::beea2c23-3a50-4970-96f2-fc2d64d3d405" providerId="AD" clId="Web-{62DDAA68-B91A-2D82-C2B7-B163AF3B8D00}" dt="2025-03-20T15:59:05.426" v="40"/>
          <ac:spMkLst>
            <pc:docMk/>
            <pc:sldMk cId="0" sldId="259"/>
            <ac:spMk id="249" creationId="{E7F5A37C-2B6C-4404-91FF-0640D04BD011}"/>
          </ac:spMkLst>
        </pc:spChg>
        <pc:picChg chg="add mod modCrop">
          <ac:chgData name="Donghui Park" userId="S::donghui.park@samc.com::beea2c23-3a50-4970-96f2-fc2d64d3d405" providerId="AD" clId="Web-{62DDAA68-B91A-2D82-C2B7-B163AF3B8D00}" dt="2025-03-20T16:13:00.912" v="84" actId="1076"/>
          <ac:picMkLst>
            <pc:docMk/>
            <pc:sldMk cId="0" sldId="259"/>
            <ac:picMk id="2" creationId="{245E0118-2A33-A75F-75F3-62ACA9BCDAF3}"/>
          </ac:picMkLst>
        </pc:picChg>
        <pc:picChg chg="mod">
          <ac:chgData name="Donghui Park" userId="S::donghui.park@samc.com::beea2c23-3a50-4970-96f2-fc2d64d3d405" providerId="AD" clId="Web-{62DDAA68-B91A-2D82-C2B7-B163AF3B8D00}" dt="2025-03-20T16:11:32.250" v="65" actId="1076"/>
          <ac:picMkLst>
            <pc:docMk/>
            <pc:sldMk cId="0" sldId="259"/>
            <ac:picMk id="3" creationId="{C505B3ED-1F3B-2075-1ACB-AF3E442250B2}"/>
          </ac:picMkLst>
        </pc:picChg>
        <pc:picChg chg="mod">
          <ac:chgData name="Donghui Park" userId="S::donghui.park@samc.com::beea2c23-3a50-4970-96f2-fc2d64d3d405" providerId="AD" clId="Web-{62DDAA68-B91A-2D82-C2B7-B163AF3B8D00}" dt="2025-03-20T16:00:01.273" v="48" actId="1076"/>
          <ac:picMkLst>
            <pc:docMk/>
            <pc:sldMk cId="0" sldId="259"/>
            <ac:picMk id="8" creationId="{3BCDD432-69B2-96FD-08E7-3173D1A60201}"/>
          </ac:picMkLst>
        </pc:picChg>
      </pc:sldChg>
    </pc:docChg>
  </pc:docChgLst>
  <pc:docChgLst>
    <pc:chgData name="Donghui Park" userId="S::donghui.park@samc.com::beea2c23-3a50-4970-96f2-fc2d64d3d405" providerId="AD" clId="Web-{4AE0586B-BF50-DC5F-BA6B-2022E95AC091}"/>
    <pc:docChg chg="modSld">
      <pc:chgData name="Donghui Park" userId="S::donghui.park@samc.com::beea2c23-3a50-4970-96f2-fc2d64d3d405" providerId="AD" clId="Web-{4AE0586B-BF50-DC5F-BA6B-2022E95AC091}" dt="2025-03-21T00:23:07.446" v="11" actId="20577"/>
      <pc:docMkLst>
        <pc:docMk/>
      </pc:docMkLst>
      <pc:sldChg chg="modSp">
        <pc:chgData name="Donghui Park" userId="S::donghui.park@samc.com::beea2c23-3a50-4970-96f2-fc2d64d3d405" providerId="AD" clId="Web-{4AE0586B-BF50-DC5F-BA6B-2022E95AC091}" dt="2025-03-21T00:23:07.446" v="11" actId="20577"/>
        <pc:sldMkLst>
          <pc:docMk/>
          <pc:sldMk cId="0" sldId="259"/>
        </pc:sldMkLst>
        <pc:spChg chg="mod">
          <ac:chgData name="Donghui Park" userId="S::donghui.park@samc.com::beea2c23-3a50-4970-96f2-fc2d64d3d405" providerId="AD" clId="Web-{4AE0586B-BF50-DC5F-BA6B-2022E95AC091}" dt="2025-03-21T00:23:07.446" v="11" actId="20577"/>
          <ac:spMkLst>
            <pc:docMk/>
            <pc:sldMk cId="0" sldId="259"/>
            <ac:spMk id="49" creationId="{DEA09F5A-1661-4BDF-A2DF-89252468F52D}"/>
          </ac:spMkLst>
        </pc:spChg>
        <pc:spChg chg="mod">
          <ac:chgData name="Donghui Park" userId="S::donghui.park@samc.com::beea2c23-3a50-4970-96f2-fc2d64d3d405" providerId="AD" clId="Web-{4AE0586B-BF50-DC5F-BA6B-2022E95AC091}" dt="2025-03-21T00:22:41.399" v="7" actId="20577"/>
          <ac:spMkLst>
            <pc:docMk/>
            <pc:sldMk cId="0" sldId="259"/>
            <ac:spMk id="54" creationId="{78FB01C1-373E-4866-BF69-4540A0DE8387}"/>
          </ac:spMkLst>
        </pc:spChg>
        <pc:spChg chg="mod">
          <ac:chgData name="Donghui Park" userId="S::donghui.park@samc.com::beea2c23-3a50-4970-96f2-fc2d64d3d405" providerId="AD" clId="Web-{4AE0586B-BF50-DC5F-BA6B-2022E95AC091}" dt="2025-03-21T00:22:34.509" v="4" actId="20577"/>
          <ac:spMkLst>
            <pc:docMk/>
            <pc:sldMk cId="0" sldId="259"/>
            <ac:spMk id="249" creationId="{E7F5A37C-2B6C-4404-91FF-0640D04BD011}"/>
          </ac:spMkLst>
        </pc:spChg>
      </pc:sldChg>
    </pc:docChg>
  </pc:docChgLst>
  <pc:docChgLst>
    <pc:chgData name="Donghui Park" userId="S::donghui.park@samc.com::beea2c23-3a50-4970-96f2-fc2d64d3d405" providerId="AD" clId="Web-{CCB0670F-F4CE-74F5-9CE2-104C9A37EC7C}"/>
    <pc:docChg chg="modSld">
      <pc:chgData name="Donghui Park" userId="S::donghui.park@samc.com::beea2c23-3a50-4970-96f2-fc2d64d3d405" providerId="AD" clId="Web-{CCB0670F-F4CE-74F5-9CE2-104C9A37EC7C}" dt="2025-03-20T20:05:50.237" v="85" actId="20577"/>
      <pc:docMkLst>
        <pc:docMk/>
      </pc:docMkLst>
      <pc:sldChg chg="modSp">
        <pc:chgData name="Donghui Park" userId="S::donghui.park@samc.com::beea2c23-3a50-4970-96f2-fc2d64d3d405" providerId="AD" clId="Web-{CCB0670F-F4CE-74F5-9CE2-104C9A37EC7C}" dt="2025-03-20T20:05:50.237" v="85" actId="20577"/>
        <pc:sldMkLst>
          <pc:docMk/>
          <pc:sldMk cId="0" sldId="259"/>
        </pc:sldMkLst>
        <pc:spChg chg="mod">
          <ac:chgData name="Donghui Park" userId="S::donghui.park@samc.com::beea2c23-3a50-4970-96f2-fc2d64d3d405" providerId="AD" clId="Web-{CCB0670F-F4CE-74F5-9CE2-104C9A37EC7C}" dt="2025-03-20T20:05:37.347" v="84" actId="20577"/>
          <ac:spMkLst>
            <pc:docMk/>
            <pc:sldMk cId="0" sldId="259"/>
            <ac:spMk id="5" creationId="{35138CDF-9A8F-0F35-E882-345646715A5E}"/>
          </ac:spMkLst>
        </pc:spChg>
        <pc:spChg chg="mod">
          <ac:chgData name="Donghui Park" userId="S::donghui.park@samc.com::beea2c23-3a50-4970-96f2-fc2d64d3d405" providerId="AD" clId="Web-{CCB0670F-F4CE-74F5-9CE2-104C9A37EC7C}" dt="2025-03-20T20:05:50.237" v="85" actId="20577"/>
          <ac:spMkLst>
            <pc:docMk/>
            <pc:sldMk cId="0" sldId="259"/>
            <ac:spMk id="6" creationId="{33A040EE-7BD1-2666-F309-68AD41A5BF51}"/>
          </ac:spMkLst>
        </pc:spChg>
        <pc:spChg chg="mod">
          <ac:chgData name="Donghui Park" userId="S::donghui.park@samc.com::beea2c23-3a50-4970-96f2-fc2d64d3d405" providerId="AD" clId="Web-{CCB0670F-F4CE-74F5-9CE2-104C9A37EC7C}" dt="2025-03-20T20:02:48.268" v="53" actId="20577"/>
          <ac:spMkLst>
            <pc:docMk/>
            <pc:sldMk cId="0" sldId="259"/>
            <ac:spMk id="18" creationId="{EF872E11-D0DF-4446-BE76-A398B88E9B44}"/>
          </ac:spMkLst>
        </pc:spChg>
        <pc:spChg chg="mod">
          <ac:chgData name="Donghui Park" userId="S::donghui.park@samc.com::beea2c23-3a50-4970-96f2-fc2d64d3d405" providerId="AD" clId="Web-{CCB0670F-F4CE-74F5-9CE2-104C9A37EC7C}" dt="2025-03-20T20:04:33.549" v="71" actId="1076"/>
          <ac:spMkLst>
            <pc:docMk/>
            <pc:sldMk cId="0" sldId="259"/>
            <ac:spMk id="22" creationId="{911E8223-4617-4E14-85CC-64FBEF860AEB}"/>
          </ac:spMkLst>
        </pc:spChg>
        <pc:spChg chg="mod">
          <ac:chgData name="Donghui Park" userId="S::donghui.park@samc.com::beea2c23-3a50-4970-96f2-fc2d64d3d405" providerId="AD" clId="Web-{CCB0670F-F4CE-74F5-9CE2-104C9A37EC7C}" dt="2025-03-20T20:05:20.190" v="81" actId="20577"/>
          <ac:spMkLst>
            <pc:docMk/>
            <pc:sldMk cId="0" sldId="259"/>
            <ac:spMk id="49" creationId="{DEA09F5A-1661-4BDF-A2DF-89252468F52D}"/>
          </ac:spMkLst>
        </pc:spChg>
        <pc:spChg chg="mod">
          <ac:chgData name="Donghui Park" userId="S::donghui.park@samc.com::beea2c23-3a50-4970-96f2-fc2d64d3d405" providerId="AD" clId="Web-{CCB0670F-F4CE-74F5-9CE2-104C9A37EC7C}" dt="2025-03-20T20:04:33.909" v="72" actId="1076"/>
          <ac:spMkLst>
            <pc:docMk/>
            <pc:sldMk cId="0" sldId="259"/>
            <ac:spMk id="249" creationId="{E7F5A37C-2B6C-4404-91FF-0640D04BD011}"/>
          </ac:spMkLst>
        </pc:spChg>
        <pc:picChg chg="mod">
          <ac:chgData name="Donghui Park" userId="S::donghui.park@samc.com::beea2c23-3a50-4970-96f2-fc2d64d3d405" providerId="AD" clId="Web-{CCB0670F-F4CE-74F5-9CE2-104C9A37EC7C}" dt="2025-03-20T20:04:59.659" v="76" actId="14100"/>
          <ac:picMkLst>
            <pc:docMk/>
            <pc:sldMk cId="0" sldId="259"/>
            <ac:picMk id="2" creationId="{245E0118-2A33-A75F-75F3-62ACA9BCDAF3}"/>
          </ac:picMkLst>
        </pc:picChg>
        <pc:picChg chg="mod">
          <ac:chgData name="Donghui Park" userId="S::donghui.park@samc.com::beea2c23-3a50-4970-96f2-fc2d64d3d405" providerId="AD" clId="Web-{CCB0670F-F4CE-74F5-9CE2-104C9A37EC7C}" dt="2025-03-20T20:04:49.424" v="73" actId="14100"/>
          <ac:picMkLst>
            <pc:docMk/>
            <pc:sldMk cId="0" sldId="259"/>
            <ac:picMk id="3" creationId="{C505B3ED-1F3B-2075-1ACB-AF3E442250B2}"/>
          </ac:picMkLst>
        </pc:picChg>
      </pc:sldChg>
    </pc:docChg>
  </pc:docChgLst>
  <pc:docChgLst>
    <pc:chgData name="Donghui Park" userId="S::donghui.park@samc.com::beea2c23-3a50-4970-96f2-fc2d64d3d405" providerId="AD" clId="Web-{2D3832DA-6569-84DC-83CE-D9CB965F946F}"/>
    <pc:docChg chg="modSld">
      <pc:chgData name="Donghui Park" userId="S::donghui.park@samc.com::beea2c23-3a50-4970-96f2-fc2d64d3d405" providerId="AD" clId="Web-{2D3832DA-6569-84DC-83CE-D9CB965F946F}" dt="2025-03-20T15:47:50.672" v="510" actId="1076"/>
      <pc:docMkLst>
        <pc:docMk/>
      </pc:docMkLst>
      <pc:sldChg chg="addSp delSp modSp">
        <pc:chgData name="Donghui Park" userId="S::donghui.park@samc.com::beea2c23-3a50-4970-96f2-fc2d64d3d405" providerId="AD" clId="Web-{2D3832DA-6569-84DC-83CE-D9CB965F946F}" dt="2025-03-20T15:47:50.672" v="510" actId="1076"/>
        <pc:sldMkLst>
          <pc:docMk/>
          <pc:sldMk cId="0" sldId="259"/>
        </pc:sldMkLst>
        <pc:spChg chg="add mod">
          <ac:chgData name="Donghui Park" userId="S::donghui.park@samc.com::beea2c23-3a50-4970-96f2-fc2d64d3d405" providerId="AD" clId="Web-{2D3832DA-6569-84DC-83CE-D9CB965F946F}" dt="2025-03-20T15:40:50.642" v="482" actId="1076"/>
          <ac:spMkLst>
            <pc:docMk/>
            <pc:sldMk cId="0" sldId="259"/>
            <ac:spMk id="4" creationId="{CDD59D05-F4C2-AFA3-6FB2-1ADDD91327DF}"/>
          </ac:spMkLst>
        </pc:spChg>
        <pc:spChg chg="add mod">
          <ac:chgData name="Donghui Park" userId="S::donghui.park@samc.com::beea2c23-3a50-4970-96f2-fc2d64d3d405" providerId="AD" clId="Web-{2D3832DA-6569-84DC-83CE-D9CB965F946F}" dt="2025-03-20T15:40:29.266" v="471" actId="1076"/>
          <ac:spMkLst>
            <pc:docMk/>
            <pc:sldMk cId="0" sldId="259"/>
            <ac:spMk id="5" creationId="{35138CDF-9A8F-0F35-E882-345646715A5E}"/>
          </ac:spMkLst>
        </pc:spChg>
        <pc:spChg chg="mod">
          <ac:chgData name="Donghui Park" userId="S::donghui.park@samc.com::beea2c23-3a50-4970-96f2-fc2d64d3d405" providerId="AD" clId="Web-{2D3832DA-6569-84DC-83CE-D9CB965F946F}" dt="2025-03-20T14:08:42.487" v="92" actId="20577"/>
          <ac:spMkLst>
            <pc:docMk/>
            <pc:sldMk cId="0" sldId="259"/>
            <ac:spMk id="17" creationId="{B2C25681-95AF-45D0-852E-DC3E00E2FDFE}"/>
          </ac:spMkLst>
        </pc:spChg>
        <pc:spChg chg="mod">
          <ac:chgData name="Donghui Park" userId="S::donghui.park@samc.com::beea2c23-3a50-4970-96f2-fc2d64d3d405" providerId="AD" clId="Web-{2D3832DA-6569-84DC-83CE-D9CB965F946F}" dt="2025-03-20T14:24:05.862" v="279" actId="20577"/>
          <ac:spMkLst>
            <pc:docMk/>
            <pc:sldMk cId="0" sldId="259"/>
            <ac:spMk id="18" creationId="{EF872E11-D0DF-4446-BE76-A398B88E9B44}"/>
          </ac:spMkLst>
        </pc:spChg>
        <pc:spChg chg="mod">
          <ac:chgData name="Donghui Park" userId="S::donghui.park@samc.com::beea2c23-3a50-4970-96f2-fc2d64d3d405" providerId="AD" clId="Web-{2D3832DA-6569-84DC-83CE-D9CB965F946F}" dt="2025-03-20T14:34:04.653" v="371" actId="14100"/>
          <ac:spMkLst>
            <pc:docMk/>
            <pc:sldMk cId="0" sldId="259"/>
            <ac:spMk id="19" creationId="{CC5F2601-3472-4441-8610-673ACB878A1B}"/>
          </ac:spMkLst>
        </pc:spChg>
        <pc:spChg chg="del mod">
          <ac:chgData name="Donghui Park" userId="S::donghui.park@samc.com::beea2c23-3a50-4970-96f2-fc2d64d3d405" providerId="AD" clId="Web-{2D3832DA-6569-84DC-83CE-D9CB965F946F}" dt="2025-03-20T14:33:47.667" v="365"/>
          <ac:spMkLst>
            <pc:docMk/>
            <pc:sldMk cId="0" sldId="259"/>
            <ac:spMk id="20" creationId="{F8160BCC-36FC-4419-BD0D-F8E0CD69D3FC}"/>
          </ac:spMkLst>
        </pc:spChg>
        <pc:spChg chg="del">
          <ac:chgData name="Donghui Park" userId="S::donghui.park@samc.com::beea2c23-3a50-4970-96f2-fc2d64d3d405" providerId="AD" clId="Web-{2D3832DA-6569-84DC-83CE-D9CB965F946F}" dt="2025-03-20T14:34:09.778" v="372"/>
          <ac:spMkLst>
            <pc:docMk/>
            <pc:sldMk cId="0" sldId="259"/>
            <ac:spMk id="21" creationId="{101B52F1-D8CA-4741-B86D-98C03F645847}"/>
          </ac:spMkLst>
        </pc:spChg>
        <pc:spChg chg="mod">
          <ac:chgData name="Donghui Park" userId="S::donghui.park@samc.com::beea2c23-3a50-4970-96f2-fc2d64d3d405" providerId="AD" clId="Web-{2D3832DA-6569-84DC-83CE-D9CB965F946F}" dt="2025-03-20T14:33:55.965" v="369" actId="20577"/>
          <ac:spMkLst>
            <pc:docMk/>
            <pc:sldMk cId="0" sldId="259"/>
            <ac:spMk id="22" creationId="{911E8223-4617-4E14-85CC-64FBEF860AEB}"/>
          </ac:spMkLst>
        </pc:spChg>
        <pc:spChg chg="add del mod">
          <ac:chgData name="Donghui Park" userId="S::donghui.park@samc.com::beea2c23-3a50-4970-96f2-fc2d64d3d405" providerId="AD" clId="Web-{2D3832DA-6569-84DC-83CE-D9CB965F946F}" dt="2025-03-20T15:47:50.578" v="509" actId="1076"/>
          <ac:spMkLst>
            <pc:docMk/>
            <pc:sldMk cId="0" sldId="259"/>
            <ac:spMk id="27" creationId="{9E369C6D-A264-4B89-931F-14FD6655F2D2}"/>
          </ac:spMkLst>
        </pc:spChg>
        <pc:spChg chg="del">
          <ac:chgData name="Donghui Park" userId="S::donghui.park@samc.com::beea2c23-3a50-4970-96f2-fc2d64d3d405" providerId="AD" clId="Web-{2D3832DA-6569-84DC-83CE-D9CB965F946F}" dt="2025-03-20T15:27:05.722" v="437"/>
          <ac:spMkLst>
            <pc:docMk/>
            <pc:sldMk cId="0" sldId="259"/>
            <ac:spMk id="32" creationId="{8A36DE9E-ADA7-4B49-A36B-D777D03B40F4}"/>
          </ac:spMkLst>
        </pc:spChg>
        <pc:spChg chg="del mod">
          <ac:chgData name="Donghui Park" userId="S::donghui.park@samc.com::beea2c23-3a50-4970-96f2-fc2d64d3d405" providerId="AD" clId="Web-{2D3832DA-6569-84DC-83CE-D9CB965F946F}" dt="2025-03-20T15:27:10.457" v="439"/>
          <ac:spMkLst>
            <pc:docMk/>
            <pc:sldMk cId="0" sldId="259"/>
            <ac:spMk id="33" creationId="{AD61A419-7763-464E-BEFD-5783756FD735}"/>
          </ac:spMkLst>
        </pc:spChg>
        <pc:spChg chg="del mod">
          <ac:chgData name="Donghui Park" userId="S::donghui.park@samc.com::beea2c23-3a50-4970-96f2-fc2d64d3d405" providerId="AD" clId="Web-{2D3832DA-6569-84DC-83CE-D9CB965F946F}" dt="2025-03-20T15:41:12.752" v="502"/>
          <ac:spMkLst>
            <pc:docMk/>
            <pc:sldMk cId="0" sldId="259"/>
            <ac:spMk id="48" creationId="{6A0D303C-BC2E-4D27-8DCB-AFFC83235B99}"/>
          </ac:spMkLst>
        </pc:spChg>
        <pc:spChg chg="add del mod">
          <ac:chgData name="Donghui Park" userId="S::donghui.park@samc.com::beea2c23-3a50-4970-96f2-fc2d64d3d405" providerId="AD" clId="Web-{2D3832DA-6569-84DC-83CE-D9CB965F946F}" dt="2025-03-20T15:47:50.672" v="510" actId="1076"/>
          <ac:spMkLst>
            <pc:docMk/>
            <pc:sldMk cId="0" sldId="259"/>
            <ac:spMk id="49" creationId="{DEA09F5A-1661-4BDF-A2DF-89252468F52D}"/>
          </ac:spMkLst>
        </pc:spChg>
        <pc:spChg chg="mod">
          <ac:chgData name="Donghui Park" userId="S::donghui.park@samc.com::beea2c23-3a50-4970-96f2-fc2d64d3d405" providerId="AD" clId="Web-{2D3832DA-6569-84DC-83CE-D9CB965F946F}" dt="2025-03-20T14:34:23.373" v="376" actId="14100"/>
          <ac:spMkLst>
            <pc:docMk/>
            <pc:sldMk cId="0" sldId="259"/>
            <ac:spMk id="54" creationId="{78FB01C1-373E-4866-BF69-4540A0DE8387}"/>
          </ac:spMkLst>
        </pc:spChg>
        <pc:spChg chg="del">
          <ac:chgData name="Donghui Park" userId="S::donghui.park@samc.com::beea2c23-3a50-4970-96f2-fc2d64d3d405" providerId="AD" clId="Web-{2D3832DA-6569-84DC-83CE-D9CB965F946F}" dt="2025-03-20T14:33:58.418" v="370"/>
          <ac:spMkLst>
            <pc:docMk/>
            <pc:sldMk cId="0" sldId="259"/>
            <ac:spMk id="241" creationId="{289F4C29-97DA-4889-85D4-4718B5EF9EE5}"/>
          </ac:spMkLst>
        </pc:spChg>
        <pc:spChg chg="del">
          <ac:chgData name="Donghui Park" userId="S::donghui.park@samc.com::beea2c23-3a50-4970-96f2-fc2d64d3d405" providerId="AD" clId="Web-{2D3832DA-6569-84DC-83CE-D9CB965F946F}" dt="2025-03-20T14:34:11.012" v="373"/>
          <ac:spMkLst>
            <pc:docMk/>
            <pc:sldMk cId="0" sldId="259"/>
            <ac:spMk id="306" creationId="{52719D96-727F-42F6-8B2A-AA919B98673D}"/>
          </ac:spMkLst>
        </pc:spChg>
        <pc:spChg chg="del">
          <ac:chgData name="Donghui Park" userId="S::donghui.park@samc.com::beea2c23-3a50-4970-96f2-fc2d64d3d405" providerId="AD" clId="Web-{2D3832DA-6569-84DC-83CE-D9CB965F946F}" dt="2025-03-20T15:41:12.752" v="503"/>
          <ac:spMkLst>
            <pc:docMk/>
            <pc:sldMk cId="0" sldId="259"/>
            <ac:spMk id="2155" creationId="{00000000-0000-0000-0000-000000000000}"/>
          </ac:spMkLst>
        </pc:spChg>
        <pc:picChg chg="add del mod">
          <ac:chgData name="Donghui Park" userId="S::donghui.park@samc.com::beea2c23-3a50-4970-96f2-fc2d64d3d405" providerId="AD" clId="Web-{2D3832DA-6569-84DC-83CE-D9CB965F946F}" dt="2025-03-20T15:45:17.995" v="508"/>
          <ac:picMkLst>
            <pc:docMk/>
            <pc:sldMk cId="0" sldId="259"/>
            <ac:picMk id="2" creationId="{57828B2C-FF97-7A83-B36B-7381DA56EED9}"/>
          </ac:picMkLst>
        </pc:picChg>
        <pc:picChg chg="add del mod">
          <ac:chgData name="Donghui Park" userId="S::donghui.park@samc.com::beea2c23-3a50-4970-96f2-fc2d64d3d405" providerId="AD" clId="Web-{2D3832DA-6569-84DC-83CE-D9CB965F946F}" dt="2025-03-20T14:46:26.344" v="412"/>
          <ac:picMkLst>
            <pc:docMk/>
            <pc:sldMk cId="0" sldId="259"/>
            <ac:picMk id="2" creationId="{B2DEEA8A-FF6F-56AE-CF28-28EF06069146}"/>
          </ac:picMkLst>
        </pc:picChg>
        <pc:picChg chg="add mod">
          <ac:chgData name="Donghui Park" userId="S::donghui.park@samc.com::beea2c23-3a50-4970-96f2-fc2d64d3d405" providerId="AD" clId="Web-{2D3832DA-6569-84DC-83CE-D9CB965F946F}" dt="2025-03-20T15:40:29.266" v="472" actId="1076"/>
          <ac:picMkLst>
            <pc:docMk/>
            <pc:sldMk cId="0" sldId="259"/>
            <ac:picMk id="3" creationId="{C505B3ED-1F3B-2075-1ACB-AF3E442250B2}"/>
          </ac:picMkLst>
        </pc:picChg>
        <pc:picChg chg="add del mod">
          <ac:chgData name="Donghui Park" userId="S::donghui.park@samc.com::beea2c23-3a50-4970-96f2-fc2d64d3d405" providerId="AD" clId="Web-{2D3832DA-6569-84DC-83CE-D9CB965F946F}" dt="2025-03-20T14:46:39.532" v="416"/>
          <ac:picMkLst>
            <pc:docMk/>
            <pc:sldMk cId="0" sldId="259"/>
            <ac:picMk id="6" creationId="{C19C746B-7B9F-2811-B5A0-A9DDB092BED9}"/>
          </ac:picMkLst>
        </pc:picChg>
        <pc:picChg chg="add del mod">
          <ac:chgData name="Donghui Park" userId="S::donghui.park@samc.com::beea2c23-3a50-4970-96f2-fc2d64d3d405" providerId="AD" clId="Web-{2D3832DA-6569-84DC-83CE-D9CB965F946F}" dt="2025-03-20T14:47:25.770" v="422"/>
          <ac:picMkLst>
            <pc:docMk/>
            <pc:sldMk cId="0" sldId="259"/>
            <ac:picMk id="7" creationId="{B54D550A-5D70-9FC4-9127-A4F6CA0D04DB}"/>
          </ac:picMkLst>
        </pc:picChg>
        <pc:picChg chg="add mod modCrop">
          <ac:chgData name="Donghui Park" userId="S::donghui.park@samc.com::beea2c23-3a50-4970-96f2-fc2d64d3d405" providerId="AD" clId="Web-{2D3832DA-6569-84DC-83CE-D9CB965F946F}" dt="2025-03-20T15:40:57.079" v="486" actId="1076"/>
          <ac:picMkLst>
            <pc:docMk/>
            <pc:sldMk cId="0" sldId="259"/>
            <ac:picMk id="8" creationId="{3BCDD432-69B2-96FD-08E7-3173D1A60201}"/>
          </ac:picMkLst>
        </pc:picChg>
        <pc:picChg chg="del">
          <ac:chgData name="Donghui Park" userId="S::donghui.park@samc.com::beea2c23-3a50-4970-96f2-fc2d64d3d405" providerId="AD" clId="Web-{2D3832DA-6569-84DC-83CE-D9CB965F946F}" dt="2025-03-20T14:06:11.758" v="0"/>
          <ac:picMkLst>
            <pc:docMk/>
            <pc:sldMk cId="0" sldId="259"/>
            <ac:picMk id="2156" creationId="{00000000-0000-0000-0000-000000000000}"/>
          </ac:picMkLst>
        </pc:picChg>
      </pc:sldChg>
    </pc:docChg>
  </pc:docChgLst>
  <pc:docChgLst>
    <pc:chgData name="Donghui Park" userId="S::donghui.park@samc.com::beea2c23-3a50-4970-96f2-fc2d64d3d405" providerId="AD" clId="Web-{9A808425-2F7C-BAD3-0020-7EC043B9E0E1}"/>
    <pc:docChg chg="modSld">
      <pc:chgData name="Donghui Park" userId="S::donghui.park@samc.com::beea2c23-3a50-4970-96f2-fc2d64d3d405" providerId="AD" clId="Web-{9A808425-2F7C-BAD3-0020-7EC043B9E0E1}" dt="2025-03-20T18:08:30.310" v="6" actId="1076"/>
      <pc:docMkLst>
        <pc:docMk/>
      </pc:docMkLst>
      <pc:sldChg chg="addSp modSp">
        <pc:chgData name="Donghui Park" userId="S::donghui.park@samc.com::beea2c23-3a50-4970-96f2-fc2d64d3d405" providerId="AD" clId="Web-{9A808425-2F7C-BAD3-0020-7EC043B9E0E1}" dt="2025-03-20T18:08:30.310" v="6" actId="1076"/>
        <pc:sldMkLst>
          <pc:docMk/>
          <pc:sldMk cId="0" sldId="259"/>
        </pc:sldMkLst>
        <pc:picChg chg="add mod">
          <ac:chgData name="Donghui Park" userId="S::donghui.park@samc.com::beea2c23-3a50-4970-96f2-fc2d64d3d405" providerId="AD" clId="Web-{9A808425-2F7C-BAD3-0020-7EC043B9E0E1}" dt="2025-03-20T18:08:30.310" v="6" actId="1076"/>
          <ac:picMkLst>
            <pc:docMk/>
            <pc:sldMk cId="0" sldId="259"/>
            <ac:picMk id="7" creationId="{15AB521E-3FF4-C8A7-0AC3-DD8549612E37}"/>
          </ac:picMkLst>
        </pc:picChg>
      </pc:sldChg>
    </pc:docChg>
  </pc:docChgLst>
  <pc:docChgLst>
    <pc:chgData name="Donghui Park" userId="S::donghui.park@samc.com::beea2c23-3a50-4970-96f2-fc2d64d3d405" providerId="AD" clId="Web-{0CDFA56D-3DBC-5950-1BD6-40D83FB7688B}"/>
    <pc:docChg chg="modSld">
      <pc:chgData name="Donghui Park" userId="S::donghui.park@samc.com::beea2c23-3a50-4970-96f2-fc2d64d3d405" providerId="AD" clId="Web-{0CDFA56D-3DBC-5950-1BD6-40D83FB7688B}" dt="2025-03-20T17:11:11.977" v="30" actId="20577"/>
      <pc:docMkLst>
        <pc:docMk/>
      </pc:docMkLst>
      <pc:sldChg chg="modSp">
        <pc:chgData name="Donghui Park" userId="S::donghui.park@samc.com::beea2c23-3a50-4970-96f2-fc2d64d3d405" providerId="AD" clId="Web-{0CDFA56D-3DBC-5950-1BD6-40D83FB7688B}" dt="2025-03-20T17:11:11.977" v="30" actId="20577"/>
        <pc:sldMkLst>
          <pc:docMk/>
          <pc:sldMk cId="0" sldId="259"/>
        </pc:sldMkLst>
        <pc:spChg chg="mod">
          <ac:chgData name="Donghui Park" userId="S::donghui.park@samc.com::beea2c23-3a50-4970-96f2-fc2d64d3d405" providerId="AD" clId="Web-{0CDFA56D-3DBC-5950-1BD6-40D83FB7688B}" dt="2025-03-20T17:04:13.962" v="6" actId="14100"/>
          <ac:spMkLst>
            <pc:docMk/>
            <pc:sldMk cId="0" sldId="259"/>
            <ac:spMk id="4" creationId="{CDD59D05-F4C2-AFA3-6FB2-1ADDD91327DF}"/>
          </ac:spMkLst>
        </pc:spChg>
        <pc:spChg chg="mod">
          <ac:chgData name="Donghui Park" userId="S::donghui.park@samc.com::beea2c23-3a50-4970-96f2-fc2d64d3d405" providerId="AD" clId="Web-{0CDFA56D-3DBC-5950-1BD6-40D83FB7688B}" dt="2025-03-20T17:11:11.977" v="30" actId="20577"/>
          <ac:spMkLst>
            <pc:docMk/>
            <pc:sldMk cId="0" sldId="259"/>
            <ac:spMk id="249" creationId="{E7F5A37C-2B6C-4404-91FF-0640D04BD011}"/>
          </ac:spMkLst>
        </pc:spChg>
        <pc:picChg chg="mod">
          <ac:chgData name="Donghui Park" userId="S::donghui.park@samc.com::beea2c23-3a50-4970-96f2-fc2d64d3d405" providerId="AD" clId="Web-{0CDFA56D-3DBC-5950-1BD6-40D83FB7688B}" dt="2025-03-20T17:04:36.212" v="12" actId="14100"/>
          <ac:picMkLst>
            <pc:docMk/>
            <pc:sldMk cId="0" sldId="259"/>
            <ac:picMk id="2" creationId="{245E0118-2A33-A75F-75F3-62ACA9BCDAF3}"/>
          </ac:picMkLst>
        </pc:picChg>
        <pc:picChg chg="mod">
          <ac:chgData name="Donghui Park" userId="S::donghui.park@samc.com::beea2c23-3a50-4970-96f2-fc2d64d3d405" providerId="AD" clId="Web-{0CDFA56D-3DBC-5950-1BD6-40D83FB7688B}" dt="2025-03-20T17:04:31.853" v="11" actId="14100"/>
          <ac:picMkLst>
            <pc:docMk/>
            <pc:sldMk cId="0" sldId="259"/>
            <ac:picMk id="3" creationId="{C505B3ED-1F3B-2075-1ACB-AF3E442250B2}"/>
          </ac:picMkLst>
        </pc:picChg>
        <pc:picChg chg="mod">
          <ac:chgData name="Donghui Park" userId="S::donghui.park@samc.com::beea2c23-3a50-4970-96f2-fc2d64d3d405" providerId="AD" clId="Web-{0CDFA56D-3DBC-5950-1BD6-40D83FB7688B}" dt="2025-03-20T17:04:22.853" v="9" actId="14100"/>
          <ac:picMkLst>
            <pc:docMk/>
            <pc:sldMk cId="0" sldId="259"/>
            <ac:picMk id="8" creationId="{3BCDD432-69B2-96FD-08E7-3173D1A60201}"/>
          </ac:picMkLst>
        </pc:picChg>
      </pc:sldChg>
    </pc:docChg>
  </pc:docChgLst>
  <pc:docChgLst>
    <pc:chgData name="Donghui Park" userId="S::donghui.park@samc.com::beea2c23-3a50-4970-96f2-fc2d64d3d405" providerId="AD" clId="Web-{D7617EE7-8033-C095-E23D-35AB59EDDA5E}"/>
    <pc:docChg chg="modSld">
      <pc:chgData name="Donghui Park" userId="S::donghui.park@samc.com::beea2c23-3a50-4970-96f2-fc2d64d3d405" providerId="AD" clId="Web-{D7617EE7-8033-C095-E23D-35AB59EDDA5E}" dt="2025-03-20T18:21:30.124" v="5" actId="1076"/>
      <pc:docMkLst>
        <pc:docMk/>
      </pc:docMkLst>
      <pc:sldChg chg="modSp">
        <pc:chgData name="Donghui Park" userId="S::donghui.park@samc.com::beea2c23-3a50-4970-96f2-fc2d64d3d405" providerId="AD" clId="Web-{D7617EE7-8033-C095-E23D-35AB59EDDA5E}" dt="2025-03-20T18:21:30.124" v="5" actId="1076"/>
        <pc:sldMkLst>
          <pc:docMk/>
          <pc:sldMk cId="0" sldId="259"/>
        </pc:sldMkLst>
        <pc:spChg chg="mod">
          <ac:chgData name="Donghui Park" userId="S::donghui.park@samc.com::beea2c23-3a50-4970-96f2-fc2d64d3d405" providerId="AD" clId="Web-{D7617EE7-8033-C095-E23D-35AB59EDDA5E}" dt="2025-03-20T18:21:30.124" v="5" actId="1076"/>
          <ac:spMkLst>
            <pc:docMk/>
            <pc:sldMk cId="0" sldId="259"/>
            <ac:spMk id="54" creationId="{78FB01C1-373E-4866-BF69-4540A0DE8387}"/>
          </ac:spMkLst>
        </pc:spChg>
        <pc:spChg chg="mod">
          <ac:chgData name="Donghui Park" userId="S::donghui.park@samc.com::beea2c23-3a50-4970-96f2-fc2d64d3d405" providerId="AD" clId="Web-{D7617EE7-8033-C095-E23D-35AB59EDDA5E}" dt="2025-03-20T18:21:24.734" v="4" actId="20577"/>
          <ac:spMkLst>
            <pc:docMk/>
            <pc:sldMk cId="0" sldId="259"/>
            <ac:spMk id="249" creationId="{E7F5A37C-2B6C-4404-91FF-0640D04BD01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bwMode="auto">
          <a:xfrm>
            <a:off x="0" y="0"/>
            <a:ext cx="3013075" cy="461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910" tIns="46455" rIns="92910" bIns="46455" anchor="t" anchorCtr="0" compatLnSpc="1">
            <a:prstTxWarp prst="textNoShape">
              <a:avLst/>
            </a:prstTxWarp>
          </a:bodyPr>
          <a:lstStyle>
            <a:defPPr>
              <a:defRPr kern="1200"/>
            </a:defPPr>
            <a:lvl1pPr algn="l" defTabSz="928688">
              <a:defRPr sz="1200" b="0">
                <a:solidFill>
                  <a:schemeClr val="tx1"/>
                </a:solidFill>
                <a:latin typeface="Arial" pitchFamily="34" charset="0"/>
              </a:defRPr>
            </a:lvl1pPr>
          </a:lstStyle>
          <a:p>
            <a:pPr>
              <a:defRPr/>
            </a:pPr>
            <a:endParaRPr lang="en-US"/>
          </a:p>
        </p:txBody>
      </p:sp>
      <p:sp>
        <p:nvSpPr>
          <p:cNvPr id="29699" name="Rectangle 3"/>
          <p:cNvSpPr>
            <a:spLocks noGrp="1" noChangeArrowheads="1"/>
          </p:cNvSpPr>
          <p:nvPr>
            <p:ph type="dt" sz="quarter" idx="1"/>
          </p:nvPr>
        </p:nvSpPr>
        <p:spPr bwMode="auto">
          <a:xfrm>
            <a:off x="3938588" y="0"/>
            <a:ext cx="3013075" cy="461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910" tIns="46455" rIns="92910" bIns="46455" anchor="t" anchorCtr="0" compatLnSpc="1">
            <a:prstTxWarp prst="textNoShape">
              <a:avLst/>
            </a:prstTxWarp>
          </a:bodyPr>
          <a:lstStyle>
            <a:defPPr>
              <a:defRPr kern="1200"/>
            </a:defPPr>
            <a:lvl1pPr algn="r" defTabSz="928688">
              <a:defRPr sz="1200" b="0">
                <a:solidFill>
                  <a:schemeClr val="tx1"/>
                </a:solidFill>
                <a:latin typeface="Arial" pitchFamily="34" charset="0"/>
              </a:defRPr>
            </a:lvl1pPr>
          </a:lstStyle>
          <a:p>
            <a:pPr>
              <a:defRPr/>
            </a:pPr>
            <a:endParaRPr lang="en-US"/>
          </a:p>
        </p:txBody>
      </p:sp>
      <p:sp>
        <p:nvSpPr>
          <p:cNvPr id="29700" name="Rectangle 4"/>
          <p:cNvSpPr>
            <a:spLocks noGrp="1" noChangeArrowheads="1"/>
          </p:cNvSpPr>
          <p:nvPr>
            <p:ph type="ftr" sz="quarter" idx="2"/>
          </p:nvPr>
        </p:nvSpPr>
        <p:spPr bwMode="auto">
          <a:xfrm>
            <a:off x="0" y="8775700"/>
            <a:ext cx="3013075" cy="461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910" tIns="46455" rIns="92910" bIns="46455" anchor="b" anchorCtr="0" compatLnSpc="1">
            <a:prstTxWarp prst="textNoShape">
              <a:avLst/>
            </a:prstTxWarp>
          </a:bodyPr>
          <a:lstStyle>
            <a:defPPr>
              <a:defRPr kern="1200"/>
            </a:defPPr>
            <a:lvl1pPr algn="l" defTabSz="928688">
              <a:defRPr sz="1200" b="0">
                <a:solidFill>
                  <a:schemeClr val="tx1"/>
                </a:solidFill>
                <a:latin typeface="Arial" pitchFamily="34" charset="0"/>
              </a:defRPr>
            </a:lvl1pPr>
          </a:lstStyle>
          <a:p>
            <a:pPr>
              <a:defRPr/>
            </a:pPr>
            <a:endParaRPr lang="en-US"/>
          </a:p>
        </p:txBody>
      </p:sp>
      <p:sp>
        <p:nvSpPr>
          <p:cNvPr id="29701" name="Rectangle 5"/>
          <p:cNvSpPr>
            <a:spLocks noGrp="1" noChangeArrowheads="1"/>
          </p:cNvSpPr>
          <p:nvPr>
            <p:ph type="sldNum" sz="quarter" idx="3"/>
          </p:nvPr>
        </p:nvSpPr>
        <p:spPr bwMode="auto">
          <a:xfrm>
            <a:off x="3938588" y="8775700"/>
            <a:ext cx="3013075" cy="461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910" tIns="46455" rIns="92910" bIns="46455" anchor="b" anchorCtr="0" compatLnSpc="1">
            <a:prstTxWarp prst="textNoShape">
              <a:avLst/>
            </a:prstTxWarp>
          </a:bodyPr>
          <a:lstStyle>
            <a:defPPr>
              <a:defRPr kern="1200"/>
            </a:defPPr>
            <a:lvl1pPr algn="r" defTabSz="928688">
              <a:defRPr sz="1200" b="0">
                <a:solidFill>
                  <a:schemeClr val="tx1"/>
                </a:solidFill>
                <a:latin typeface="Arial" pitchFamily="34" charset="0"/>
              </a:defRPr>
            </a:lvl1pPr>
          </a:lstStyle>
          <a:p>
            <a:pPr>
              <a:defRPr/>
            </a:pPr>
            <a:fld id="{54F1B5D8-D97D-47DE-99FD-BED51FB7C907}" type="slidenum">
              <a:rPr lang="en-US"/>
              <a:pPr>
                <a:defRPr/>
              </a:pPr>
              <a:t>‹#›</a:t>
            </a:fld>
            <a:endParaRPr lang="en-US"/>
          </a:p>
        </p:txBody>
      </p:sp>
    </p:spTree>
    <p:extLst>
      <p:ext uri="{BB962C8B-B14F-4D97-AF65-F5344CB8AC3E}">
        <p14:creationId xmlns:p14="http://schemas.microsoft.com/office/powerpoint/2010/main" val="748278429"/>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9358" y="6817784"/>
            <a:ext cx="27979688" cy="4703233"/>
          </a:xfrm>
        </p:spPr>
        <p:txBody>
          <a:bodyPr/>
          <a:lstStyle>
            <a:defPPr>
              <a:defRPr kern="1200"/>
            </a:defPPr>
          </a:lstStyle>
          <a:p>
            <a:r>
              <a:rPr lang="en-US"/>
              <a:t>Click to edit Master title style</a:t>
            </a:r>
          </a:p>
        </p:txBody>
      </p:sp>
      <p:sp>
        <p:nvSpPr>
          <p:cNvPr id="3" name="Subtitle 2"/>
          <p:cNvSpPr>
            <a:spLocks noGrp="1"/>
          </p:cNvSpPr>
          <p:nvPr>
            <p:ph type="subTitle" idx="1"/>
          </p:nvPr>
        </p:nvSpPr>
        <p:spPr>
          <a:xfrm>
            <a:off x="4937523" y="12435417"/>
            <a:ext cx="23043356" cy="5609167"/>
          </a:xfrm>
        </p:spPr>
        <p:txBody>
          <a:bodyPr/>
          <a:lstStyle>
            <a:defPPr>
              <a:defRPr kern="1200"/>
            </a:defPPr>
            <a:lvl1pPr marL="0" indent="0" algn="ctr">
              <a:buNone/>
              <a:defRPr/>
            </a:lvl1pPr>
            <a:lvl2pPr marL="304815" indent="0" algn="ctr">
              <a:buNone/>
              <a:defRPr/>
            </a:lvl2pPr>
            <a:lvl3pPr marL="609630" indent="0" algn="ctr">
              <a:buNone/>
              <a:defRPr/>
            </a:lvl3pPr>
            <a:lvl4pPr marL="914446" indent="0" algn="ctr">
              <a:buNone/>
              <a:defRPr/>
            </a:lvl4pPr>
            <a:lvl5pPr marL="1219261" indent="0" algn="ctr">
              <a:buNone/>
              <a:defRPr/>
            </a:lvl5pPr>
            <a:lvl6pPr marL="1524076" indent="0" algn="ctr">
              <a:buNone/>
              <a:defRPr/>
            </a:lvl6pPr>
            <a:lvl7pPr marL="1828891" indent="0" algn="ctr">
              <a:buNone/>
              <a:defRPr/>
            </a:lvl7pPr>
            <a:lvl8pPr marL="2133707" indent="0" algn="ctr">
              <a:buNone/>
              <a:defRPr/>
            </a:lvl8pPr>
            <a:lvl9pPr marL="2438522"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A5EDBB11-81A3-4CFA-BA97-1ABE9A8F32CF}" type="slidenum">
              <a:rPr lang="en-US"/>
              <a:pPr>
                <a:defRPr/>
              </a:pPr>
              <a:t>‹#›</a:t>
            </a:fld>
            <a:endParaRPr lang="en-US"/>
          </a:p>
        </p:txBody>
      </p:sp>
    </p:spTree>
    <p:extLst>
      <p:ext uri="{BB962C8B-B14F-4D97-AF65-F5344CB8AC3E}">
        <p14:creationId xmlns:p14="http://schemas.microsoft.com/office/powerpoint/2010/main" val="356581677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idx="1"/>
          </p:nvPr>
        </p:nvSpPr>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A5940B6B-3169-44D4-847B-7863905C32CF}" type="slidenum">
              <a:rPr lang="en-US"/>
              <a:pPr>
                <a:defRPr/>
              </a:pPr>
              <a:t>‹#›</a:t>
            </a:fld>
            <a:endParaRPr lang="en-US"/>
          </a:p>
        </p:txBody>
      </p:sp>
    </p:spTree>
    <p:extLst>
      <p:ext uri="{BB962C8B-B14F-4D97-AF65-F5344CB8AC3E}">
        <p14:creationId xmlns:p14="http://schemas.microsoft.com/office/powerpoint/2010/main" val="173052901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00325" y="14102294"/>
            <a:ext cx="27980878" cy="4358217"/>
          </a:xfrm>
        </p:spPr>
        <p:txBody>
          <a:bodyPr anchor="t"/>
          <a:lstStyle>
            <a:defPPr>
              <a:defRPr kern="1200"/>
            </a:defPPr>
            <a:lvl1pPr algn="l">
              <a:defRPr sz="2667" b="1" cap="all"/>
            </a:lvl1pPr>
          </a:lstStyle>
          <a:p>
            <a:r>
              <a:rPr lang="en-US"/>
              <a:t>Click to edit Master title style</a:t>
            </a:r>
          </a:p>
        </p:txBody>
      </p:sp>
      <p:sp>
        <p:nvSpPr>
          <p:cNvPr id="3" name="Text Placeholder 2"/>
          <p:cNvSpPr>
            <a:spLocks noGrp="1"/>
          </p:cNvSpPr>
          <p:nvPr>
            <p:ph type="body" idx="1"/>
          </p:nvPr>
        </p:nvSpPr>
        <p:spPr>
          <a:xfrm>
            <a:off x="2600325" y="9301692"/>
            <a:ext cx="27980878" cy="4800600"/>
          </a:xfrm>
        </p:spPr>
        <p:txBody>
          <a:bodyPr anchor="b"/>
          <a:lstStyle>
            <a:defPPr>
              <a:defRPr kern="1200"/>
            </a:defPPr>
            <a:lvl1pPr marL="0" indent="0">
              <a:buNone/>
              <a:defRPr sz="1333"/>
            </a:lvl1pPr>
            <a:lvl2pPr marL="304815" indent="0">
              <a:buNone/>
              <a:defRPr sz="1200"/>
            </a:lvl2pPr>
            <a:lvl3pPr marL="609630" indent="0">
              <a:buNone/>
              <a:defRPr sz="1067"/>
            </a:lvl3pPr>
            <a:lvl4pPr marL="914446" indent="0">
              <a:buNone/>
              <a:defRPr sz="933"/>
            </a:lvl4pPr>
            <a:lvl5pPr marL="1219261" indent="0">
              <a:buNone/>
              <a:defRPr sz="933"/>
            </a:lvl5pPr>
            <a:lvl6pPr marL="1524076" indent="0">
              <a:buNone/>
              <a:defRPr sz="933"/>
            </a:lvl6pPr>
            <a:lvl7pPr marL="1828891" indent="0">
              <a:buNone/>
              <a:defRPr sz="933"/>
            </a:lvl7pPr>
            <a:lvl8pPr marL="2133707" indent="0">
              <a:buNone/>
              <a:defRPr sz="933"/>
            </a:lvl8pPr>
            <a:lvl9pPr marL="2438522" indent="0">
              <a:buNone/>
              <a:defRPr sz="933"/>
            </a:lvl9pPr>
          </a:lstStyle>
          <a:p>
            <a:pPr lvl="0"/>
            <a:r>
              <a:rPr lang="en-US"/>
              <a:t>Click to edit Master text styles</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A03A4FA6-7C07-49C1-973B-224AB06B993C}" type="slidenum">
              <a:rPr lang="en-US"/>
              <a:pPr>
                <a:defRPr/>
              </a:pPr>
              <a:t>‹#›</a:t>
            </a:fld>
            <a:endParaRPr lang="en-US"/>
          </a:p>
        </p:txBody>
      </p:sp>
    </p:spTree>
    <p:extLst>
      <p:ext uri="{BB962C8B-B14F-4D97-AF65-F5344CB8AC3E}">
        <p14:creationId xmlns:p14="http://schemas.microsoft.com/office/powerpoint/2010/main" val="239311738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sz="half" idx="1"/>
          </p:nvPr>
        </p:nvSpPr>
        <p:spPr>
          <a:xfrm>
            <a:off x="1645446" y="5120217"/>
            <a:ext cx="14756606" cy="14484350"/>
          </a:xfrm>
        </p:spPr>
        <p:txBody>
          <a:bodyPr/>
          <a:lstStyle>
            <a:defPPr>
              <a:defRPr kern="1200"/>
            </a:defPPr>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6516352" y="5120217"/>
            <a:ext cx="14756606" cy="14484350"/>
          </a:xfrm>
        </p:spPr>
        <p:txBody>
          <a:bodyPr/>
          <a:lstStyle>
            <a:defPPr>
              <a:defRPr kern="1200"/>
            </a:defPPr>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B302B25C-7078-4EDD-9EEA-F171F39DFD5B}" type="slidenum">
              <a:rPr lang="en-US"/>
              <a:pPr>
                <a:defRPr/>
              </a:pPr>
              <a:t>‹#›</a:t>
            </a:fld>
            <a:endParaRPr lang="en-US"/>
          </a:p>
        </p:txBody>
      </p:sp>
    </p:spTree>
    <p:extLst>
      <p:ext uri="{BB962C8B-B14F-4D97-AF65-F5344CB8AC3E}">
        <p14:creationId xmlns:p14="http://schemas.microsoft.com/office/powerpoint/2010/main" val="3566203339"/>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vl1pPr>
              <a:defRPr/>
            </a:lvl1pPr>
          </a:lstStyle>
          <a:p>
            <a:r>
              <a:rPr lang="en-US"/>
              <a:t>Click to edit Master title style</a:t>
            </a:r>
          </a:p>
        </p:txBody>
      </p:sp>
      <p:sp>
        <p:nvSpPr>
          <p:cNvPr id="3" name="Text Placeholder 2"/>
          <p:cNvSpPr>
            <a:spLocks noGrp="1"/>
          </p:cNvSpPr>
          <p:nvPr>
            <p:ph type="body" idx="1"/>
          </p:nvPr>
        </p:nvSpPr>
        <p:spPr>
          <a:xfrm>
            <a:off x="1645444" y="4912785"/>
            <a:ext cx="14544675" cy="2046817"/>
          </a:xfrm>
        </p:spPr>
        <p:txBody>
          <a:bodyPr anchor="b"/>
          <a:lstStyle>
            <a:defPPr>
              <a:defRPr kern="1200"/>
            </a:defPPr>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1645444" y="6959600"/>
            <a:ext cx="14544675" cy="12643908"/>
          </a:xfrm>
        </p:spPr>
        <p:txBody>
          <a:bodyPr/>
          <a:lstStyle>
            <a:defPPr>
              <a:defRPr kern="1200"/>
            </a:defPPr>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6722328" y="4912785"/>
            <a:ext cx="14550630" cy="2046817"/>
          </a:xfrm>
        </p:spPr>
        <p:txBody>
          <a:bodyPr anchor="b"/>
          <a:lstStyle>
            <a:defPPr>
              <a:defRPr kern="1200"/>
            </a:defPPr>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16722328" y="6959600"/>
            <a:ext cx="14550630" cy="12643908"/>
          </a:xfrm>
        </p:spPr>
        <p:txBody>
          <a:bodyPr/>
          <a:lstStyle>
            <a:defPPr>
              <a:defRPr kern="1200"/>
            </a:defPPr>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8"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9" name="Rectangle 6"/>
          <p:cNvSpPr>
            <a:spLocks noGrp="1" noChangeArrowheads="1"/>
          </p:cNvSpPr>
          <p:nvPr>
            <p:ph type="sldNum" sz="quarter" idx="12"/>
          </p:nvPr>
        </p:nvSpPr>
        <p:spPr/>
        <p:txBody>
          <a:bodyPr/>
          <a:lstStyle>
            <a:defPPr>
              <a:defRPr kern="1200"/>
            </a:defPPr>
            <a:lvl1pPr>
              <a:defRPr/>
            </a:lvl1pPr>
          </a:lstStyle>
          <a:p>
            <a:pPr>
              <a:defRPr/>
            </a:pPr>
            <a:fld id="{32F454DA-B8E5-407C-A8B0-B2982CBF7185}" type="slidenum">
              <a:rPr lang="en-US"/>
              <a:pPr>
                <a:defRPr/>
              </a:pPr>
              <a:t>‹#›</a:t>
            </a:fld>
            <a:endParaRPr lang="en-US"/>
          </a:p>
        </p:txBody>
      </p:sp>
    </p:spTree>
    <p:extLst>
      <p:ext uri="{BB962C8B-B14F-4D97-AF65-F5344CB8AC3E}">
        <p14:creationId xmlns:p14="http://schemas.microsoft.com/office/powerpoint/2010/main" val="1805889058"/>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4"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5" name="Rectangle 6"/>
          <p:cNvSpPr>
            <a:spLocks noGrp="1" noChangeArrowheads="1"/>
          </p:cNvSpPr>
          <p:nvPr>
            <p:ph type="sldNum" sz="quarter" idx="12"/>
          </p:nvPr>
        </p:nvSpPr>
        <p:spPr/>
        <p:txBody>
          <a:bodyPr/>
          <a:lstStyle>
            <a:defPPr>
              <a:defRPr kern="1200"/>
            </a:defPPr>
            <a:lvl1pPr>
              <a:defRPr/>
            </a:lvl1pPr>
          </a:lstStyle>
          <a:p>
            <a:pPr>
              <a:defRPr/>
            </a:pPr>
            <a:fld id="{865CC813-0CE0-4F7E-9B7F-FCCCD6CE8862}" type="slidenum">
              <a:rPr lang="en-US"/>
              <a:pPr>
                <a:defRPr/>
              </a:pPr>
              <a:t>‹#›</a:t>
            </a:fld>
            <a:endParaRPr lang="en-US"/>
          </a:p>
        </p:txBody>
      </p:sp>
    </p:spTree>
    <p:extLst>
      <p:ext uri="{BB962C8B-B14F-4D97-AF65-F5344CB8AC3E}">
        <p14:creationId xmlns:p14="http://schemas.microsoft.com/office/powerpoint/2010/main" val="2260435680"/>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3"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4" name="Rectangle 6"/>
          <p:cNvSpPr>
            <a:spLocks noGrp="1" noChangeArrowheads="1"/>
          </p:cNvSpPr>
          <p:nvPr>
            <p:ph type="sldNum" sz="quarter" idx="12"/>
          </p:nvPr>
        </p:nvSpPr>
        <p:spPr/>
        <p:txBody>
          <a:bodyPr/>
          <a:lstStyle>
            <a:defPPr>
              <a:defRPr kern="1200"/>
            </a:defPPr>
            <a:lvl1pPr>
              <a:defRPr/>
            </a:lvl1pPr>
          </a:lstStyle>
          <a:p>
            <a:pPr>
              <a:defRPr/>
            </a:pPr>
            <a:fld id="{A5D3508A-868C-432E-A93E-3C5AF7B204CE}" type="slidenum">
              <a:rPr lang="en-US"/>
              <a:pPr>
                <a:defRPr/>
              </a:pPr>
              <a:t>‹#›</a:t>
            </a:fld>
            <a:endParaRPr lang="en-US"/>
          </a:p>
        </p:txBody>
      </p:sp>
    </p:spTree>
    <p:extLst>
      <p:ext uri="{BB962C8B-B14F-4D97-AF65-F5344CB8AC3E}">
        <p14:creationId xmlns:p14="http://schemas.microsoft.com/office/powerpoint/2010/main" val="2329377324"/>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45444" y="874184"/>
            <a:ext cx="10829925" cy="3717925"/>
          </a:xfrm>
        </p:spPr>
        <p:txBody>
          <a:bodyPr anchor="b"/>
          <a:lstStyle>
            <a:defPPr>
              <a:defRPr kern="1200"/>
            </a:defPPr>
            <a:lvl1pPr algn="l">
              <a:defRPr sz="1333" b="1"/>
            </a:lvl1pPr>
          </a:lstStyle>
          <a:p>
            <a:r>
              <a:rPr lang="en-US"/>
              <a:t>Click to edit Master title style</a:t>
            </a:r>
          </a:p>
        </p:txBody>
      </p:sp>
      <p:sp>
        <p:nvSpPr>
          <p:cNvPr id="3" name="Content Placeholder 2"/>
          <p:cNvSpPr>
            <a:spLocks noGrp="1"/>
          </p:cNvSpPr>
          <p:nvPr>
            <p:ph idx="1"/>
          </p:nvPr>
        </p:nvSpPr>
        <p:spPr>
          <a:xfrm>
            <a:off x="12870656" y="874184"/>
            <a:ext cx="18402300" cy="18729325"/>
          </a:xfrm>
        </p:spPr>
        <p:txBody>
          <a:bodyPr/>
          <a:lstStyle>
            <a:defPPr>
              <a:defRPr kern="1200"/>
            </a:defPPr>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45444" y="4592109"/>
            <a:ext cx="10829925" cy="15011400"/>
          </a:xfrm>
        </p:spPr>
        <p:txBody>
          <a:bodyPr/>
          <a:lstStyle>
            <a:defPPr>
              <a:defRPr kern="1200"/>
            </a:defPPr>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DEB5CAF5-4FB5-4E33-861E-BCE1A11039C1}" type="slidenum">
              <a:rPr lang="en-US"/>
              <a:pPr>
                <a:defRPr/>
              </a:pPr>
              <a:t>‹#›</a:t>
            </a:fld>
            <a:endParaRPr lang="en-US"/>
          </a:p>
        </p:txBody>
      </p:sp>
    </p:spTree>
    <p:extLst>
      <p:ext uri="{BB962C8B-B14F-4D97-AF65-F5344CB8AC3E}">
        <p14:creationId xmlns:p14="http://schemas.microsoft.com/office/powerpoint/2010/main" val="306706918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51999" y="15361712"/>
            <a:ext cx="19751280" cy="1813983"/>
          </a:xfrm>
        </p:spPr>
        <p:txBody>
          <a:bodyPr anchor="b"/>
          <a:lstStyle>
            <a:defPPr>
              <a:defRPr kern="1200"/>
            </a:defPPr>
            <a:lvl1pPr algn="l">
              <a:defRPr sz="1333" b="1"/>
            </a:lvl1pPr>
          </a:lstStyle>
          <a:p>
            <a:r>
              <a:rPr lang="en-US"/>
              <a:t>Click to edit Master title style</a:t>
            </a:r>
          </a:p>
        </p:txBody>
      </p:sp>
      <p:sp>
        <p:nvSpPr>
          <p:cNvPr id="3" name="Picture Placeholder 2"/>
          <p:cNvSpPr>
            <a:spLocks noGrp="1"/>
          </p:cNvSpPr>
          <p:nvPr>
            <p:ph type="pic" idx="1"/>
          </p:nvPr>
        </p:nvSpPr>
        <p:spPr>
          <a:xfrm>
            <a:off x="6451999" y="1961092"/>
            <a:ext cx="19751280" cy="13166725"/>
          </a:xfrm>
        </p:spPr>
        <p:txBody>
          <a:bodyPr/>
          <a:lstStyle>
            <a:defPPr>
              <a:defRPr kern="1200"/>
            </a:defPPr>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pPr lvl="0"/>
            <a:endParaRPr lang="en-US" noProof="0"/>
          </a:p>
        </p:txBody>
      </p:sp>
      <p:sp>
        <p:nvSpPr>
          <p:cNvPr id="4" name="Text Placeholder 3"/>
          <p:cNvSpPr>
            <a:spLocks noGrp="1"/>
          </p:cNvSpPr>
          <p:nvPr>
            <p:ph type="body" sz="half" idx="2"/>
          </p:nvPr>
        </p:nvSpPr>
        <p:spPr>
          <a:xfrm>
            <a:off x="6451999" y="17175694"/>
            <a:ext cx="19751280" cy="2574925"/>
          </a:xfrm>
        </p:spPr>
        <p:txBody>
          <a:bodyPr/>
          <a:lstStyle>
            <a:defPPr>
              <a:defRPr kern="1200"/>
            </a:defPPr>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E1738493-E10F-4F1A-B075-F4B94CA41991}" type="slidenum">
              <a:rPr lang="en-US"/>
              <a:pPr>
                <a:defRPr/>
              </a:pPr>
              <a:t>‹#›</a:t>
            </a:fld>
            <a:endParaRPr lang="en-US"/>
          </a:p>
        </p:txBody>
      </p:sp>
    </p:spTree>
    <p:extLst>
      <p:ext uri="{BB962C8B-B14F-4D97-AF65-F5344CB8AC3E}">
        <p14:creationId xmlns:p14="http://schemas.microsoft.com/office/powerpoint/2010/main" val="412977478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Vertical Text Placeholder 2"/>
          <p:cNvSpPr>
            <a:spLocks noGrp="1"/>
          </p:cNvSpPr>
          <p:nvPr>
            <p:ph type="body" orient="vert" idx="1"/>
          </p:nvPr>
        </p:nvSpPr>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65ECC0F7-0140-4FFA-BB4D-270D63D3C308}" type="slidenum">
              <a:rPr lang="en-US"/>
              <a:pPr>
                <a:defRPr/>
              </a:pPr>
              <a:t>‹#›</a:t>
            </a:fld>
            <a:endParaRPr lang="en-US"/>
          </a:p>
        </p:txBody>
      </p:sp>
    </p:spTree>
    <p:extLst>
      <p:ext uri="{BB962C8B-B14F-4D97-AF65-F5344CB8AC3E}">
        <p14:creationId xmlns:p14="http://schemas.microsoft.com/office/powerpoint/2010/main" val="37073775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866081" y="878417"/>
            <a:ext cx="7406878" cy="18726150"/>
          </a:xfrm>
        </p:spPr>
        <p:txBody>
          <a:bodyPr vert="eaVert"/>
          <a:lstStyle>
            <a:defPPr>
              <a:defRPr kern="1200"/>
            </a:defPPr>
          </a:lstStyle>
          <a:p>
            <a:r>
              <a:rPr lang="en-US"/>
              <a:t>Click to edit Master title style</a:t>
            </a:r>
          </a:p>
        </p:txBody>
      </p:sp>
      <p:sp>
        <p:nvSpPr>
          <p:cNvPr id="3" name="Vertical Text Placeholder 2"/>
          <p:cNvSpPr>
            <a:spLocks noGrp="1"/>
          </p:cNvSpPr>
          <p:nvPr>
            <p:ph type="body" orient="vert" idx="1"/>
          </p:nvPr>
        </p:nvSpPr>
        <p:spPr>
          <a:xfrm>
            <a:off x="1645444" y="878417"/>
            <a:ext cx="22106334" cy="18726150"/>
          </a:xfrm>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BC1B9D64-3336-481D-94A5-F579BB4A8A39}" type="slidenum">
              <a:rPr lang="en-US"/>
              <a:pPr>
                <a:defRPr/>
              </a:pPr>
              <a:t>‹#›</a:t>
            </a:fld>
            <a:endParaRPr lang="en-US"/>
          </a:p>
        </p:txBody>
      </p:sp>
    </p:spTree>
    <p:extLst>
      <p:ext uri="{BB962C8B-B14F-4D97-AF65-F5344CB8AC3E}">
        <p14:creationId xmlns:p14="http://schemas.microsoft.com/office/powerpoint/2010/main" val="1836142092"/>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645445" y="878417"/>
            <a:ext cx="29627512" cy="3657600"/>
          </a:xfrm>
        </p:spPr>
        <p:txBody>
          <a:bodyPr/>
          <a:lstStyle>
            <a:defPPr>
              <a:defRPr kern="1200"/>
            </a:defPPr>
          </a:lstStyle>
          <a:p>
            <a:r>
              <a:rPr lang="en-US"/>
              <a:t>Click to edit Master title style</a:t>
            </a:r>
          </a:p>
        </p:txBody>
      </p:sp>
      <p:sp>
        <p:nvSpPr>
          <p:cNvPr id="3" name="Content Placeholder 2"/>
          <p:cNvSpPr>
            <a:spLocks noGrp="1"/>
          </p:cNvSpPr>
          <p:nvPr>
            <p:ph sz="quarter" idx="1"/>
          </p:nvPr>
        </p:nvSpPr>
        <p:spPr>
          <a:xfrm>
            <a:off x="1645446" y="5120218"/>
            <a:ext cx="14756606" cy="7191375"/>
          </a:xfrm>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16516352" y="5120218"/>
            <a:ext cx="14756606" cy="7191375"/>
          </a:xfrm>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1645446" y="12413192"/>
            <a:ext cx="14756606" cy="7191375"/>
          </a:xfrm>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16516352" y="12413192"/>
            <a:ext cx="14756606" cy="7191375"/>
          </a:xfrm>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8"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9" name="Rectangle 6"/>
          <p:cNvSpPr>
            <a:spLocks noGrp="1" noChangeArrowheads="1"/>
          </p:cNvSpPr>
          <p:nvPr>
            <p:ph type="sldNum" sz="quarter" idx="12"/>
          </p:nvPr>
        </p:nvSpPr>
        <p:spPr/>
        <p:txBody>
          <a:bodyPr/>
          <a:lstStyle>
            <a:defPPr>
              <a:defRPr kern="1200"/>
            </a:defPPr>
            <a:lvl1pPr>
              <a:defRPr/>
            </a:lvl1pPr>
          </a:lstStyle>
          <a:p>
            <a:pPr>
              <a:defRPr/>
            </a:pPr>
            <a:fld id="{2D98BD33-354E-4B11-91E6-709054688882}" type="slidenum">
              <a:rPr lang="en-US"/>
              <a:pPr>
                <a:defRPr/>
              </a:pPr>
              <a:t>‹#›</a:t>
            </a:fld>
            <a:endParaRPr lang="en-US"/>
          </a:p>
        </p:txBody>
      </p:sp>
    </p:spTree>
    <p:extLst>
      <p:ext uri="{BB962C8B-B14F-4D97-AF65-F5344CB8AC3E}">
        <p14:creationId xmlns:p14="http://schemas.microsoft.com/office/powerpoint/2010/main" val="1106498027"/>
      </p:ext>
    </p:extLst>
  </p:cSld>
  <p:clrMapOvr>
    <a:masterClrMapping/>
  </p:clrMapOvr>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 Id="rId15"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DDA9A9"/>
            </a:gs>
            <a:gs pos="50000">
              <a:srgbClr val="990000"/>
            </a:gs>
            <a:gs pos="100000">
              <a:srgbClr val="DDA9A9"/>
            </a:gs>
          </a:gsLst>
          <a:lin ang="54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645444" y="878417"/>
            <a:ext cx="29627512" cy="3657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6203" tIns="188102" rIns="376203" bIns="188102" anchor="ctr" anchorCtr="0" compatLnSpc="1">
            <a:prstTxWarp prst="textNoShape">
              <a:avLst/>
            </a:prstTxWarp>
          </a:bodyPr>
          <a:lstStyle>
            <a:defPPr>
              <a:defRPr kern="1200"/>
            </a:defPPr>
          </a:lstStyle>
          <a:p>
            <a:pPr lvl="0"/>
            <a:r>
              <a:rPr lang="en-US"/>
              <a:t>Click to edit Master title style</a:t>
            </a:r>
          </a:p>
        </p:txBody>
      </p:sp>
      <p:sp>
        <p:nvSpPr>
          <p:cNvPr id="1027" name="Rectangle 3"/>
          <p:cNvSpPr>
            <a:spLocks noGrp="1" noChangeArrowheads="1"/>
          </p:cNvSpPr>
          <p:nvPr>
            <p:ph type="body" idx="1"/>
          </p:nvPr>
        </p:nvSpPr>
        <p:spPr bwMode="auto">
          <a:xfrm>
            <a:off x="1645444" y="5120217"/>
            <a:ext cx="29627512" cy="14484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6203" tIns="188102" rIns="376203" bIns="188102" anchor="t" anchorCtr="0" compatLnSpc="1">
            <a:prstTxWarp prst="textNoShape">
              <a:avLst/>
            </a:prstTxWarp>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1645444" y="19985568"/>
            <a:ext cx="7681913"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6203" tIns="188102" rIns="376203" bIns="188102" anchor="t" anchorCtr="0" compatLnSpc="1">
            <a:prstTxWarp prst="textNoShape">
              <a:avLst/>
            </a:prstTxWarp>
          </a:bodyPr>
          <a:lstStyle>
            <a:defPPr>
              <a:defRPr kern="1200"/>
            </a:defPPr>
            <a:lvl1pPr algn="l" defTabSz="2508375">
              <a:defRPr sz="3800" b="0">
                <a:solidFill>
                  <a:schemeClr val="tx1"/>
                </a:solidFill>
                <a:latin typeface="Arial" pitchFamily="34" charset="0"/>
              </a:defRPr>
            </a:lvl1pPr>
          </a:lstStyle>
          <a:p>
            <a:pPr>
              <a:defRPr/>
            </a:pPr>
            <a:endParaRPr lang="en-US"/>
          </a:p>
        </p:txBody>
      </p:sp>
      <p:sp>
        <p:nvSpPr>
          <p:cNvPr id="1029" name="Rectangle 5"/>
          <p:cNvSpPr>
            <a:spLocks noGrp="1" noChangeArrowheads="1"/>
          </p:cNvSpPr>
          <p:nvPr>
            <p:ph type="ftr" sz="quarter" idx="3"/>
          </p:nvPr>
        </p:nvSpPr>
        <p:spPr bwMode="auto">
          <a:xfrm>
            <a:off x="11246644" y="19985568"/>
            <a:ext cx="10425113"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6203" tIns="188102" rIns="376203" bIns="188102" anchor="t" anchorCtr="0" compatLnSpc="1">
            <a:prstTxWarp prst="textNoShape">
              <a:avLst/>
            </a:prstTxWarp>
          </a:bodyPr>
          <a:lstStyle>
            <a:defPPr>
              <a:defRPr kern="1200"/>
            </a:defPPr>
            <a:lvl1pPr defTabSz="2508375">
              <a:defRPr sz="3800" b="0">
                <a:solidFill>
                  <a:schemeClr val="tx1"/>
                </a:solidFill>
                <a:latin typeface="Arial" pitchFamily="34" charset="0"/>
              </a:defRPr>
            </a:lvl1pPr>
          </a:lstStyle>
          <a:p>
            <a:pPr>
              <a:defRPr/>
            </a:pPr>
            <a:endParaRPr lang="en-US"/>
          </a:p>
        </p:txBody>
      </p:sp>
      <p:sp>
        <p:nvSpPr>
          <p:cNvPr id="1030" name="Rectangle 6"/>
          <p:cNvSpPr>
            <a:spLocks noGrp="1" noChangeArrowheads="1"/>
          </p:cNvSpPr>
          <p:nvPr>
            <p:ph type="sldNum" sz="quarter" idx="4"/>
          </p:nvPr>
        </p:nvSpPr>
        <p:spPr bwMode="auto">
          <a:xfrm>
            <a:off x="23591044" y="19985568"/>
            <a:ext cx="7681913"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6203" tIns="188102" rIns="376203" bIns="188102" anchor="t" anchorCtr="0" compatLnSpc="1">
            <a:prstTxWarp prst="textNoShape">
              <a:avLst/>
            </a:prstTxWarp>
          </a:bodyPr>
          <a:lstStyle>
            <a:defPPr>
              <a:defRPr kern="1200"/>
            </a:defPPr>
            <a:lvl1pPr algn="r" defTabSz="2508375">
              <a:defRPr sz="3800" b="0">
                <a:solidFill>
                  <a:schemeClr val="tx1"/>
                </a:solidFill>
                <a:latin typeface="Arial" pitchFamily="34" charset="0"/>
              </a:defRPr>
            </a:lvl1pPr>
          </a:lstStyle>
          <a:p>
            <a:pPr>
              <a:defRPr/>
            </a:pPr>
            <a:fld id="{B42DBB13-E718-4C9A-AC99-89A36AFA8FDE}" type="slidenum">
              <a:rPr lang="en-US"/>
              <a:pPr>
                <a:defRPr/>
              </a:pPr>
              <a:t>‹#›</a:t>
            </a:fld>
            <a:endParaRPr lang="en-US"/>
          </a:p>
        </p:txBody>
      </p:sp>
      <p:pic>
        <p:nvPicPr>
          <p:cNvPr id="1031" name="New picture"/>
          <p:cNvPicPr/>
          <p:nvPr/>
        </p:nvPicPr>
        <p:blipFill>
          <a:blip r:embed="rId14"/>
          <a:stretch>
            <a:fillRect/>
          </a:stretch>
        </p:blipFill>
        <p:spPr>
          <a:xfrm rot="16200000">
            <a:off x="-11074400" y="10972800"/>
            <a:ext cx="14274800" cy="3937000"/>
          </a:xfrm>
          <a:prstGeom prst="rect">
            <a:avLst/>
          </a:prstGeom>
        </p:spPr>
      </p:pic>
      <p:pic>
        <p:nvPicPr>
          <p:cNvPr id="1032" name="New picture"/>
          <p:cNvPicPr/>
          <p:nvPr/>
        </p:nvPicPr>
        <p:blipFill>
          <a:blip r:embed="rId14"/>
          <a:stretch>
            <a:fillRect/>
          </a:stretch>
        </p:blipFill>
        <p:spPr>
          <a:xfrm rot="5400000">
            <a:off x="29718000" y="10972800"/>
            <a:ext cx="14274800" cy="3937000"/>
          </a:xfrm>
          <a:prstGeom prst="rect">
            <a:avLst/>
          </a:prstGeom>
        </p:spPr>
      </p:pic>
      <p:pic>
        <p:nvPicPr>
          <p:cNvPr id="1033" name="New picture"/>
          <p:cNvPicPr/>
          <p:nvPr/>
        </p:nvPicPr>
        <p:blipFill>
          <a:blip r:embed="rId15"/>
          <a:stretch>
            <a:fillRect/>
          </a:stretch>
        </p:blipFill>
        <p:spPr>
          <a:xfrm>
            <a:off x="1460500" y="22453600"/>
            <a:ext cx="29997400" cy="1447800"/>
          </a:xfrm>
          <a:prstGeom prst="rect">
            <a:avLst/>
          </a:prstGeom>
        </p:spPr>
      </p:pic>
      <p:sp>
        <p:nvSpPr>
          <p:cNvPr id="1034" name="New shape"/>
          <p:cNvSpPr/>
          <p:nvPr/>
        </p:nvSpPr>
        <p:spPr>
          <a:xfrm>
            <a:off x="1460500" y="23025100"/>
            <a:ext cx="16459200" cy="127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4560">
                <a:solidFill>
                  <a:srgbClr val="808080"/>
                </a:solidFill>
              </a:rPr>
              <a:t>Template ID: perceptualpewter  Size: 36x24</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txStyles>
    <p:titleStyle>
      <a:defPPr>
        <a:defRPr kern="1200"/>
      </a:defPPr>
      <a:lvl1pPr algn="ctr" defTabSz="2508375" rtl="0" eaLnBrk="0" fontAlgn="base" hangingPunct="0">
        <a:spcBef>
          <a:spcPct val="0"/>
        </a:spcBef>
        <a:spcAft>
          <a:spcPct val="0"/>
        </a:spcAft>
        <a:defRPr sz="12134">
          <a:solidFill>
            <a:schemeClr val="tx2"/>
          </a:solidFill>
          <a:latin typeface="+mj-lt"/>
          <a:ea typeface="+mj-ea"/>
          <a:cs typeface="+mj-cs"/>
        </a:defRPr>
      </a:lvl1pPr>
      <a:lvl2pPr algn="ctr" defTabSz="2508375" rtl="0" eaLnBrk="0" fontAlgn="base" hangingPunct="0">
        <a:spcBef>
          <a:spcPct val="0"/>
        </a:spcBef>
        <a:spcAft>
          <a:spcPct val="0"/>
        </a:spcAft>
        <a:defRPr sz="12134">
          <a:solidFill>
            <a:schemeClr val="tx2"/>
          </a:solidFill>
          <a:latin typeface="Arial" pitchFamily="34" charset="0"/>
        </a:defRPr>
      </a:lvl2pPr>
      <a:lvl3pPr algn="ctr" defTabSz="2508375" rtl="0" eaLnBrk="0" fontAlgn="base" hangingPunct="0">
        <a:spcBef>
          <a:spcPct val="0"/>
        </a:spcBef>
        <a:spcAft>
          <a:spcPct val="0"/>
        </a:spcAft>
        <a:defRPr sz="12134">
          <a:solidFill>
            <a:schemeClr val="tx2"/>
          </a:solidFill>
          <a:latin typeface="Arial" pitchFamily="34" charset="0"/>
        </a:defRPr>
      </a:lvl3pPr>
      <a:lvl4pPr algn="ctr" defTabSz="2508375" rtl="0" eaLnBrk="0" fontAlgn="base" hangingPunct="0">
        <a:spcBef>
          <a:spcPct val="0"/>
        </a:spcBef>
        <a:spcAft>
          <a:spcPct val="0"/>
        </a:spcAft>
        <a:defRPr sz="12134">
          <a:solidFill>
            <a:schemeClr val="tx2"/>
          </a:solidFill>
          <a:latin typeface="Arial" pitchFamily="34" charset="0"/>
        </a:defRPr>
      </a:lvl4pPr>
      <a:lvl5pPr algn="ctr" defTabSz="2508375" rtl="0" eaLnBrk="0" fontAlgn="base" hangingPunct="0">
        <a:spcBef>
          <a:spcPct val="0"/>
        </a:spcBef>
        <a:spcAft>
          <a:spcPct val="0"/>
        </a:spcAft>
        <a:defRPr sz="12134">
          <a:solidFill>
            <a:schemeClr val="tx2"/>
          </a:solidFill>
          <a:latin typeface="Arial" pitchFamily="34" charset="0"/>
        </a:defRPr>
      </a:lvl5pPr>
      <a:lvl6pPr marL="304815" algn="ctr" defTabSz="2508375" rtl="0" fontAlgn="base">
        <a:spcBef>
          <a:spcPct val="0"/>
        </a:spcBef>
        <a:spcAft>
          <a:spcPct val="0"/>
        </a:spcAft>
        <a:defRPr sz="12134">
          <a:solidFill>
            <a:schemeClr val="tx2"/>
          </a:solidFill>
          <a:latin typeface="Arial" pitchFamily="34" charset="0"/>
        </a:defRPr>
      </a:lvl6pPr>
      <a:lvl7pPr marL="609630" algn="ctr" defTabSz="2508375" rtl="0" fontAlgn="base">
        <a:spcBef>
          <a:spcPct val="0"/>
        </a:spcBef>
        <a:spcAft>
          <a:spcPct val="0"/>
        </a:spcAft>
        <a:defRPr sz="12134">
          <a:solidFill>
            <a:schemeClr val="tx2"/>
          </a:solidFill>
          <a:latin typeface="Arial" pitchFamily="34" charset="0"/>
        </a:defRPr>
      </a:lvl7pPr>
      <a:lvl8pPr marL="914446" algn="ctr" defTabSz="2508375" rtl="0" fontAlgn="base">
        <a:spcBef>
          <a:spcPct val="0"/>
        </a:spcBef>
        <a:spcAft>
          <a:spcPct val="0"/>
        </a:spcAft>
        <a:defRPr sz="12134">
          <a:solidFill>
            <a:schemeClr val="tx2"/>
          </a:solidFill>
          <a:latin typeface="Arial" pitchFamily="34" charset="0"/>
        </a:defRPr>
      </a:lvl8pPr>
      <a:lvl9pPr marL="1219261" algn="ctr" defTabSz="2508375" rtl="0" fontAlgn="base">
        <a:spcBef>
          <a:spcPct val="0"/>
        </a:spcBef>
        <a:spcAft>
          <a:spcPct val="0"/>
        </a:spcAft>
        <a:defRPr sz="12134">
          <a:solidFill>
            <a:schemeClr val="tx2"/>
          </a:solidFill>
          <a:latin typeface="Arial" pitchFamily="34" charset="0"/>
        </a:defRPr>
      </a:lvl9pPr>
    </p:titleStyle>
    <p:bodyStyle>
      <a:defPPr>
        <a:defRPr kern="1200"/>
      </a:defPPr>
      <a:lvl1pPr marL="939847" indent="-939847" algn="l" defTabSz="2508375" rtl="0" eaLnBrk="0" fontAlgn="base" hangingPunct="0">
        <a:spcBef>
          <a:spcPct val="20000"/>
        </a:spcBef>
        <a:spcAft>
          <a:spcPct val="0"/>
        </a:spcAft>
        <a:buChar char="•"/>
        <a:defRPr sz="8800">
          <a:solidFill>
            <a:schemeClr val="tx1"/>
          </a:solidFill>
          <a:latin typeface="+mn-lt"/>
          <a:ea typeface="+mn-ea"/>
          <a:cs typeface="+mn-cs"/>
        </a:defRPr>
      </a:lvl1pPr>
      <a:lvl2pPr marL="2038452" indent="-784265" algn="l" defTabSz="2508375" rtl="0" eaLnBrk="0" fontAlgn="base" hangingPunct="0">
        <a:spcBef>
          <a:spcPct val="20000"/>
        </a:spcBef>
        <a:spcAft>
          <a:spcPct val="0"/>
        </a:spcAft>
        <a:buChar char="–"/>
        <a:defRPr sz="7667">
          <a:solidFill>
            <a:schemeClr val="tx1"/>
          </a:solidFill>
          <a:latin typeface="+mn-lt"/>
        </a:defRPr>
      </a:lvl2pPr>
      <a:lvl3pPr marL="3134940" indent="-626565" algn="l" defTabSz="2508375" rtl="0" eaLnBrk="0" fontAlgn="base" hangingPunct="0">
        <a:spcBef>
          <a:spcPct val="20000"/>
        </a:spcBef>
        <a:spcAft>
          <a:spcPct val="0"/>
        </a:spcAft>
        <a:buChar char="•"/>
        <a:defRPr sz="6600">
          <a:solidFill>
            <a:schemeClr val="tx1"/>
          </a:solidFill>
          <a:latin typeface="+mn-lt"/>
        </a:defRPr>
      </a:lvl3pPr>
      <a:lvl4pPr marL="4389128" indent="-626565" algn="l" defTabSz="2508375" rtl="0" eaLnBrk="0" fontAlgn="base" hangingPunct="0">
        <a:spcBef>
          <a:spcPct val="20000"/>
        </a:spcBef>
        <a:spcAft>
          <a:spcPct val="0"/>
        </a:spcAft>
        <a:buChar char="–"/>
        <a:defRPr sz="5467">
          <a:solidFill>
            <a:schemeClr val="tx1"/>
          </a:solidFill>
          <a:latin typeface="+mn-lt"/>
        </a:defRPr>
      </a:lvl4pPr>
      <a:lvl5pPr marL="5644374" indent="-627623" algn="l" defTabSz="2508375" rtl="0" eaLnBrk="0" fontAlgn="base" hangingPunct="0">
        <a:spcBef>
          <a:spcPct val="20000"/>
        </a:spcBef>
        <a:spcAft>
          <a:spcPct val="0"/>
        </a:spcAft>
        <a:buChar char="»"/>
        <a:defRPr sz="5467">
          <a:solidFill>
            <a:schemeClr val="tx1"/>
          </a:solidFill>
          <a:latin typeface="+mn-lt"/>
        </a:defRPr>
      </a:lvl5pPr>
      <a:lvl6pPr marL="5949189" indent="-627623" algn="l" defTabSz="2508375" rtl="0" fontAlgn="base">
        <a:spcBef>
          <a:spcPct val="20000"/>
        </a:spcBef>
        <a:spcAft>
          <a:spcPct val="0"/>
        </a:spcAft>
        <a:buChar char="»"/>
        <a:defRPr sz="5467">
          <a:solidFill>
            <a:schemeClr val="tx1"/>
          </a:solidFill>
          <a:latin typeface="+mn-lt"/>
        </a:defRPr>
      </a:lvl6pPr>
      <a:lvl7pPr marL="6254005" indent="-627623" algn="l" defTabSz="2508375" rtl="0" fontAlgn="base">
        <a:spcBef>
          <a:spcPct val="20000"/>
        </a:spcBef>
        <a:spcAft>
          <a:spcPct val="0"/>
        </a:spcAft>
        <a:buChar char="»"/>
        <a:defRPr sz="5467">
          <a:solidFill>
            <a:schemeClr val="tx1"/>
          </a:solidFill>
          <a:latin typeface="+mn-lt"/>
        </a:defRPr>
      </a:lvl7pPr>
      <a:lvl8pPr marL="6558820" indent="-627623" algn="l" defTabSz="2508375" rtl="0" fontAlgn="base">
        <a:spcBef>
          <a:spcPct val="20000"/>
        </a:spcBef>
        <a:spcAft>
          <a:spcPct val="0"/>
        </a:spcAft>
        <a:buChar char="»"/>
        <a:defRPr sz="5467">
          <a:solidFill>
            <a:schemeClr val="tx1"/>
          </a:solidFill>
          <a:latin typeface="+mn-lt"/>
        </a:defRPr>
      </a:lvl8pPr>
      <a:lvl9pPr marL="6863635" indent="-627623" algn="l" defTabSz="2508375" rtl="0" fontAlgn="base">
        <a:spcBef>
          <a:spcPct val="20000"/>
        </a:spcBef>
        <a:spcAft>
          <a:spcPct val="0"/>
        </a:spcAft>
        <a:buChar char="»"/>
        <a:defRPr sz="5467">
          <a:solidFill>
            <a:schemeClr val="tx1"/>
          </a:solidFill>
          <a:latin typeface="+mn-lt"/>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lin ang="5400000" scaled="1"/>
        </a:gra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sz="quarter"/>
          </p:nvPr>
        </p:nvSpPr>
        <p:spPr>
          <a:xfrm>
            <a:off x="381000" y="355600"/>
            <a:ext cx="32156400" cy="3996231"/>
          </a:xfrm>
          <a:prstGeom prst="roundRect">
            <a:avLst>
              <a:gd name="adj" fmla="val 6990"/>
            </a:avLst>
          </a:prstGeom>
          <a:solidFill>
            <a:srgbClr val="2D3C50"/>
          </a:solidFill>
          <a:ln>
            <a:solidFill>
              <a:schemeClr val="tx1"/>
            </a:solidFill>
            <a:miter lim="800000"/>
          </a:ln>
        </p:spPr>
        <p:txBody>
          <a:bodyPr/>
          <a:lstStyle>
            <a:defPPr>
              <a:defRPr kern="1200"/>
            </a:defPPr>
          </a:lstStyle>
          <a:p>
            <a:pPr eaLnBrk="1" hangingPunct="1"/>
            <a:endParaRPr lang="en-US" sz="2667" i="1" dirty="0">
              <a:noFill/>
            </a:endParaRPr>
          </a:p>
        </p:txBody>
      </p:sp>
      <p:sp>
        <p:nvSpPr>
          <p:cNvPr id="17" name="Text Placeholder 5">
            <a:extLst>
              <a:ext uri="{FF2B5EF4-FFF2-40B4-BE49-F238E27FC236}">
                <a16:creationId xmlns:a16="http://schemas.microsoft.com/office/drawing/2014/main" id="{B2C25681-95AF-45D0-852E-DC3E00E2FDFE}"/>
              </a:ext>
            </a:extLst>
          </p:cNvPr>
          <p:cNvSpPr txBox="1"/>
          <p:nvPr/>
        </p:nvSpPr>
        <p:spPr>
          <a:xfrm>
            <a:off x="4267200" y="852434"/>
            <a:ext cx="24384000" cy="1958293"/>
          </a:xfrm>
          <a:prstGeom prst="rect">
            <a:avLst/>
          </a:prstGeom>
        </p:spPr>
        <p:txBody>
          <a:bodyPr lIns="0" tIns="0" rIns="0" bIns="0" anchor="t">
            <a:noAutofit/>
          </a:bodyPr>
          <a:lstStyle>
            <a:defPPr>
              <a:defRPr lang="en-US"/>
            </a:defPPr>
            <a:lvl1pPr marL="0" algn="l" defTabSz="3756396" rtl="0" eaLnBrk="1" latinLnBrk="0" hangingPunct="1">
              <a:defRPr sz="7400" kern="1200">
                <a:solidFill>
                  <a:schemeClr val="tx1"/>
                </a:solidFill>
                <a:latin typeface="+mn-lt"/>
                <a:ea typeface="+mn-ea"/>
                <a:cs typeface="+mn-cs"/>
              </a:defRPr>
            </a:lvl1pPr>
            <a:lvl2pPr marL="1878198" algn="l" defTabSz="3756396" rtl="0" eaLnBrk="1" latinLnBrk="0" hangingPunct="1">
              <a:defRPr sz="7400" kern="1200">
                <a:solidFill>
                  <a:schemeClr val="tx1"/>
                </a:solidFill>
                <a:latin typeface="+mn-lt"/>
                <a:ea typeface="+mn-ea"/>
                <a:cs typeface="+mn-cs"/>
              </a:defRPr>
            </a:lvl2pPr>
            <a:lvl3pPr marL="3756396" algn="l" defTabSz="3756396" rtl="0" eaLnBrk="1" latinLnBrk="0" hangingPunct="1">
              <a:defRPr sz="7400" kern="1200">
                <a:solidFill>
                  <a:schemeClr val="tx1"/>
                </a:solidFill>
                <a:latin typeface="+mn-lt"/>
                <a:ea typeface="+mn-ea"/>
                <a:cs typeface="+mn-cs"/>
              </a:defRPr>
            </a:lvl3pPr>
            <a:lvl4pPr marL="5634594" algn="l" defTabSz="3756396" rtl="0" eaLnBrk="1" latinLnBrk="0" hangingPunct="1">
              <a:defRPr sz="7400" kern="1200">
                <a:solidFill>
                  <a:schemeClr val="tx1"/>
                </a:solidFill>
                <a:latin typeface="+mn-lt"/>
                <a:ea typeface="+mn-ea"/>
                <a:cs typeface="+mn-cs"/>
              </a:defRPr>
            </a:lvl4pPr>
            <a:lvl5pPr marL="7512797" algn="l" defTabSz="3756396" rtl="0" eaLnBrk="1" latinLnBrk="0" hangingPunct="1">
              <a:defRPr sz="7400" kern="1200">
                <a:solidFill>
                  <a:schemeClr val="tx1"/>
                </a:solidFill>
                <a:latin typeface="+mn-lt"/>
                <a:ea typeface="+mn-ea"/>
                <a:cs typeface="+mn-cs"/>
              </a:defRPr>
            </a:lvl5pPr>
            <a:lvl6pPr marL="9390995" algn="l" defTabSz="3756396" rtl="0" eaLnBrk="1" latinLnBrk="0" hangingPunct="1">
              <a:defRPr sz="7400" kern="1200">
                <a:solidFill>
                  <a:schemeClr val="tx1"/>
                </a:solidFill>
                <a:latin typeface="+mn-lt"/>
                <a:ea typeface="+mn-ea"/>
                <a:cs typeface="+mn-cs"/>
              </a:defRPr>
            </a:lvl6pPr>
            <a:lvl7pPr marL="11269197" algn="l" defTabSz="3756396" rtl="0" eaLnBrk="1" latinLnBrk="0" hangingPunct="1">
              <a:defRPr sz="7400" kern="1200">
                <a:solidFill>
                  <a:schemeClr val="tx1"/>
                </a:solidFill>
                <a:latin typeface="+mn-lt"/>
                <a:ea typeface="+mn-ea"/>
                <a:cs typeface="+mn-cs"/>
              </a:defRPr>
            </a:lvl7pPr>
            <a:lvl8pPr marL="13147394" algn="l" defTabSz="3756396" rtl="0" eaLnBrk="1" latinLnBrk="0" hangingPunct="1">
              <a:defRPr sz="7400" kern="1200">
                <a:solidFill>
                  <a:schemeClr val="tx1"/>
                </a:solidFill>
                <a:latin typeface="+mn-lt"/>
                <a:ea typeface="+mn-ea"/>
                <a:cs typeface="+mn-cs"/>
              </a:defRPr>
            </a:lvl8pPr>
            <a:lvl9pPr marL="15025593" algn="l" defTabSz="3756396" rtl="0" eaLnBrk="1" latinLnBrk="0" hangingPunct="1">
              <a:defRPr sz="7400" kern="1200">
                <a:solidFill>
                  <a:schemeClr val="tx1"/>
                </a:solidFill>
                <a:latin typeface="+mn-lt"/>
                <a:ea typeface="+mn-ea"/>
                <a:cs typeface="+mn-cs"/>
              </a:defRPr>
            </a:lvl9pPr>
          </a:lstStyle>
          <a:p>
            <a:pPr algn="ctr" defTabSz="2507516">
              <a:spcBef>
                <a:spcPct val="20000"/>
              </a:spcBef>
              <a:defRPr/>
            </a:pPr>
            <a:r>
              <a:rPr lang="en-US" sz="5700">
                <a:solidFill>
                  <a:schemeClr val="bg1"/>
                </a:solidFill>
                <a:latin typeface="Nunito"/>
              </a:rPr>
              <a:t>Diagnostic Challenge in Neonatal Vomiting: Case Report</a:t>
            </a:r>
            <a:endParaRPr lang="en-US" sz="5700">
              <a:solidFill>
                <a:schemeClr val="bg1"/>
              </a:solidFill>
              <a:latin typeface="Nunito" panose="00000500000000000000" pitchFamily="2" charset="0"/>
            </a:endParaRPr>
          </a:p>
          <a:p>
            <a:pPr algn="ctr" defTabSz="2507516">
              <a:spcBef>
                <a:spcPct val="20000"/>
              </a:spcBef>
              <a:defRPr/>
            </a:pPr>
            <a:endParaRPr lang="en-US" sz="5700">
              <a:solidFill>
                <a:schemeClr val="bg1"/>
              </a:solidFill>
              <a:latin typeface="Nunito" panose="00000500000000000000" pitchFamily="2" charset="0"/>
            </a:endParaRPr>
          </a:p>
        </p:txBody>
      </p:sp>
      <p:sp>
        <p:nvSpPr>
          <p:cNvPr id="18" name="Text Placeholder 5">
            <a:extLst>
              <a:ext uri="{FF2B5EF4-FFF2-40B4-BE49-F238E27FC236}">
                <a16:creationId xmlns:a16="http://schemas.microsoft.com/office/drawing/2014/main" id="{EF872E11-D0DF-4446-BE76-A398B88E9B44}"/>
              </a:ext>
            </a:extLst>
          </p:cNvPr>
          <p:cNvSpPr txBox="1"/>
          <p:nvPr/>
        </p:nvSpPr>
        <p:spPr>
          <a:xfrm>
            <a:off x="4423888" y="1827522"/>
            <a:ext cx="24306316" cy="1569660"/>
          </a:xfrm>
          <a:prstGeom prst="rect">
            <a:avLst/>
          </a:prstGeom>
        </p:spPr>
        <p:txBody>
          <a:bodyPr wrap="square" lIns="0" tIns="0" rIns="0" bIns="0" anchor="t">
            <a:spAutoFit/>
          </a:bodyPr>
          <a:lstStyle>
            <a:defPPr>
              <a:defRPr lang="en-US"/>
            </a:defPPr>
            <a:lvl1pPr marL="0" algn="l" defTabSz="3756396" rtl="0" eaLnBrk="1" latinLnBrk="0" hangingPunct="1">
              <a:defRPr sz="7400" kern="1200">
                <a:solidFill>
                  <a:schemeClr val="tx1"/>
                </a:solidFill>
                <a:latin typeface="+mn-lt"/>
                <a:ea typeface="+mn-ea"/>
                <a:cs typeface="+mn-cs"/>
              </a:defRPr>
            </a:lvl1pPr>
            <a:lvl2pPr marL="1878198" algn="l" defTabSz="3756396" rtl="0" eaLnBrk="1" latinLnBrk="0" hangingPunct="1">
              <a:defRPr sz="7400" kern="1200">
                <a:solidFill>
                  <a:schemeClr val="tx1"/>
                </a:solidFill>
                <a:latin typeface="+mn-lt"/>
                <a:ea typeface="+mn-ea"/>
                <a:cs typeface="+mn-cs"/>
              </a:defRPr>
            </a:lvl2pPr>
            <a:lvl3pPr marL="3756396" algn="l" defTabSz="3756396" rtl="0" eaLnBrk="1" latinLnBrk="0" hangingPunct="1">
              <a:defRPr sz="7400" kern="1200">
                <a:solidFill>
                  <a:schemeClr val="tx1"/>
                </a:solidFill>
                <a:latin typeface="+mn-lt"/>
                <a:ea typeface="+mn-ea"/>
                <a:cs typeface="+mn-cs"/>
              </a:defRPr>
            </a:lvl3pPr>
            <a:lvl4pPr marL="5634594" algn="l" defTabSz="3756396" rtl="0" eaLnBrk="1" latinLnBrk="0" hangingPunct="1">
              <a:defRPr sz="7400" kern="1200">
                <a:solidFill>
                  <a:schemeClr val="tx1"/>
                </a:solidFill>
                <a:latin typeface="+mn-lt"/>
                <a:ea typeface="+mn-ea"/>
                <a:cs typeface="+mn-cs"/>
              </a:defRPr>
            </a:lvl4pPr>
            <a:lvl5pPr marL="7512797" algn="l" defTabSz="3756396" rtl="0" eaLnBrk="1" latinLnBrk="0" hangingPunct="1">
              <a:defRPr sz="7400" kern="1200">
                <a:solidFill>
                  <a:schemeClr val="tx1"/>
                </a:solidFill>
                <a:latin typeface="+mn-lt"/>
                <a:ea typeface="+mn-ea"/>
                <a:cs typeface="+mn-cs"/>
              </a:defRPr>
            </a:lvl5pPr>
            <a:lvl6pPr marL="9390995" algn="l" defTabSz="3756396" rtl="0" eaLnBrk="1" latinLnBrk="0" hangingPunct="1">
              <a:defRPr sz="7400" kern="1200">
                <a:solidFill>
                  <a:schemeClr val="tx1"/>
                </a:solidFill>
                <a:latin typeface="+mn-lt"/>
                <a:ea typeface="+mn-ea"/>
                <a:cs typeface="+mn-cs"/>
              </a:defRPr>
            </a:lvl6pPr>
            <a:lvl7pPr marL="11269197" algn="l" defTabSz="3756396" rtl="0" eaLnBrk="1" latinLnBrk="0" hangingPunct="1">
              <a:defRPr sz="7400" kern="1200">
                <a:solidFill>
                  <a:schemeClr val="tx1"/>
                </a:solidFill>
                <a:latin typeface="+mn-lt"/>
                <a:ea typeface="+mn-ea"/>
                <a:cs typeface="+mn-cs"/>
              </a:defRPr>
            </a:lvl7pPr>
            <a:lvl8pPr marL="13147394" algn="l" defTabSz="3756396" rtl="0" eaLnBrk="1" latinLnBrk="0" hangingPunct="1">
              <a:defRPr sz="7400" kern="1200">
                <a:solidFill>
                  <a:schemeClr val="tx1"/>
                </a:solidFill>
                <a:latin typeface="+mn-lt"/>
                <a:ea typeface="+mn-ea"/>
                <a:cs typeface="+mn-cs"/>
              </a:defRPr>
            </a:lvl8pPr>
            <a:lvl9pPr marL="15025593" algn="l" defTabSz="3756396" rtl="0" eaLnBrk="1" latinLnBrk="0" hangingPunct="1">
              <a:defRPr sz="7400" kern="1200">
                <a:solidFill>
                  <a:schemeClr val="tx1"/>
                </a:solidFill>
                <a:latin typeface="+mn-lt"/>
                <a:ea typeface="+mn-ea"/>
                <a:cs typeface="+mn-cs"/>
              </a:defRPr>
            </a:lvl9pPr>
          </a:lstStyle>
          <a:p>
            <a:pPr algn="ctr">
              <a:defRPr/>
            </a:pPr>
            <a:r>
              <a:rPr lang="en-US" sz="3700" b="0">
                <a:solidFill>
                  <a:schemeClr val="bg1"/>
                </a:solidFill>
                <a:latin typeface="Open Sans"/>
                <a:ea typeface="Open Sans"/>
                <a:cs typeface="Open Sans"/>
              </a:rPr>
              <a:t>Phillip Kim MD</a:t>
            </a:r>
            <a:r>
              <a:rPr lang="en-US" sz="3700" b="0" baseline="30000" dirty="0">
                <a:solidFill>
                  <a:schemeClr val="bg1"/>
                </a:solidFill>
                <a:latin typeface="Open Sans"/>
                <a:ea typeface="Open Sans"/>
                <a:cs typeface="Open Sans"/>
              </a:rPr>
              <a:t>1</a:t>
            </a:r>
            <a:r>
              <a:rPr lang="en-US" sz="3700" b="0" dirty="0">
                <a:solidFill>
                  <a:schemeClr val="bg1"/>
                </a:solidFill>
                <a:latin typeface="Open Sans"/>
                <a:ea typeface="Open Sans"/>
                <a:cs typeface="Open Sans"/>
              </a:rPr>
              <a:t>, MPH, Donghui Park MD</a:t>
            </a:r>
            <a:r>
              <a:rPr lang="en-US" sz="3700" b="0" baseline="30000" dirty="0">
                <a:solidFill>
                  <a:schemeClr val="bg1"/>
                </a:solidFill>
                <a:latin typeface="Open Sans"/>
                <a:ea typeface="Open Sans"/>
                <a:cs typeface="Open Sans"/>
              </a:rPr>
              <a:t>1</a:t>
            </a:r>
            <a:r>
              <a:rPr lang="en-US" sz="3700" b="0" dirty="0">
                <a:solidFill>
                  <a:schemeClr val="bg1"/>
                </a:solidFill>
                <a:latin typeface="Open Sans"/>
                <a:ea typeface="Open Sans"/>
                <a:cs typeface="Open Sans"/>
              </a:rPr>
              <a:t>, Shelby Wong DO</a:t>
            </a:r>
            <a:r>
              <a:rPr lang="en-US" sz="3700" b="0" baseline="30000" dirty="0">
                <a:solidFill>
                  <a:schemeClr val="bg1"/>
                </a:solidFill>
                <a:latin typeface="Open Sans"/>
                <a:ea typeface="Open Sans"/>
                <a:cs typeface="Open Sans"/>
              </a:rPr>
              <a:t>1</a:t>
            </a:r>
            <a:r>
              <a:rPr lang="en-US" sz="3700" b="0" dirty="0">
                <a:solidFill>
                  <a:schemeClr val="bg1"/>
                </a:solidFill>
                <a:latin typeface="Open Sans"/>
                <a:ea typeface="Open Sans"/>
                <a:cs typeface="Open Sans"/>
              </a:rPr>
              <a:t>, </a:t>
            </a:r>
            <a:endParaRPr lang="en-US" dirty="0">
              <a:solidFill>
                <a:schemeClr val="bg1"/>
              </a:solidFill>
              <a:latin typeface="Arial"/>
              <a:ea typeface="Open Sans"/>
              <a:cs typeface="Arial"/>
            </a:endParaRPr>
          </a:p>
          <a:p>
            <a:pPr algn="ctr">
              <a:defRPr/>
            </a:pPr>
            <a:r>
              <a:rPr lang="en-US" sz="3700" b="0" dirty="0">
                <a:solidFill>
                  <a:schemeClr val="bg1"/>
                </a:solidFill>
                <a:latin typeface="Open Sans"/>
                <a:ea typeface="Open Sans"/>
                <a:cs typeface="Open Sans"/>
              </a:rPr>
              <a:t>Cristo Salazar MD</a:t>
            </a:r>
            <a:r>
              <a:rPr lang="en-US" sz="3700" b="0" baseline="30000" dirty="0">
                <a:solidFill>
                  <a:schemeClr val="bg1"/>
                </a:solidFill>
                <a:latin typeface="Open Sans"/>
                <a:ea typeface="Open Sans"/>
                <a:cs typeface="Open Sans"/>
              </a:rPr>
              <a:t>2</a:t>
            </a:r>
            <a:r>
              <a:rPr lang="en-US" sz="3700" b="0" dirty="0">
                <a:solidFill>
                  <a:schemeClr val="bg1"/>
                </a:solidFill>
                <a:latin typeface="Open Sans"/>
                <a:ea typeface="Open Sans"/>
                <a:cs typeface="Open Sans"/>
              </a:rPr>
              <a:t>,  Pulak Agrawal MD</a:t>
            </a:r>
            <a:r>
              <a:rPr lang="en-US" sz="3700" b="0" baseline="30000" dirty="0">
                <a:solidFill>
                  <a:schemeClr val="bg1"/>
                </a:solidFill>
                <a:latin typeface="Open Sans"/>
                <a:ea typeface="Open Sans"/>
                <a:cs typeface="Open Sans"/>
              </a:rPr>
              <a:t>2</a:t>
            </a:r>
          </a:p>
          <a:p>
            <a:pPr algn="ctr">
              <a:defRPr/>
            </a:pPr>
            <a:r>
              <a:rPr lang="en-US" sz="2800" b="0" baseline="30000" dirty="0">
                <a:solidFill>
                  <a:schemeClr val="bg1"/>
                </a:solidFill>
                <a:latin typeface="Open Sans"/>
                <a:ea typeface="Open Sans"/>
                <a:cs typeface="Open Sans"/>
              </a:rPr>
              <a:t>1</a:t>
            </a:r>
            <a:r>
              <a:rPr lang="en-US" sz="2800" b="0" dirty="0">
                <a:solidFill>
                  <a:schemeClr val="bg1"/>
                </a:solidFill>
                <a:latin typeface="Open Sans"/>
                <a:ea typeface="Open Sans"/>
                <a:cs typeface="Open Sans"/>
              </a:rPr>
              <a:t>St. Agnes Medical Center Department of Family Medicine,  </a:t>
            </a:r>
            <a:r>
              <a:rPr lang="en-US" sz="2800" b="0" baseline="30000" dirty="0">
                <a:solidFill>
                  <a:schemeClr val="bg1"/>
                </a:solidFill>
                <a:latin typeface="Open Sans"/>
                <a:ea typeface="Open Sans"/>
                <a:cs typeface="Open Sans"/>
              </a:rPr>
              <a:t>2</a:t>
            </a:r>
            <a:r>
              <a:rPr lang="en-US" sz="2800" b="0" dirty="0">
                <a:solidFill>
                  <a:schemeClr val="bg1"/>
                </a:solidFill>
                <a:latin typeface="Open Sans"/>
                <a:ea typeface="Open Sans"/>
                <a:cs typeface="Open Sans"/>
              </a:rPr>
              <a:t>Valley Children's Hospital</a:t>
            </a:r>
            <a:endParaRPr lang="en-US" sz="2800" b="0" baseline="30000" dirty="0">
              <a:solidFill>
                <a:schemeClr val="bg1"/>
              </a:solidFill>
              <a:latin typeface="Open Sans"/>
              <a:ea typeface="Open Sans"/>
              <a:cs typeface="Open Sans"/>
            </a:endParaRPr>
          </a:p>
        </p:txBody>
      </p:sp>
      <p:sp>
        <p:nvSpPr>
          <p:cNvPr id="19" name="Rectangle 167">
            <a:extLst>
              <a:ext uri="{FF2B5EF4-FFF2-40B4-BE49-F238E27FC236}">
                <a16:creationId xmlns:a16="http://schemas.microsoft.com/office/drawing/2014/main" id="{CC5F2601-3472-4441-8610-673ACB878A1B}"/>
              </a:ext>
            </a:extLst>
          </p:cNvPr>
          <p:cNvSpPr>
            <a:spLocks noChangeArrowheads="1"/>
          </p:cNvSpPr>
          <p:nvPr/>
        </p:nvSpPr>
        <p:spPr bwMode="auto">
          <a:xfrm>
            <a:off x="8570139" y="4873823"/>
            <a:ext cx="15768759" cy="609600"/>
          </a:xfrm>
          <a:prstGeom prst="roundRect">
            <a:avLst/>
          </a:prstGeom>
          <a:solidFill>
            <a:srgbClr val="E64B3C"/>
          </a:solidFill>
          <a:ln w="9525">
            <a:noFill/>
            <a:miter lim="800000"/>
          </a:ln>
        </p:spPr>
        <p:txBody>
          <a:bodyPr wrap="none" lIns="91440" tIns="45720" rIns="91440" bIns="45720" anchor="ctr"/>
          <a:lstStyle>
            <a:defPPr>
              <a:defRPr kern="1200"/>
            </a:defPPr>
          </a:lstStyle>
          <a:p>
            <a:pPr defTabSz="2508375"/>
            <a:r>
              <a:rPr lang="en-US" sz="2400">
                <a:solidFill>
                  <a:schemeClr val="bg1"/>
                </a:solidFill>
                <a:latin typeface="Nunito"/>
              </a:rPr>
              <a:t>Case Presentation</a:t>
            </a:r>
            <a:endParaRPr lang="en-US" sz="2400">
              <a:solidFill>
                <a:schemeClr val="bg1"/>
              </a:solidFill>
              <a:latin typeface="Nunito" panose="00000500000000000000" pitchFamily="2" charset="0"/>
            </a:endParaRPr>
          </a:p>
        </p:txBody>
      </p:sp>
      <p:sp>
        <p:nvSpPr>
          <p:cNvPr id="22" name="Rectangle 167">
            <a:extLst>
              <a:ext uri="{FF2B5EF4-FFF2-40B4-BE49-F238E27FC236}">
                <a16:creationId xmlns:a16="http://schemas.microsoft.com/office/drawing/2014/main" id="{911E8223-4617-4E14-85CC-64FBEF860AEB}"/>
              </a:ext>
            </a:extLst>
          </p:cNvPr>
          <p:cNvSpPr>
            <a:spLocks noChangeArrowheads="1"/>
          </p:cNvSpPr>
          <p:nvPr/>
        </p:nvSpPr>
        <p:spPr bwMode="auto">
          <a:xfrm>
            <a:off x="24749089" y="4873823"/>
            <a:ext cx="7604996" cy="609600"/>
          </a:xfrm>
          <a:prstGeom prst="roundRect">
            <a:avLst/>
          </a:prstGeom>
          <a:solidFill>
            <a:srgbClr val="E64B3C"/>
          </a:solidFill>
          <a:ln w="9525">
            <a:noFill/>
            <a:miter lim="800000"/>
          </a:ln>
        </p:spPr>
        <p:txBody>
          <a:bodyPr wrap="none" lIns="91440" tIns="45720" rIns="91440" bIns="45720" anchor="ctr"/>
          <a:lstStyle>
            <a:defPPr>
              <a:defRPr kern="1200"/>
            </a:defPPr>
          </a:lstStyle>
          <a:p>
            <a:pPr defTabSz="2508375"/>
            <a:r>
              <a:rPr lang="en-US" sz="2400">
                <a:solidFill>
                  <a:schemeClr val="bg1"/>
                </a:solidFill>
                <a:latin typeface="Nunito"/>
              </a:rPr>
              <a:t>Discussion</a:t>
            </a:r>
            <a:endParaRPr lang="en-US" sz="2400">
              <a:solidFill>
                <a:schemeClr val="bg1"/>
              </a:solidFill>
              <a:latin typeface="Nunito" panose="00000500000000000000" pitchFamily="2" charset="0"/>
            </a:endParaRPr>
          </a:p>
        </p:txBody>
      </p:sp>
      <p:sp>
        <p:nvSpPr>
          <p:cNvPr id="27" name="Rectangle 167">
            <a:extLst>
              <a:ext uri="{FF2B5EF4-FFF2-40B4-BE49-F238E27FC236}">
                <a16:creationId xmlns:a16="http://schemas.microsoft.com/office/drawing/2014/main" id="{9E369C6D-A264-4B89-931F-14FD6655F2D2}"/>
              </a:ext>
            </a:extLst>
          </p:cNvPr>
          <p:cNvSpPr>
            <a:spLocks noChangeArrowheads="1"/>
          </p:cNvSpPr>
          <p:nvPr/>
        </p:nvSpPr>
        <p:spPr bwMode="auto">
          <a:xfrm>
            <a:off x="652354" y="4886850"/>
            <a:ext cx="7604996" cy="583255"/>
          </a:xfrm>
          <a:prstGeom prst="roundRect">
            <a:avLst/>
          </a:prstGeom>
          <a:solidFill>
            <a:srgbClr val="E64B3C"/>
          </a:solidFill>
          <a:ln w="9525">
            <a:noFill/>
            <a:miter lim="800000"/>
          </a:ln>
        </p:spPr>
        <p:txBody>
          <a:bodyPr wrap="none" lIns="91440" tIns="45720" rIns="91440" bIns="45720" anchor="ctr"/>
          <a:lstStyle>
            <a:defPPr>
              <a:defRPr kern="1200"/>
            </a:defPPr>
          </a:lstStyle>
          <a:p>
            <a:pPr defTabSz="2508375"/>
            <a:r>
              <a:rPr lang="en-US" sz="2400">
                <a:solidFill>
                  <a:schemeClr val="bg1"/>
                </a:solidFill>
                <a:latin typeface="Nunito" panose="00000500000000000000" pitchFamily="2" charset="0"/>
              </a:rPr>
              <a:t>Introduction</a:t>
            </a:r>
          </a:p>
        </p:txBody>
      </p:sp>
      <p:sp>
        <p:nvSpPr>
          <p:cNvPr id="49" name="TextBox 48">
            <a:extLst>
              <a:ext uri="{FF2B5EF4-FFF2-40B4-BE49-F238E27FC236}">
                <a16:creationId xmlns:a16="http://schemas.microsoft.com/office/drawing/2014/main" id="{DEA09F5A-1661-4BDF-A2DF-89252468F52D}"/>
              </a:ext>
            </a:extLst>
          </p:cNvPr>
          <p:cNvSpPr txBox="1"/>
          <p:nvPr/>
        </p:nvSpPr>
        <p:spPr>
          <a:xfrm>
            <a:off x="652354" y="5650691"/>
            <a:ext cx="7604996" cy="11295400"/>
          </a:xfrm>
          <a:prstGeom prst="rect">
            <a:avLst/>
          </a:prstGeom>
          <a:noFill/>
        </p:spPr>
        <p:txBody>
          <a:bodyPr wrap="square" lIns="91440" tIns="45720" rIns="91440" bIns="45720" rtlCol="0" anchor="t">
            <a:spAutoFit/>
          </a:bodyPr>
          <a:lstStyle>
            <a:defPPr>
              <a:defRPr kern="1200"/>
            </a:defPPr>
          </a:lstStyle>
          <a:p>
            <a:pPr algn="just"/>
            <a:r>
              <a:rPr lang="en-US" sz="2600" b="0" dirty="0">
                <a:solidFill>
                  <a:schemeClr val="tx1"/>
                </a:solidFill>
                <a:ea typeface="Open Sans"/>
                <a:cs typeface="Arial"/>
              </a:rPr>
              <a:t> Neonatal bowel obstruction presents with different symptoms, including constipation, nausea, vomiting, irritability, and feeding intolerance. As the etiology is diverse, ranging from benign conditions, such as meconium ileus, to emergent conditions that require surgical intervention such as midgut volvulus with malrotation, Hirschsprung disease, timely imaging is crucial for early diagnosis and treatment.</a:t>
            </a:r>
            <a:endParaRPr lang="en-US" sz="2600" dirty="0">
              <a:solidFill>
                <a:schemeClr val="tx1"/>
              </a:solidFill>
              <a:ea typeface="Open Sans"/>
            </a:endParaRPr>
          </a:p>
          <a:p>
            <a:pPr algn="just"/>
            <a:endParaRPr lang="en-US" sz="2600" b="0">
              <a:solidFill>
                <a:schemeClr val="tx1"/>
              </a:solidFill>
              <a:ea typeface="Open Sans"/>
              <a:cs typeface="Arial"/>
            </a:endParaRPr>
          </a:p>
          <a:p>
            <a:pPr algn="just"/>
            <a:r>
              <a:rPr lang="en-US" sz="2600" b="0" dirty="0">
                <a:solidFill>
                  <a:schemeClr val="tx1"/>
                </a:solidFill>
                <a:ea typeface="Open Sans"/>
                <a:cs typeface="Arial"/>
              </a:rPr>
              <a:t> Hirschsprung disease(HD) is a condition that is caused by absence of ganglion cells in the Auerbach’s and Meissner’s plexus of terminal rectum, which leads to constipation and intestinal obstruction. Diagnosis of HD is confirmed by rectal biopsy, which typically shows absence of ganglion cells in submucosa and muscularis of terminal rectum.</a:t>
            </a:r>
            <a:endParaRPr lang="en-US" sz="2600" b="0" dirty="0">
              <a:solidFill>
                <a:schemeClr val="tx1"/>
              </a:solidFill>
              <a:ea typeface="Open Sans"/>
            </a:endParaRPr>
          </a:p>
          <a:p>
            <a:pPr algn="just"/>
            <a:endParaRPr lang="en-US" sz="2600" b="0">
              <a:solidFill>
                <a:schemeClr val="tx1"/>
              </a:solidFill>
              <a:ea typeface="Open Sans"/>
            </a:endParaRPr>
          </a:p>
          <a:p>
            <a:pPr algn="just"/>
            <a:r>
              <a:rPr lang="en-US" sz="2600" b="0" dirty="0">
                <a:solidFill>
                  <a:schemeClr val="tx1"/>
                </a:solidFill>
                <a:ea typeface="Open Sans"/>
              </a:rPr>
              <a:t> In</a:t>
            </a:r>
            <a:r>
              <a:rPr lang="en-US" sz="2600" b="0" dirty="0">
                <a:solidFill>
                  <a:schemeClr val="tx1"/>
                </a:solidFill>
                <a:ea typeface="Open Sans"/>
                <a:cs typeface="Arial"/>
              </a:rPr>
              <a:t> this case report, the neonate, born to a mother with antenatal microcytic anemia, had a small bowel obstruction. Further workup confirmed Hirschsprung disease. Association of Antenatal conditions with neonatal bowel obstruction, importance of early imaging will be discussed in this case report.</a:t>
            </a:r>
            <a:endParaRPr lang="en-US" sz="2600" dirty="0">
              <a:solidFill>
                <a:schemeClr val="tx1"/>
              </a:solidFill>
              <a:ea typeface="Open Sans"/>
              <a:cs typeface="Arial"/>
            </a:endParaRPr>
          </a:p>
          <a:p>
            <a:pPr algn="just"/>
            <a:br>
              <a:rPr lang="en-US" sz="2600" dirty="0"/>
            </a:br>
            <a:endParaRPr lang="en-US" sz="2600"/>
          </a:p>
        </p:txBody>
      </p:sp>
      <p:sp>
        <p:nvSpPr>
          <p:cNvPr id="54" name="TextBox 53">
            <a:extLst>
              <a:ext uri="{FF2B5EF4-FFF2-40B4-BE49-F238E27FC236}">
                <a16:creationId xmlns:a16="http://schemas.microsoft.com/office/drawing/2014/main" id="{78FB01C1-373E-4866-BF69-4540A0DE8387}"/>
              </a:ext>
            </a:extLst>
          </p:cNvPr>
          <p:cNvSpPr txBox="1"/>
          <p:nvPr/>
        </p:nvSpPr>
        <p:spPr>
          <a:xfrm>
            <a:off x="8570139" y="5661226"/>
            <a:ext cx="15768759" cy="8463855"/>
          </a:xfrm>
          <a:prstGeom prst="rect">
            <a:avLst/>
          </a:prstGeom>
          <a:noFill/>
        </p:spPr>
        <p:txBody>
          <a:bodyPr wrap="square" lIns="91440" tIns="45720" rIns="91440" bIns="45720" rtlCol="0" anchor="t">
            <a:spAutoFit/>
          </a:bodyPr>
          <a:lstStyle>
            <a:defPPr>
              <a:defRPr kern="1200"/>
            </a:defPPr>
          </a:lstStyle>
          <a:p>
            <a:pPr algn="just"/>
            <a:r>
              <a:rPr lang="en-US" sz="3200" b="0" dirty="0">
                <a:solidFill>
                  <a:srgbClr val="1A1C1E"/>
                </a:solidFill>
                <a:ea typeface="Open Sans"/>
                <a:cs typeface="Arial"/>
              </a:rPr>
              <a:t> A full-term male neonate, born via normal spontaneous vaginal delivery to a 27-year-old mother with antenatal microcytic anemia, presented at 24 hours of life with bilious vomiting and an inability to pass stool. The mother's pregnancy was otherwise unremarkable, with a normal NIPT screen, though she did develop microcytic anemia in the 2nd trimester, without obvious blood loss or malabsorption. Initial Apgar scores were 8 and 9 at 1 and 5 minutes, respectively. Physical examination revealed a distended abdomen and decreased bowel sounds.</a:t>
            </a:r>
            <a:endParaRPr lang="en-US" sz="3200" dirty="0">
              <a:ea typeface="Open Sans"/>
            </a:endParaRPr>
          </a:p>
          <a:p>
            <a:pPr algn="just"/>
            <a:endParaRPr lang="en-US" sz="3200" b="0">
              <a:solidFill>
                <a:srgbClr val="1A1C1E"/>
              </a:solidFill>
              <a:ea typeface="Open Sans"/>
              <a:cs typeface="Arial"/>
            </a:endParaRPr>
          </a:p>
          <a:p>
            <a:pPr algn="just"/>
            <a:r>
              <a:rPr lang="en-US" sz="3200" b="0" dirty="0">
                <a:solidFill>
                  <a:srgbClr val="1A1C1E"/>
                </a:solidFill>
                <a:ea typeface="Open Sans"/>
                <a:cs typeface="Arial"/>
              </a:rPr>
              <a:t> Bowel sounds were present until 1600 of Day 1, and abdominal ultrasound (Figure 1) was performed to rule out midgut volvulus with malrotation. Imaging showed nonspecific ascites, the whirlpool sign was absent. No bowel sounds heard when examined bedside at 1700, NICU was consulted. An NG tube was placed to decompress the bowel, and subsequent Abdominal X-ray (Figure 2) showed dilated small bowel loops. The newborn was transferred to the NICU of Valley Children’s Hospital for further workup and possible surgical intervention.</a:t>
            </a:r>
            <a:endParaRPr lang="en-US" sz="3200" dirty="0">
              <a:solidFill>
                <a:srgbClr val="1A1C1E"/>
              </a:solidFill>
              <a:ea typeface="Open Sans"/>
              <a:cs typeface="Arial"/>
            </a:endParaRPr>
          </a:p>
          <a:p>
            <a:pPr algn="just"/>
            <a:br>
              <a:rPr lang="en-US" sz="3200" dirty="0"/>
            </a:br>
            <a:endParaRPr lang="en-US" sz="3200"/>
          </a:p>
        </p:txBody>
      </p:sp>
      <p:sp>
        <p:nvSpPr>
          <p:cNvPr id="249" name="TextBox 248">
            <a:extLst>
              <a:ext uri="{FF2B5EF4-FFF2-40B4-BE49-F238E27FC236}">
                <a16:creationId xmlns:a16="http://schemas.microsoft.com/office/drawing/2014/main" id="{E7F5A37C-2B6C-4404-91FF-0640D04BD011}"/>
              </a:ext>
            </a:extLst>
          </p:cNvPr>
          <p:cNvSpPr txBox="1"/>
          <p:nvPr/>
        </p:nvSpPr>
        <p:spPr>
          <a:xfrm>
            <a:off x="24749089" y="5766763"/>
            <a:ext cx="7604996" cy="15788938"/>
          </a:xfrm>
          <a:prstGeom prst="rect">
            <a:avLst/>
          </a:prstGeom>
          <a:noFill/>
        </p:spPr>
        <p:txBody>
          <a:bodyPr wrap="square" lIns="91440" tIns="45720" rIns="91440" bIns="45720" rtlCol="0" anchor="t">
            <a:spAutoFit/>
          </a:bodyPr>
          <a:lstStyle>
            <a:defPPr>
              <a:defRPr kern="1200"/>
            </a:defPPr>
          </a:lstStyle>
          <a:p>
            <a:pPr algn="just"/>
            <a:r>
              <a:rPr lang="en-US" sz="2000" b="0" dirty="0">
                <a:solidFill>
                  <a:srgbClr val="1A1C1E"/>
                </a:solidFill>
                <a:ea typeface="Open Sans"/>
                <a:cs typeface="Arial"/>
              </a:rPr>
              <a:t> Neonatal bowel obstruction encompasses a spectrum of pathologies, and imaging findings vary depending on the location of the obstruction, from proximal to distal bowel [1]. Delayed or missed diagnosis of neonatal bowel obstruction can significantly impair the patient's quality of life; therefore, timely imaging and informed decision-making based on the results are crucial [2]. In neonates, the characteristic bowel obstruction patterns may be atypical due to the time required for gas to traverse the intestinal tract, and definitive studies such as barium enemas may be necessary [3].</a:t>
            </a:r>
            <a:endParaRPr lang="en-US" sz="2000" dirty="0">
              <a:ea typeface="Open Sans"/>
            </a:endParaRPr>
          </a:p>
          <a:p>
            <a:pPr algn="just"/>
            <a:r>
              <a:rPr lang="en-US" sz="2000" b="0">
                <a:solidFill>
                  <a:srgbClr val="1A1C1E"/>
                </a:solidFill>
                <a:ea typeface="Open Sans"/>
                <a:cs typeface="Arial"/>
              </a:rPr>
              <a:t>In the presented case, initial imaging revealed diffuse bowel </a:t>
            </a:r>
            <a:r>
              <a:rPr lang="en-US" sz="2000" b="0" dirty="0">
                <a:solidFill>
                  <a:srgbClr val="1A1C1E"/>
                </a:solidFill>
                <a:ea typeface="Open Sans"/>
                <a:cs typeface="Arial"/>
              </a:rPr>
              <a:t>dilatation, which was initially interpreted as being consistent with small bowel atresia. However, the absence of a whirlpool sign on abdominal ultrasound diminished the suspicion for midgut volvulus [4]. Ascites can be observed antenatally in small bowel </a:t>
            </a:r>
            <a:r>
              <a:rPr lang="en-US" sz="2000" b="0" dirty="0" err="1">
                <a:solidFill>
                  <a:srgbClr val="1A1C1E"/>
                </a:solidFill>
                <a:ea typeface="Open Sans"/>
                <a:cs typeface="Arial"/>
              </a:rPr>
              <a:t>atresias</a:t>
            </a:r>
            <a:r>
              <a:rPr lang="en-US" sz="2000" b="0" dirty="0">
                <a:solidFill>
                  <a:srgbClr val="1A1C1E"/>
                </a:solidFill>
                <a:ea typeface="Open Sans"/>
                <a:cs typeface="Arial"/>
              </a:rPr>
              <a:t>. Polyhydramnios, intrauterine volvulus, and other abnormal antenatal ultrasound findings were not observed in the mother of this neonate, which also contributes to diagnostic confusion.</a:t>
            </a:r>
            <a:endParaRPr lang="en-US" sz="2000" dirty="0">
              <a:ea typeface="Open Sans"/>
            </a:endParaRPr>
          </a:p>
          <a:p>
            <a:pPr algn="just"/>
            <a:r>
              <a:rPr lang="en-US" sz="2000" b="0" dirty="0">
                <a:solidFill>
                  <a:srgbClr val="1A1C1E"/>
                </a:solidFill>
                <a:ea typeface="Open Sans"/>
                <a:cs typeface="Arial"/>
              </a:rPr>
              <a:t> Ultimately, this neonate was diagnosed with Hirschsprung's disease (HD), for which appropriate surgical intervention was successfully performed [6]. Ganglion cells were present in the proximal segment of the colon, but absent distally, confirming the diagnosis (Figure 3).</a:t>
            </a:r>
            <a:endParaRPr lang="en-US" sz="2000" dirty="0">
              <a:ea typeface="Open Sans"/>
            </a:endParaRPr>
          </a:p>
          <a:p>
            <a:pPr algn="just"/>
            <a:endParaRPr lang="en-US" sz="2000" b="0" dirty="0">
              <a:solidFill>
                <a:srgbClr val="1A1C1E"/>
              </a:solidFill>
              <a:ea typeface="Open Sans"/>
            </a:endParaRPr>
          </a:p>
          <a:p>
            <a:pPr algn="just"/>
            <a:r>
              <a:rPr lang="en-US" sz="2000" b="0" dirty="0">
                <a:solidFill>
                  <a:srgbClr val="1A1C1E"/>
                </a:solidFill>
                <a:ea typeface="Open Sans"/>
                <a:cs typeface="Arial"/>
              </a:rPr>
              <a:t> The mother's laboratory findings at 24 weeks gestation were indicative of iron deficiency anemia. Her hemoglobin level of 9.9 g/dL (99 g/L), combined with a low MCV, strongly suggests iron deficiency as the underlying cause. While iron deficiency anemia is common during pregnancy, severe or prolonged anemia can have adverse effects on fetal development [8].</a:t>
            </a:r>
            <a:endParaRPr lang="en-US" sz="2000" dirty="0">
              <a:ea typeface="Open Sans"/>
            </a:endParaRPr>
          </a:p>
          <a:p>
            <a:pPr algn="just"/>
            <a:r>
              <a:rPr lang="en-US" sz="2000" b="0" dirty="0">
                <a:solidFill>
                  <a:srgbClr val="1A1C1E"/>
                </a:solidFill>
                <a:ea typeface="Open Sans"/>
                <a:cs typeface="Arial"/>
              </a:rPr>
              <a:t> Iron is crucial for cell proliferation and differentiation, including the development of the enteric nervous system (ENS) [8]. The ENS, derived from neural crest cells, controls gut motility and function. Maternal iron deficiency might impair neural crest cell migration, proliferation, or differentiation, potentially leading to </a:t>
            </a:r>
            <a:r>
              <a:rPr lang="en-US" sz="2000" b="0" dirty="0" err="1">
                <a:solidFill>
                  <a:srgbClr val="1A1C1E"/>
                </a:solidFill>
                <a:ea typeface="Open Sans"/>
                <a:cs typeface="Arial"/>
              </a:rPr>
              <a:t>aganglionosis</a:t>
            </a:r>
            <a:r>
              <a:rPr lang="en-US" sz="2000" b="0" dirty="0">
                <a:solidFill>
                  <a:srgbClr val="1A1C1E"/>
                </a:solidFill>
                <a:ea typeface="Open Sans"/>
                <a:cs typeface="Arial"/>
              </a:rPr>
              <a:t> in the distal colon, the hallmark of Hirschsprung's disease.</a:t>
            </a:r>
            <a:endParaRPr lang="en-US" sz="2000">
              <a:ea typeface="Open Sans"/>
            </a:endParaRPr>
          </a:p>
          <a:p>
            <a:pPr algn="just"/>
            <a:r>
              <a:rPr lang="en-US" sz="2000" b="0" dirty="0">
                <a:solidFill>
                  <a:srgbClr val="1A1C1E"/>
                </a:solidFill>
                <a:ea typeface="Open Sans"/>
                <a:cs typeface="Arial"/>
              </a:rPr>
              <a:t> Further research is needed to investigate the potential link between maternal iron deficiency anemia and Hirschsprung's disease. Future studies could examine the prevalence of antenatal anemia in mothers of infants with HD, explore the effects of iron deficiency on neural crest cell development in animal models, and investigate the genetic and epigenetic mechanisms underlying this association. Therefore, this may contribute to the overall presentation of this case report. The case suggests a clinical gap in diagnosis and management as well as treatment strategies.</a:t>
            </a:r>
            <a:endParaRPr lang="en-US" sz="2000" dirty="0">
              <a:solidFill>
                <a:srgbClr val="1A1C1E"/>
              </a:solidFill>
              <a:ea typeface="Open Sans"/>
              <a:cs typeface="Arial"/>
            </a:endParaRPr>
          </a:p>
          <a:p>
            <a:pPr algn="just"/>
            <a:br>
              <a:rPr lang="en-US" sz="2000" dirty="0"/>
            </a:br>
            <a:endParaRPr lang="en-US" sz="2000"/>
          </a:p>
        </p:txBody>
      </p:sp>
      <p:pic>
        <p:nvPicPr>
          <p:cNvPr id="3" name="Picture 2" descr="X-ray of a person&amp;#39;s body&#10;&#10;AI-generated content may be incorrect.">
            <a:extLst>
              <a:ext uri="{FF2B5EF4-FFF2-40B4-BE49-F238E27FC236}">
                <a16:creationId xmlns:a16="http://schemas.microsoft.com/office/drawing/2014/main" id="{C505B3ED-1F3B-2075-1ACB-AF3E442250B2}"/>
              </a:ext>
            </a:extLst>
          </p:cNvPr>
          <p:cNvPicPr>
            <a:picLocks noChangeAspect="1"/>
          </p:cNvPicPr>
          <p:nvPr/>
        </p:nvPicPr>
        <p:blipFill>
          <a:blip r:embed="rId2"/>
          <a:stretch>
            <a:fillRect/>
          </a:stretch>
        </p:blipFill>
        <p:spPr>
          <a:xfrm>
            <a:off x="8591005" y="14520282"/>
            <a:ext cx="5911589" cy="5386870"/>
          </a:xfrm>
          <a:prstGeom prst="rect">
            <a:avLst/>
          </a:prstGeom>
        </p:spPr>
      </p:pic>
      <p:sp>
        <p:nvSpPr>
          <p:cNvPr id="4" name="TextBox 3">
            <a:extLst>
              <a:ext uri="{FF2B5EF4-FFF2-40B4-BE49-F238E27FC236}">
                <a16:creationId xmlns:a16="http://schemas.microsoft.com/office/drawing/2014/main" id="{CDD59D05-F4C2-AFA3-6FB2-1ADDD91327DF}"/>
              </a:ext>
            </a:extLst>
          </p:cNvPr>
          <p:cNvSpPr txBox="1"/>
          <p:nvPr/>
        </p:nvSpPr>
        <p:spPr>
          <a:xfrm>
            <a:off x="628720" y="20542523"/>
            <a:ext cx="7606755" cy="1015663"/>
          </a:xfrm>
          <a:prstGeom prst="rect">
            <a:avLst/>
          </a:prstGeom>
          <a:noFill/>
        </p:spPr>
        <p:txBody>
          <a:bodyPr wrap="square" lIns="91440" tIns="45720" rIns="91440" bIns="45720" rtlCol="0" anchor="t">
            <a:spAutoFit/>
          </a:bodyPr>
          <a:lstStyle>
            <a:defPPr>
              <a:defRPr kern="1200"/>
            </a:defPPr>
          </a:lstStyle>
          <a:p>
            <a:pPr algn="just"/>
            <a:r>
              <a:rPr lang="en-US" sz="2000" b="0">
                <a:solidFill>
                  <a:schemeClr val="tx1"/>
                </a:solidFill>
                <a:ea typeface="Open Sans" panose="020B0606030504020204" pitchFamily="34" charset="0"/>
                <a:cs typeface="Arial"/>
              </a:rPr>
              <a:t>Figure 1. Abdominal Ultrasound of the Right Upper Quadrant. Targeted sonographic evaluation of the abdomen demonstrates a small amount of ascites</a:t>
            </a:r>
            <a:endParaRPr lang="en-US" sz="2000"/>
          </a:p>
        </p:txBody>
      </p:sp>
      <p:sp>
        <p:nvSpPr>
          <p:cNvPr id="5" name="TextBox 4">
            <a:extLst>
              <a:ext uri="{FF2B5EF4-FFF2-40B4-BE49-F238E27FC236}">
                <a16:creationId xmlns:a16="http://schemas.microsoft.com/office/drawing/2014/main" id="{35138CDF-9A8F-0F35-E882-345646715A5E}"/>
              </a:ext>
            </a:extLst>
          </p:cNvPr>
          <p:cNvSpPr txBox="1"/>
          <p:nvPr/>
        </p:nvSpPr>
        <p:spPr>
          <a:xfrm>
            <a:off x="8586993" y="19887820"/>
            <a:ext cx="5923533" cy="1323439"/>
          </a:xfrm>
          <a:prstGeom prst="rect">
            <a:avLst/>
          </a:prstGeom>
          <a:noFill/>
        </p:spPr>
        <p:txBody>
          <a:bodyPr wrap="square" lIns="91440" tIns="45720" rIns="91440" bIns="45720" rtlCol="0" anchor="t">
            <a:spAutoFit/>
          </a:bodyPr>
          <a:lstStyle>
            <a:defPPr>
              <a:defRPr kern="1200"/>
            </a:defPPr>
          </a:lstStyle>
          <a:p>
            <a:pPr algn="just"/>
            <a:r>
              <a:rPr lang="en-US" sz="2000" b="0" dirty="0">
                <a:solidFill>
                  <a:schemeClr val="tx1"/>
                </a:solidFill>
                <a:ea typeface="Open Sans"/>
                <a:cs typeface="Arial"/>
              </a:rPr>
              <a:t>Figure 2. Abdominal X-Ray. Obtained after a NG tube insertion. There is dilatation of the stomach and multiple small bowel loops without definite evidence of significant gas within the colon.</a:t>
            </a:r>
            <a:endParaRPr lang="en-US" sz="2000" dirty="0">
              <a:solidFill>
                <a:schemeClr val="tx1"/>
              </a:solidFill>
              <a:ea typeface="Open Sans"/>
              <a:cs typeface="Arial"/>
            </a:endParaRPr>
          </a:p>
        </p:txBody>
      </p:sp>
      <p:pic>
        <p:nvPicPr>
          <p:cNvPr id="8" name="Picture 7" descr="An ultrasound of a fetus&#10;&#10;AI-generated content may be incorrect.">
            <a:extLst>
              <a:ext uri="{FF2B5EF4-FFF2-40B4-BE49-F238E27FC236}">
                <a16:creationId xmlns:a16="http://schemas.microsoft.com/office/drawing/2014/main" id="{3BCDD432-69B2-96FD-08E7-3173D1A60201}"/>
              </a:ext>
            </a:extLst>
          </p:cNvPr>
          <p:cNvPicPr>
            <a:picLocks noChangeAspect="1"/>
          </p:cNvPicPr>
          <p:nvPr/>
        </p:nvPicPr>
        <p:blipFill>
          <a:blip r:embed="rId3"/>
          <a:srcRect l="-88" t="7656" r="-271" b="-438"/>
          <a:stretch/>
        </p:blipFill>
        <p:spPr>
          <a:xfrm>
            <a:off x="659053" y="16142232"/>
            <a:ext cx="7592021" cy="4391810"/>
          </a:xfrm>
          <a:prstGeom prst="rect">
            <a:avLst/>
          </a:prstGeom>
        </p:spPr>
      </p:pic>
      <p:pic>
        <p:nvPicPr>
          <p:cNvPr id="2" name="Picture 1">
            <a:extLst>
              <a:ext uri="{FF2B5EF4-FFF2-40B4-BE49-F238E27FC236}">
                <a16:creationId xmlns:a16="http://schemas.microsoft.com/office/drawing/2014/main" id="{245E0118-2A33-A75F-75F3-62ACA9BCDAF3}"/>
              </a:ext>
            </a:extLst>
          </p:cNvPr>
          <p:cNvPicPr>
            <a:picLocks noChangeAspect="1"/>
          </p:cNvPicPr>
          <p:nvPr/>
        </p:nvPicPr>
        <p:blipFill>
          <a:blip r:embed="rId4"/>
          <a:srcRect r="-615" b="16667"/>
          <a:stretch/>
        </p:blipFill>
        <p:spPr>
          <a:xfrm>
            <a:off x="14927744" y="14519615"/>
            <a:ext cx="9400555" cy="5356841"/>
          </a:xfrm>
          <a:prstGeom prst="rect">
            <a:avLst/>
          </a:prstGeom>
        </p:spPr>
      </p:pic>
      <p:sp>
        <p:nvSpPr>
          <p:cNvPr id="6" name="TextBox 5">
            <a:extLst>
              <a:ext uri="{FF2B5EF4-FFF2-40B4-BE49-F238E27FC236}">
                <a16:creationId xmlns:a16="http://schemas.microsoft.com/office/drawing/2014/main" id="{33A040EE-7BD1-2666-F309-68AD41A5BF51}"/>
              </a:ext>
            </a:extLst>
          </p:cNvPr>
          <p:cNvSpPr txBox="1"/>
          <p:nvPr/>
        </p:nvSpPr>
        <p:spPr>
          <a:xfrm>
            <a:off x="14924504" y="19914007"/>
            <a:ext cx="9406546" cy="830997"/>
          </a:xfrm>
          <a:prstGeom prst="rect">
            <a:avLst/>
          </a:prstGeom>
          <a:noFill/>
        </p:spPr>
        <p:txBody>
          <a:bodyPr wrap="square" lIns="91440" tIns="45720" rIns="91440" bIns="45720" rtlCol="0" anchor="t">
            <a:spAutoFit/>
          </a:bodyPr>
          <a:lstStyle>
            <a:defPPr>
              <a:defRPr kern="1200"/>
            </a:defPPr>
          </a:lstStyle>
          <a:p>
            <a:pPr algn="just"/>
            <a:r>
              <a:rPr lang="en-US" sz="2400" b="0" dirty="0">
                <a:solidFill>
                  <a:schemeClr val="tx1"/>
                </a:solidFill>
                <a:ea typeface="Open Sans"/>
                <a:cs typeface="Arial"/>
              </a:rPr>
              <a:t>Figure 3. Rectal suction biopsy showing absence of ganglion cells in the distal segment of colon and hypertrophic nerves (yellow arrows)</a:t>
            </a:r>
            <a:endParaRPr lang="en-US" sz="2400" dirty="0">
              <a:solidFill>
                <a:schemeClr val="tx1"/>
              </a:solidFill>
            </a:endParaRPr>
          </a:p>
        </p:txBody>
      </p:sp>
      <p:pic>
        <p:nvPicPr>
          <p:cNvPr id="7" name="Picture 6">
            <a:extLst>
              <a:ext uri="{FF2B5EF4-FFF2-40B4-BE49-F238E27FC236}">
                <a16:creationId xmlns:a16="http://schemas.microsoft.com/office/drawing/2014/main" id="{15AB521E-3FF4-C8A7-0AC3-DD8549612E37}"/>
              </a:ext>
            </a:extLst>
          </p:cNvPr>
          <p:cNvPicPr>
            <a:picLocks noChangeAspect="1"/>
          </p:cNvPicPr>
          <p:nvPr/>
        </p:nvPicPr>
        <p:blipFill>
          <a:blip r:embed="rId5"/>
          <a:stretch>
            <a:fillRect/>
          </a:stretch>
        </p:blipFill>
        <p:spPr>
          <a:xfrm>
            <a:off x="996146" y="1345038"/>
            <a:ext cx="4842791" cy="1997589"/>
          </a:xfrm>
          <a:prstGeom prst="rect">
            <a:avLst/>
          </a:prstGeom>
        </p:spPr>
      </p:pic>
      <p:pic>
        <p:nvPicPr>
          <p:cNvPr id="2051" name="Picture 2050" descr="my_qr_code4.png"/>
          <p:cNvPicPr>
            <a:picLocks noChangeAspect="1"/>
          </p:cNvPicPr>
          <p:nvPr/>
        </p:nvPicPr>
        <p:blipFill>
          <a:blip r:embed="rId6"/>
          <a:stretch>
            <a:fillRect/>
          </a:stretch>
        </p:blipFill>
        <p:spPr>
          <a:xfrm>
            <a:off x="29279088" y="576072"/>
            <a:ext cx="2463800" cy="3581400"/>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perceptualpewter|08-2022"/>
</p:tagLst>
</file>

<file path=ppt/theme/theme1.xml><?xml version="1.0" encoding="utf-8"?>
<a:theme xmlns:a="http://schemas.openxmlformats.org/drawingml/2006/main" name="Default Design">
  <a:themeElements>
    <a:clrScheme name="Pushpin">
      <a:dk1>
        <a:sysClr val="windowText" lastClr="000000"/>
      </a:dk1>
      <a:lt1>
        <a:sysClr val="window" lastClr="FFFFFF"/>
      </a:lt1>
      <a:dk2>
        <a:srgbClr val="465E9C"/>
      </a:dk2>
      <a:lt2>
        <a:srgbClr val="CCDDEA"/>
      </a:lt2>
      <a:accent1>
        <a:srgbClr val="FDA023"/>
      </a:accent1>
      <a:accent2>
        <a:srgbClr val="AA2B1E"/>
      </a:accent2>
      <a:accent3>
        <a:srgbClr val="71685C"/>
      </a:accent3>
      <a:accent4>
        <a:srgbClr val="64A73B"/>
      </a:accent4>
      <a:accent5>
        <a:srgbClr val="EB5605"/>
      </a:accent5>
      <a:accent6>
        <a:srgbClr val="B9CA1A"/>
      </a:accent6>
      <a:hlink>
        <a:srgbClr val="D83E2C"/>
      </a:hlink>
      <a:folHlink>
        <a:srgbClr val="ED7D27"/>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800000"/>
            </a:gs>
            <a:gs pos="50000">
              <a:srgbClr val="800000">
                <a:gamma/>
                <a:tint val="73725"/>
                <a:invGamma/>
              </a:srgbClr>
            </a:gs>
            <a:gs pos="100000">
              <a:srgbClr val="800000"/>
            </a:gs>
          </a:gsLst>
          <a:lin ang="5400000" scaled="1"/>
        </a:gra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137160" tIns="68580" rIns="137160" bIns="68580" numCol="1" anchor="ctr" anchorCtr="0" compatLnSpc="1">
        <a:prstTxWarp prst="textNoShape">
          <a:avLst/>
        </a:prstTxWarp>
      </a:bodyPr>
      <a:lstStyle>
        <a:defPPr marL="0" marR="0" indent="0" algn="ctr" defTabSz="3762375" rtl="0" eaLnBrk="1" fontAlgn="base" latinLnBrk="0" hangingPunct="1">
          <a:lnSpc>
            <a:spcPct val="100000"/>
          </a:lnSpc>
          <a:spcBef>
            <a:spcPct val="0"/>
          </a:spcBef>
          <a:spcAft>
            <a:spcPct val="0"/>
          </a:spcAft>
          <a:buClrTx/>
          <a:buSzTx/>
          <a:buFontTx/>
          <a:buNone/>
          <a:tabLst/>
          <a:defRPr kumimoji="0" lang="en-US" sz="4300" b="1" i="0" u="none" strike="noStrike" cap="none" normalizeH="0" baseline="0" smtClean="0">
            <a:ln>
              <a:noFill/>
            </a:ln>
            <a:solidFill>
              <a:srgbClr val="FF9900"/>
            </a:solidFill>
            <a:effectLst/>
            <a:latin typeface="Arial" pitchFamily="34" charset="0"/>
          </a:defRPr>
        </a:defPPr>
      </a:lstStyle>
    </a:spDef>
    <a:lnDef>
      <a:spPr bwMode="auto">
        <a:xfrm>
          <a:off x="0" y="0"/>
          <a:ext cx="1" cy="1"/>
        </a:xfrm>
        <a:custGeom>
          <a:avLst/>
          <a:gdLst/>
          <a:ahLst/>
          <a:cxnLst/>
          <a:rect l="0" t="0" r="0" b="0"/>
          <a:pathLst/>
        </a:custGeom>
        <a:gradFill rotWithShape="1">
          <a:gsLst>
            <a:gs pos="0">
              <a:srgbClr val="800000"/>
            </a:gs>
            <a:gs pos="50000">
              <a:srgbClr val="800000">
                <a:gamma/>
                <a:tint val="73725"/>
                <a:invGamma/>
              </a:srgbClr>
            </a:gs>
            <a:gs pos="100000">
              <a:srgbClr val="800000"/>
            </a:gs>
          </a:gsLst>
          <a:lin ang="5400000" scaled="1"/>
        </a:gra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137160" tIns="68580" rIns="137160" bIns="68580" numCol="1" anchor="ctr" anchorCtr="0" compatLnSpc="1">
        <a:prstTxWarp prst="textNoShape">
          <a:avLst/>
        </a:prstTxWarp>
      </a:bodyPr>
      <a:lstStyle>
        <a:defPPr marL="0" marR="0" indent="0" algn="ctr" defTabSz="3762375" rtl="0" eaLnBrk="1" fontAlgn="base" latinLnBrk="0" hangingPunct="1">
          <a:lnSpc>
            <a:spcPct val="100000"/>
          </a:lnSpc>
          <a:spcBef>
            <a:spcPct val="0"/>
          </a:spcBef>
          <a:spcAft>
            <a:spcPct val="0"/>
          </a:spcAft>
          <a:buClrTx/>
          <a:buSzTx/>
          <a:buFontTx/>
          <a:buNone/>
          <a:tabLst/>
          <a:defRPr kumimoji="0" lang="en-US" sz="4300" b="1" i="0" u="none" strike="noStrike" cap="none" normalizeH="0" baseline="0" smtClean="0">
            <a:ln>
              <a:noFill/>
            </a:ln>
            <a:solidFill>
              <a:srgbClr val="FF9900"/>
            </a:solidFill>
            <a:effectLst/>
            <a:latin typeface="Arial"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952</Words>
  <Application>Microsoft Macintosh PowerPoint</Application>
  <PresentationFormat>Custom</PresentationFormat>
  <Paragraphs>28</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Open Sans</vt:lpstr>
      <vt:lpstr>Nunito</vt:lpstr>
      <vt:lpstr>Arial</vt:lpstr>
      <vt:lpstr>Default Design</vt:lpstr>
      <vt:lpstr>PowerPoint Presentation</vt:lpstr>
    </vt:vector>
  </TitlesOfParts>
  <Company>Graphicsland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Scientific poster example</dc:title>
  <dc:subject>Free Research Poster</dc:subject>
  <dc:creator>Graphicsland/MakeSigns.com</dc:creator>
  <cp:keywords>scientific, research, template, custom, poster, presentation, symposium, printing, PowerPoint, create, design, example, sample, download</cp:keywords>
  <dc:description>These templates are offered for free to help your create a poster ranging from nursing research posters to psychology research posters.</dc:description>
  <cp:lastModifiedBy>Phil Kim</cp:lastModifiedBy>
  <cp:revision>106</cp:revision>
  <dcterms:modified xsi:type="dcterms:W3CDTF">2025-03-31T04:23:54Z</dcterms:modified>
  <cp:category>science research poster</cp:category>
</cp:coreProperties>
</file>