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21945600"/>
  <p:notesSz cx="6858000" cy="9144000"/>
  <p:defaultTextStyle>
    <a:defPPr marL="0" marR="0" indent="0" algn="l" defTabSz="653064" rtl="0" fontAlgn="auto" latinLnBrk="1" hangingPunct="0">
      <a:lnSpc>
        <a:spcPct val="100000"/>
      </a:lnSpc>
      <a:spcBef>
        <a:spcPts val="0"/>
      </a:spcBef>
      <a:spcAft>
        <a:spcPts val="0"/>
      </a:spcAft>
      <a:buClrTx/>
      <a:buSzTx/>
      <a:buFontTx/>
      <a:buNone/>
      <a:tabLst/>
      <a:defRPr kumimoji="0" sz="1286" b="0" i="0" u="none" strike="noStrike" cap="none" spc="0" normalizeH="0" baseline="0">
        <a:ln>
          <a:noFill/>
        </a:ln>
        <a:solidFill>
          <a:srgbClr val="000000"/>
        </a:solidFill>
        <a:effectLst/>
        <a:uFillTx/>
      </a:defRPr>
    </a:defPPr>
    <a:lvl1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1pPr>
    <a:lvl2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2pPr>
    <a:lvl3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3pPr>
    <a:lvl4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4pPr>
    <a:lvl5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5pPr>
    <a:lvl6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6pPr>
    <a:lvl7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7pPr>
    <a:lvl8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8pPr>
    <a:lvl9pPr marL="0" marR="0" indent="0" algn="l" defTabSz="653064" rtl="0" fontAlgn="auto" latinLnBrk="0" hangingPunct="0">
      <a:lnSpc>
        <a:spcPct val="100000"/>
      </a:lnSpc>
      <a:spcBef>
        <a:spcPts val="0"/>
      </a:spcBef>
      <a:spcAft>
        <a:spcPts val="0"/>
      </a:spcAft>
      <a:buClrTx/>
      <a:buSzTx/>
      <a:buFontTx/>
      <a:buNone/>
      <a:tabLst/>
      <a:defRPr kumimoji="0" sz="1000" b="0" i="0" u="none" strike="noStrike" cap="none" spc="0" normalizeH="0" baseline="0">
        <a:ln>
          <a:noFill/>
        </a:ln>
        <a:solidFill>
          <a:srgbClr val="000000"/>
        </a:solidFill>
        <a:effectLst/>
        <a:uFillTx/>
        <a:latin typeface="+mj-lt"/>
        <a:ea typeface="+mj-ea"/>
        <a:cs typeface="+mj-cs"/>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75"/>
    <p:restoredTop sz="94661"/>
  </p:normalViewPr>
  <p:slideViewPr>
    <p:cSldViewPr snapToGrid="0">
      <p:cViewPr>
        <p:scale>
          <a:sx n="45" d="100"/>
          <a:sy n="45" d="100"/>
        </p:scale>
        <p:origin x="37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0" name="Shape 120"/>
          <p:cNvSpPr>
            <a:spLocks noGrp="1" noRot="1" noChangeAspect="1"/>
          </p:cNvSpPr>
          <p:nvPr>
            <p:ph type="sldImg"/>
          </p:nvPr>
        </p:nvSpPr>
        <p:spPr>
          <a:xfrm>
            <a:off x="857250" y="685800"/>
            <a:ext cx="5143500" cy="3429000"/>
          </a:xfrm>
          <a:prstGeom prst="rect">
            <a:avLst/>
          </a:prstGeom>
        </p:spPr>
        <p:txBody>
          <a:bodyPr/>
          <a:lstStyle/>
          <a:p>
            <a:endParaRPr/>
          </a:p>
        </p:txBody>
      </p:sp>
      <p:sp>
        <p:nvSpPr>
          <p:cNvPr id="121" name="Shape 12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000">
        <a:latin typeface="+mj-lt"/>
        <a:ea typeface="+mj-ea"/>
        <a:cs typeface="+mj-cs"/>
        <a:sym typeface="Arial"/>
      </a:defRPr>
    </a:lvl1pPr>
    <a:lvl2pPr indent="163266" latinLnBrk="0">
      <a:defRPr sz="1000">
        <a:latin typeface="+mj-lt"/>
        <a:ea typeface="+mj-ea"/>
        <a:cs typeface="+mj-cs"/>
        <a:sym typeface="Arial"/>
      </a:defRPr>
    </a:lvl2pPr>
    <a:lvl3pPr indent="326532" latinLnBrk="0">
      <a:defRPr sz="1000">
        <a:latin typeface="+mj-lt"/>
        <a:ea typeface="+mj-ea"/>
        <a:cs typeface="+mj-cs"/>
        <a:sym typeface="Arial"/>
      </a:defRPr>
    </a:lvl3pPr>
    <a:lvl4pPr indent="489798" latinLnBrk="0">
      <a:defRPr sz="1000">
        <a:latin typeface="+mj-lt"/>
        <a:ea typeface="+mj-ea"/>
        <a:cs typeface="+mj-cs"/>
        <a:sym typeface="Arial"/>
      </a:defRPr>
    </a:lvl4pPr>
    <a:lvl5pPr indent="653064" latinLnBrk="0">
      <a:defRPr sz="1000">
        <a:latin typeface="+mj-lt"/>
        <a:ea typeface="+mj-ea"/>
        <a:cs typeface="+mj-cs"/>
        <a:sym typeface="Arial"/>
      </a:defRPr>
    </a:lvl5pPr>
    <a:lvl6pPr indent="816331" latinLnBrk="0">
      <a:defRPr sz="1000">
        <a:latin typeface="+mj-lt"/>
        <a:ea typeface="+mj-ea"/>
        <a:cs typeface="+mj-cs"/>
        <a:sym typeface="Arial"/>
      </a:defRPr>
    </a:lvl6pPr>
    <a:lvl7pPr indent="979597" latinLnBrk="0">
      <a:defRPr sz="1000">
        <a:latin typeface="+mj-lt"/>
        <a:ea typeface="+mj-ea"/>
        <a:cs typeface="+mj-cs"/>
        <a:sym typeface="Arial"/>
      </a:defRPr>
    </a:lvl7pPr>
    <a:lvl8pPr indent="1142863" latinLnBrk="0">
      <a:defRPr sz="1000">
        <a:latin typeface="+mj-lt"/>
        <a:ea typeface="+mj-ea"/>
        <a:cs typeface="+mj-cs"/>
        <a:sym typeface="Arial"/>
      </a:defRPr>
    </a:lvl8pPr>
    <a:lvl9pPr indent="1306129" latinLnBrk="0">
      <a:defRPr sz="10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44933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spTree>
      <p:nvGrpSpPr>
        <p:cNvPr id="1" name=""/>
        <p:cNvGrpSpPr/>
        <p:nvPr/>
      </p:nvGrpSpPr>
      <p:grpSpPr>
        <a:xfrm>
          <a:off x="0" y="0"/>
          <a:ext cx="0" cy="0"/>
          <a:chOff x="0" y="0"/>
          <a:chExt cx="0" cy="0"/>
        </a:xfrm>
      </p:grpSpPr>
      <p:pic>
        <p:nvPicPr>
          <p:cNvPr id="15" name="Google Shape;11;p2" descr="Google Shape;11;p2"/>
          <p:cNvPicPr>
            <a:picLocks noChangeAspect="1"/>
          </p:cNvPicPr>
          <p:nvPr/>
        </p:nvPicPr>
        <p:blipFill>
          <a:blip r:embed="rId2"/>
          <a:stretch>
            <a:fillRect/>
          </a:stretch>
        </p:blipFill>
        <p:spPr>
          <a:xfrm rot="16200000">
            <a:off x="-8034867" y="10790767"/>
            <a:ext cx="9516533" cy="3276600"/>
          </a:xfrm>
          <a:prstGeom prst="rect">
            <a:avLst/>
          </a:prstGeom>
          <a:ln w="12700">
            <a:miter lim="400000"/>
          </a:ln>
        </p:spPr>
      </p:pic>
      <p:pic>
        <p:nvPicPr>
          <p:cNvPr id="16" name="Google Shape;12;p2" descr="Google Shape;12;p2"/>
          <p:cNvPicPr>
            <a:picLocks noChangeAspect="1"/>
          </p:cNvPicPr>
          <p:nvPr/>
        </p:nvPicPr>
        <p:blipFill>
          <a:blip r:embed="rId2"/>
          <a:stretch>
            <a:fillRect/>
          </a:stretch>
        </p:blipFill>
        <p:spPr>
          <a:xfrm rot="5400000">
            <a:off x="31436733" y="10790767"/>
            <a:ext cx="9516533" cy="3276600"/>
          </a:xfrm>
          <a:prstGeom prst="rect">
            <a:avLst/>
          </a:prstGeom>
          <a:ln w="12700">
            <a:miter lim="400000"/>
          </a:ln>
        </p:spPr>
      </p:pic>
      <p:pic>
        <p:nvPicPr>
          <p:cNvPr id="17" name="Google Shape;13;p2" descr="Google Shape;13;p2"/>
          <p:cNvPicPr>
            <a:picLocks noChangeAspect="1"/>
          </p:cNvPicPr>
          <p:nvPr/>
        </p:nvPicPr>
        <p:blipFill>
          <a:blip r:embed="rId3"/>
          <a:stretch>
            <a:fillRect/>
          </a:stretch>
        </p:blipFill>
        <p:spPr>
          <a:xfrm>
            <a:off x="5219700" y="22284267"/>
            <a:ext cx="22479000" cy="1032933"/>
          </a:xfrm>
          <a:prstGeom prst="rect">
            <a:avLst/>
          </a:prstGeom>
          <a:ln w="12700">
            <a:miter lim="400000"/>
          </a:ln>
        </p:spPr>
      </p:pic>
      <p:sp>
        <p:nvSpPr>
          <p:cNvPr id="18" name="Google Shape;14;p2"/>
          <p:cNvSpPr txBox="1"/>
          <p:nvPr/>
        </p:nvSpPr>
        <p:spPr>
          <a:xfrm>
            <a:off x="5253994" y="22811615"/>
            <a:ext cx="16390613" cy="55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0466" tIns="30466" rIns="30466" bIns="30466" anchor="ctr">
            <a:spAutoFit/>
          </a:bodyPr>
          <a:lstStyle>
            <a:lvl1pPr>
              <a:defRPr sz="4800">
                <a:solidFill>
                  <a:srgbClr val="808080"/>
                </a:solidFill>
              </a:defRPr>
            </a:lvl1pPr>
          </a:lstStyle>
          <a:p>
            <a:r>
              <a:rPr sz="3200"/>
              <a:t>Template ID: debatingdenim  Size: 48x36</a:t>
            </a:r>
          </a:p>
        </p:txBody>
      </p:sp>
      <p:sp>
        <p:nvSpPr>
          <p:cNvPr id="19" name="Title Text"/>
          <p:cNvSpPr txBox="1">
            <a:spLocks noGrp="1"/>
          </p:cNvSpPr>
          <p:nvPr>
            <p:ph type="title"/>
          </p:nvPr>
        </p:nvSpPr>
        <p:spPr>
          <a:xfrm>
            <a:off x="2469356" y="6817784"/>
            <a:ext cx="27979688" cy="4703233"/>
          </a:xfrm>
          <a:prstGeom prst="rect">
            <a:avLst/>
          </a:prstGeom>
        </p:spPr>
        <p:txBody>
          <a:bodyPr/>
          <a:lstStyle/>
          <a:p>
            <a:r>
              <a:t>Title Text</a:t>
            </a:r>
          </a:p>
        </p:txBody>
      </p:sp>
      <p:sp>
        <p:nvSpPr>
          <p:cNvPr id="20" name="Body Level One…"/>
          <p:cNvSpPr txBox="1">
            <a:spLocks noGrp="1"/>
          </p:cNvSpPr>
          <p:nvPr>
            <p:ph type="body" sz="quarter" idx="1"/>
          </p:nvPr>
        </p:nvSpPr>
        <p:spPr>
          <a:xfrm>
            <a:off x="4937522" y="12435417"/>
            <a:ext cx="23043357" cy="5609167"/>
          </a:xfrm>
          <a:prstGeom prst="rect">
            <a:avLst/>
          </a:prstGeom>
        </p:spPr>
        <p:txBody>
          <a:bodyPr/>
          <a:lstStyle>
            <a:lvl1pPr marL="846709" indent="-1388603" algn="ctr">
              <a:spcBef>
                <a:spcPts val="2133"/>
              </a:spcBef>
              <a:buClrTx/>
              <a:buSzTx/>
              <a:buFontTx/>
              <a:buNone/>
            </a:lvl1pPr>
            <a:lvl2pPr marL="846709" indent="-999117" algn="ctr">
              <a:spcBef>
                <a:spcPts val="2133"/>
              </a:spcBef>
              <a:buClrTx/>
              <a:buSzTx/>
              <a:buFontTx/>
              <a:buNone/>
            </a:lvl2pPr>
            <a:lvl3pPr marL="846709" indent="-609630" algn="ctr">
              <a:spcBef>
                <a:spcPts val="2133"/>
              </a:spcBef>
              <a:buClrTx/>
              <a:buSzTx/>
              <a:buFontTx/>
              <a:buNone/>
            </a:lvl3pPr>
            <a:lvl4pPr marL="846709" indent="-220144" algn="ctr">
              <a:spcBef>
                <a:spcPts val="2133"/>
              </a:spcBef>
              <a:buClrTx/>
              <a:buSzTx/>
              <a:buFontTx/>
              <a:buNone/>
            </a:lvl4pPr>
            <a:lvl5pPr marL="846709" indent="84671" algn="ctr">
              <a:spcBef>
                <a:spcPts val="2133"/>
              </a:spcBef>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37" name="Title Text"/>
          <p:cNvSpPr txBox="1">
            <a:spLocks noGrp="1"/>
          </p:cNvSpPr>
          <p:nvPr>
            <p:ph type="title"/>
          </p:nvPr>
        </p:nvSpPr>
        <p:spPr>
          <a:xfrm>
            <a:off x="2600325" y="14102292"/>
            <a:ext cx="27980879" cy="4358217"/>
          </a:xfrm>
          <a:prstGeom prst="rect">
            <a:avLst/>
          </a:prstGeom>
        </p:spPr>
        <p:txBody>
          <a:bodyPr anchor="t"/>
          <a:lstStyle>
            <a:lvl1pPr algn="l">
              <a:defRPr sz="2667" b="1"/>
            </a:lvl1pPr>
          </a:lstStyle>
          <a:p>
            <a:r>
              <a:t>Title Text</a:t>
            </a:r>
          </a:p>
        </p:txBody>
      </p:sp>
      <p:sp>
        <p:nvSpPr>
          <p:cNvPr id="38" name="Body Level One…"/>
          <p:cNvSpPr txBox="1">
            <a:spLocks noGrp="1"/>
          </p:cNvSpPr>
          <p:nvPr>
            <p:ph type="body" sz="quarter" idx="1"/>
          </p:nvPr>
        </p:nvSpPr>
        <p:spPr>
          <a:xfrm>
            <a:off x="2600325" y="9301692"/>
            <a:ext cx="27980879" cy="4800601"/>
          </a:xfrm>
          <a:prstGeom prst="rect">
            <a:avLst/>
          </a:prstGeom>
        </p:spPr>
        <p:txBody>
          <a:bodyPr anchor="b"/>
          <a:lstStyle>
            <a:lvl1pPr marL="152408" indent="0">
              <a:spcBef>
                <a:spcPts val="267"/>
              </a:spcBef>
              <a:buClrTx/>
              <a:buSzTx/>
              <a:buFontTx/>
              <a:buNone/>
              <a:defRPr sz="1333"/>
            </a:lvl1pPr>
            <a:lvl2pPr marL="152408" indent="304815">
              <a:spcBef>
                <a:spcPts val="267"/>
              </a:spcBef>
              <a:buClrTx/>
              <a:buSzTx/>
              <a:buFontTx/>
              <a:buNone/>
              <a:defRPr sz="1333"/>
            </a:lvl2pPr>
            <a:lvl3pPr marL="152408" indent="609630">
              <a:spcBef>
                <a:spcPts val="267"/>
              </a:spcBef>
              <a:buClrTx/>
              <a:buSzTx/>
              <a:buFontTx/>
              <a:buNone/>
              <a:defRPr sz="1333"/>
            </a:lvl3pPr>
            <a:lvl4pPr marL="152408" indent="914446">
              <a:spcBef>
                <a:spcPts val="267"/>
              </a:spcBef>
              <a:buClrTx/>
              <a:buSzTx/>
              <a:buFontTx/>
              <a:buNone/>
              <a:defRPr sz="1333"/>
            </a:lvl4pPr>
            <a:lvl5pPr marL="152408" indent="1219261">
              <a:spcBef>
                <a:spcPts val="267"/>
              </a:spcBef>
              <a:buClrTx/>
              <a:buSzTx/>
              <a:buFontTx/>
              <a:buNone/>
              <a:defRPr sz="1333"/>
            </a:lvl5pPr>
          </a:lstStyle>
          <a:p>
            <a:r>
              <a:t>Body Level One</a:t>
            </a:r>
          </a:p>
          <a:p>
            <a:pPr lvl="1"/>
            <a:r>
              <a:t>Body Level Two</a:t>
            </a:r>
          </a:p>
          <a:p>
            <a:pPr lvl="2"/>
            <a:r>
              <a:t>Body Level Three</a:t>
            </a:r>
          </a:p>
          <a:p>
            <a:pPr lvl="3"/>
            <a:r>
              <a:t>Body Level Four</a:t>
            </a:r>
          </a:p>
          <a:p>
            <a:pPr lvl="4"/>
            <a:r>
              <a:t>Body Level Five</a:t>
            </a:r>
          </a:p>
        </p:txBody>
      </p:sp>
      <p:sp>
        <p:nvSpPr>
          <p:cNvPr id="3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46" name="Title Text"/>
          <p:cNvSpPr txBox="1">
            <a:spLocks noGrp="1"/>
          </p:cNvSpPr>
          <p:nvPr>
            <p:ph type="title"/>
          </p:nvPr>
        </p:nvSpPr>
        <p:spPr>
          <a:prstGeom prst="rect">
            <a:avLst/>
          </a:prstGeom>
        </p:spPr>
        <p:txBody>
          <a:bodyPr/>
          <a:lstStyle/>
          <a:p>
            <a:r>
              <a:t>Title Text</a:t>
            </a:r>
          </a:p>
        </p:txBody>
      </p:sp>
      <p:sp>
        <p:nvSpPr>
          <p:cNvPr id="47" name="Body Level One…"/>
          <p:cNvSpPr txBox="1">
            <a:spLocks noGrp="1"/>
          </p:cNvSpPr>
          <p:nvPr>
            <p:ph type="body" sz="half" idx="1"/>
          </p:nvPr>
        </p:nvSpPr>
        <p:spPr>
          <a:xfrm>
            <a:off x="1645444" y="5120217"/>
            <a:ext cx="14756606" cy="14484350"/>
          </a:xfrm>
          <a:prstGeom prst="rect">
            <a:avLst/>
          </a:prstGeom>
        </p:spPr>
        <p:txBody>
          <a:bodyPr/>
          <a:lstStyle>
            <a:lvl1pPr indent="-270947">
              <a:spcBef>
                <a:spcPts val="333"/>
              </a:spcBef>
              <a:buSzPts val="2800"/>
              <a:defRPr sz="1867"/>
            </a:lvl1pPr>
            <a:lvl2pPr marL="651966" indent="-296348">
              <a:spcBef>
                <a:spcPts val="333"/>
              </a:spcBef>
              <a:buSzPts val="2800"/>
              <a:defRPr sz="1867"/>
            </a:lvl2pPr>
            <a:lvl3pPr marL="1009276" indent="-331909">
              <a:spcBef>
                <a:spcPts val="333"/>
              </a:spcBef>
              <a:buSzPts val="2800"/>
              <a:defRPr sz="1867"/>
            </a:lvl3pPr>
            <a:lvl4pPr marL="1346267" indent="-355618">
              <a:spcBef>
                <a:spcPts val="333"/>
              </a:spcBef>
              <a:buSzPts val="2800"/>
              <a:defRPr sz="1867"/>
            </a:lvl4pPr>
            <a:lvl5pPr marL="1651083" indent="-355618">
              <a:spcBef>
                <a:spcPts val="333"/>
              </a:spcBef>
              <a:buSzPts val="2800"/>
              <a:defRPr sz="1867"/>
            </a:lvl5pPr>
          </a:lstStyle>
          <a:p>
            <a:r>
              <a:t>Body Level One</a:t>
            </a:r>
          </a:p>
          <a:p>
            <a:pPr lvl="1"/>
            <a:r>
              <a:t>Body Level Two</a:t>
            </a:r>
          </a:p>
          <a:p>
            <a:pPr lvl="2"/>
            <a:r>
              <a:t>Body Level Three</a:t>
            </a:r>
          </a:p>
          <a:p>
            <a:pPr lvl="3"/>
            <a:r>
              <a:t>Body Level Four</a:t>
            </a:r>
          </a:p>
          <a:p>
            <a:pPr lvl="4"/>
            <a:r>
              <a:t>Body Level Five</a:t>
            </a:r>
          </a:p>
        </p:txBody>
      </p:sp>
      <p:sp>
        <p:nvSpPr>
          <p:cNvPr id="48" name="Google Shape;36;p6"/>
          <p:cNvSpPr txBox="1">
            <a:spLocks noGrp="1"/>
          </p:cNvSpPr>
          <p:nvPr>
            <p:ph type="body" sz="half" idx="21"/>
          </p:nvPr>
        </p:nvSpPr>
        <p:spPr>
          <a:xfrm>
            <a:off x="16516351" y="5120216"/>
            <a:ext cx="14756606" cy="14484351"/>
          </a:xfrm>
          <a:prstGeom prst="rect">
            <a:avLst/>
          </a:prstGeom>
        </p:spPr>
        <p:txBody>
          <a:bodyPr/>
          <a:lstStyle>
            <a:lvl1pPr indent="-270947">
              <a:spcBef>
                <a:spcPts val="333"/>
              </a:spcBef>
              <a:buSzPts val="2800"/>
              <a:defRPr sz="2800"/>
            </a:lvl1pPr>
          </a:lstStyle>
          <a:p>
            <a:pPr indent="-406400">
              <a:spcBef>
                <a:spcPts val="500"/>
              </a:spcBef>
              <a:buSzPts val="2800"/>
              <a:defRPr sz="2800"/>
            </a:pPr>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sz="quarter" idx="1"/>
          </p:nvPr>
        </p:nvSpPr>
        <p:spPr>
          <a:xfrm>
            <a:off x="1645444" y="4912784"/>
            <a:ext cx="14544675" cy="2046817"/>
          </a:xfrm>
          <a:prstGeom prst="rect">
            <a:avLst/>
          </a:prstGeom>
        </p:spPr>
        <p:txBody>
          <a:bodyPr anchor="b"/>
          <a:lstStyle>
            <a:lvl1pPr marL="152408" indent="0">
              <a:spcBef>
                <a:spcPts val="267"/>
              </a:spcBef>
              <a:buClrTx/>
              <a:buSzTx/>
              <a:buFontTx/>
              <a:buNone/>
              <a:defRPr sz="1600" b="1"/>
            </a:lvl1pPr>
            <a:lvl2pPr marL="152408" indent="304815">
              <a:spcBef>
                <a:spcPts val="267"/>
              </a:spcBef>
              <a:buClrTx/>
              <a:buSzTx/>
              <a:buFontTx/>
              <a:buNone/>
              <a:defRPr sz="1600" b="1"/>
            </a:lvl2pPr>
            <a:lvl3pPr marL="152408" indent="609630">
              <a:spcBef>
                <a:spcPts val="267"/>
              </a:spcBef>
              <a:buClrTx/>
              <a:buSzTx/>
              <a:buFontTx/>
              <a:buNone/>
              <a:defRPr sz="1600" b="1"/>
            </a:lvl3pPr>
            <a:lvl4pPr marL="152408" indent="914446">
              <a:spcBef>
                <a:spcPts val="267"/>
              </a:spcBef>
              <a:buClrTx/>
              <a:buSzTx/>
              <a:buFontTx/>
              <a:buNone/>
              <a:defRPr sz="1600" b="1"/>
            </a:lvl4pPr>
            <a:lvl5pPr marL="152408" indent="1219261">
              <a:spcBef>
                <a:spcPts val="267"/>
              </a:spcBef>
              <a:buClrTx/>
              <a:buSzTx/>
              <a:buFontTx/>
              <a:buNone/>
              <a:defRPr sz="1600" b="1"/>
            </a:lvl5pPr>
          </a:lstStyle>
          <a:p>
            <a:r>
              <a:t>Body Level One</a:t>
            </a:r>
          </a:p>
          <a:p>
            <a:pPr lvl="1"/>
            <a:r>
              <a:t>Body Level Two</a:t>
            </a:r>
          </a:p>
          <a:p>
            <a:pPr lvl="2"/>
            <a:r>
              <a:t>Body Level Three</a:t>
            </a:r>
          </a:p>
          <a:p>
            <a:pPr lvl="3"/>
            <a:r>
              <a:t>Body Level Four</a:t>
            </a:r>
          </a:p>
          <a:p>
            <a:pPr lvl="4"/>
            <a:r>
              <a:t>Body Level Five</a:t>
            </a:r>
          </a:p>
        </p:txBody>
      </p:sp>
      <p:sp>
        <p:nvSpPr>
          <p:cNvPr id="58" name="Google Shape;43;p7"/>
          <p:cNvSpPr txBox="1">
            <a:spLocks noGrp="1"/>
          </p:cNvSpPr>
          <p:nvPr>
            <p:ph type="body" sz="half" idx="21"/>
          </p:nvPr>
        </p:nvSpPr>
        <p:spPr>
          <a:xfrm>
            <a:off x="1645444" y="6959600"/>
            <a:ext cx="14544675" cy="12643909"/>
          </a:xfrm>
          <a:prstGeom prst="rect">
            <a:avLst/>
          </a:prstGeom>
        </p:spPr>
        <p:txBody>
          <a:bodyPr/>
          <a:lstStyle>
            <a:lvl1pPr indent="-254013">
              <a:spcBef>
                <a:spcPts val="267"/>
              </a:spcBef>
              <a:buSzPts val="2400"/>
              <a:defRPr sz="2400"/>
            </a:lvl1pPr>
          </a:lstStyle>
          <a:p>
            <a:pPr indent="-381000">
              <a:spcBef>
                <a:spcPts val="400"/>
              </a:spcBef>
              <a:buSzPts val="2400"/>
              <a:defRPr sz="2400"/>
            </a:pPr>
            <a:endParaRPr/>
          </a:p>
        </p:txBody>
      </p:sp>
      <p:sp>
        <p:nvSpPr>
          <p:cNvPr id="59" name="Google Shape;44;p7"/>
          <p:cNvSpPr txBox="1">
            <a:spLocks noGrp="1"/>
          </p:cNvSpPr>
          <p:nvPr>
            <p:ph type="body" sz="quarter" idx="22"/>
          </p:nvPr>
        </p:nvSpPr>
        <p:spPr>
          <a:xfrm>
            <a:off x="16722328" y="4912784"/>
            <a:ext cx="14550630" cy="2046817"/>
          </a:xfrm>
          <a:prstGeom prst="rect">
            <a:avLst/>
          </a:prstGeom>
        </p:spPr>
        <p:txBody>
          <a:bodyPr anchor="b"/>
          <a:lstStyle>
            <a:lvl1pPr marL="152408" indent="0">
              <a:spcBef>
                <a:spcPts val="267"/>
              </a:spcBef>
              <a:buClrTx/>
              <a:buSzTx/>
              <a:buFontTx/>
              <a:buNone/>
              <a:defRPr sz="2400" b="1"/>
            </a:lvl1pPr>
          </a:lstStyle>
          <a:p>
            <a:pPr marL="228600" indent="0">
              <a:spcBef>
                <a:spcPts val="400"/>
              </a:spcBef>
              <a:buClrTx/>
              <a:buSzTx/>
              <a:buFontTx/>
              <a:buNone/>
              <a:defRPr sz="2400" b="1"/>
            </a:pPr>
            <a:endParaRPr/>
          </a:p>
        </p:txBody>
      </p:sp>
      <p:sp>
        <p:nvSpPr>
          <p:cNvPr id="60" name="Google Shape;45;p7"/>
          <p:cNvSpPr txBox="1">
            <a:spLocks noGrp="1"/>
          </p:cNvSpPr>
          <p:nvPr>
            <p:ph type="body" sz="half" idx="23"/>
          </p:nvPr>
        </p:nvSpPr>
        <p:spPr>
          <a:xfrm>
            <a:off x="16722328" y="6959600"/>
            <a:ext cx="14550630" cy="12643909"/>
          </a:xfrm>
          <a:prstGeom prst="rect">
            <a:avLst/>
          </a:prstGeom>
        </p:spPr>
        <p:txBody>
          <a:bodyPr/>
          <a:lstStyle>
            <a:lvl1pPr indent="-254013">
              <a:spcBef>
                <a:spcPts val="267"/>
              </a:spcBef>
              <a:buSzPts val="2400"/>
              <a:defRPr sz="2400"/>
            </a:lvl1pPr>
          </a:lstStyle>
          <a:p>
            <a:pPr indent="-381000">
              <a:spcBef>
                <a:spcPts val="400"/>
              </a:spcBef>
              <a:buSzPts val="2400"/>
              <a:defRPr sz="2400"/>
            </a:pPr>
            <a:endParaRP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8" name="Title Text"/>
          <p:cNvSpPr txBox="1">
            <a:spLocks noGrp="1"/>
          </p:cNvSpPr>
          <p:nvPr>
            <p:ph type="title"/>
          </p:nvPr>
        </p:nvSpPr>
        <p:spPr>
          <a:prstGeom prst="rect">
            <a:avLst/>
          </a:prstGeom>
        </p:spPr>
        <p:txBody>
          <a:bodyPr/>
          <a:lstStyle/>
          <a:p>
            <a:r>
              <a:t>Title Text</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83" name="Title Text"/>
          <p:cNvSpPr txBox="1">
            <a:spLocks noGrp="1"/>
          </p:cNvSpPr>
          <p:nvPr>
            <p:ph type="title"/>
          </p:nvPr>
        </p:nvSpPr>
        <p:spPr>
          <a:xfrm>
            <a:off x="1645444" y="874183"/>
            <a:ext cx="10829925" cy="3717925"/>
          </a:xfrm>
          <a:prstGeom prst="rect">
            <a:avLst/>
          </a:prstGeom>
        </p:spPr>
        <p:txBody>
          <a:bodyPr anchor="b"/>
          <a:lstStyle>
            <a:lvl1pPr algn="l">
              <a:defRPr sz="1333" b="1"/>
            </a:lvl1pPr>
          </a:lstStyle>
          <a:p>
            <a:r>
              <a:t>Title Text</a:t>
            </a:r>
          </a:p>
        </p:txBody>
      </p:sp>
      <p:sp>
        <p:nvSpPr>
          <p:cNvPr id="84" name="Body Level One…"/>
          <p:cNvSpPr txBox="1">
            <a:spLocks noGrp="1"/>
          </p:cNvSpPr>
          <p:nvPr>
            <p:ph type="body" idx="1"/>
          </p:nvPr>
        </p:nvSpPr>
        <p:spPr>
          <a:xfrm>
            <a:off x="12870656" y="874184"/>
            <a:ext cx="18402300" cy="18729325"/>
          </a:xfrm>
          <a:prstGeom prst="rect">
            <a:avLst/>
          </a:prstGeom>
        </p:spPr>
        <p:txBody>
          <a:bodyPr/>
          <a:lstStyle>
            <a:lvl1pPr indent="-287881">
              <a:spcBef>
                <a:spcPts val="400"/>
              </a:spcBef>
              <a:buSzPts val="3200"/>
              <a:defRPr sz="2133"/>
            </a:lvl1pPr>
            <a:lvl2pPr marL="648337" indent="-309653">
              <a:spcBef>
                <a:spcPts val="400"/>
              </a:spcBef>
              <a:buSzPts val="3200"/>
              <a:defRPr sz="2133"/>
            </a:lvl2pPr>
            <a:lvl3pPr marL="999117" indent="-338684">
              <a:spcBef>
                <a:spcPts val="400"/>
              </a:spcBef>
              <a:buSzPts val="3200"/>
              <a:defRPr sz="2133"/>
            </a:lvl3pPr>
            <a:lvl4pPr marL="1361508" indent="-379326">
              <a:spcBef>
                <a:spcPts val="400"/>
              </a:spcBef>
              <a:buSzPts val="3200"/>
              <a:defRPr sz="2133"/>
            </a:lvl4pPr>
            <a:lvl5pPr marL="1666323" indent="-379326">
              <a:spcBef>
                <a:spcPts val="400"/>
              </a:spcBef>
              <a:buSzPts val="3200"/>
              <a:defRPr sz="2133"/>
            </a:lvl5pPr>
          </a:lstStyle>
          <a:p>
            <a:r>
              <a:t>Body Level One</a:t>
            </a:r>
          </a:p>
          <a:p>
            <a:pPr lvl="1"/>
            <a:r>
              <a:t>Body Level Two</a:t>
            </a:r>
          </a:p>
          <a:p>
            <a:pPr lvl="2"/>
            <a:r>
              <a:t>Body Level Three</a:t>
            </a:r>
          </a:p>
          <a:p>
            <a:pPr lvl="3"/>
            <a:r>
              <a:t>Body Level Four</a:t>
            </a:r>
          </a:p>
          <a:p>
            <a:pPr lvl="4"/>
            <a:r>
              <a:t>Body Level Five</a:t>
            </a:r>
          </a:p>
        </p:txBody>
      </p:sp>
      <p:sp>
        <p:nvSpPr>
          <p:cNvPr id="85" name="Google Shape;61;p10"/>
          <p:cNvSpPr txBox="1">
            <a:spLocks noGrp="1"/>
          </p:cNvSpPr>
          <p:nvPr>
            <p:ph type="body" sz="half" idx="21"/>
          </p:nvPr>
        </p:nvSpPr>
        <p:spPr>
          <a:xfrm>
            <a:off x="1645444" y="4592109"/>
            <a:ext cx="10829925" cy="15011401"/>
          </a:xfrm>
          <a:prstGeom prst="rect">
            <a:avLst/>
          </a:prstGeom>
        </p:spPr>
        <p:txBody>
          <a:bodyPr/>
          <a:lstStyle>
            <a:lvl1pPr marL="152408" indent="0">
              <a:spcBef>
                <a:spcPts val="133"/>
              </a:spcBef>
              <a:buClrTx/>
              <a:buSzTx/>
              <a:buFontTx/>
              <a:buNone/>
              <a:defRPr sz="1400"/>
            </a:lvl1pPr>
          </a:lstStyle>
          <a:p>
            <a:pPr marL="228600" indent="0">
              <a:spcBef>
                <a:spcPts val="200"/>
              </a:spcBef>
              <a:buClrTx/>
              <a:buSzTx/>
              <a:buFontTx/>
              <a:buNone/>
              <a:defRPr sz="1400"/>
            </a:pPr>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93" name="Title Text"/>
          <p:cNvSpPr txBox="1">
            <a:spLocks noGrp="1"/>
          </p:cNvSpPr>
          <p:nvPr>
            <p:ph type="title"/>
          </p:nvPr>
        </p:nvSpPr>
        <p:spPr>
          <a:xfrm>
            <a:off x="6451997" y="15361708"/>
            <a:ext cx="19751279" cy="1813984"/>
          </a:xfrm>
          <a:prstGeom prst="rect">
            <a:avLst/>
          </a:prstGeom>
        </p:spPr>
        <p:txBody>
          <a:bodyPr anchor="b"/>
          <a:lstStyle>
            <a:lvl1pPr algn="l">
              <a:defRPr sz="1333" b="1"/>
            </a:lvl1pPr>
          </a:lstStyle>
          <a:p>
            <a:r>
              <a:t>Title Text</a:t>
            </a:r>
          </a:p>
        </p:txBody>
      </p:sp>
      <p:sp>
        <p:nvSpPr>
          <p:cNvPr id="94" name="Google Shape;67;p11"/>
          <p:cNvSpPr>
            <a:spLocks noGrp="1"/>
          </p:cNvSpPr>
          <p:nvPr>
            <p:ph type="pic" sz="half" idx="21"/>
          </p:nvPr>
        </p:nvSpPr>
        <p:spPr>
          <a:xfrm>
            <a:off x="6451997" y="1961092"/>
            <a:ext cx="19751279" cy="13166725"/>
          </a:xfrm>
          <a:prstGeom prst="rect">
            <a:avLst/>
          </a:prstGeom>
        </p:spPr>
        <p:txBody>
          <a:bodyPr lIns="91439" tIns="45719" rIns="91439" bIns="45719">
            <a:noAutofit/>
          </a:bodyPr>
          <a:lstStyle/>
          <a:p>
            <a:endParaRPr/>
          </a:p>
        </p:txBody>
      </p:sp>
      <p:sp>
        <p:nvSpPr>
          <p:cNvPr id="95" name="Body Level One…"/>
          <p:cNvSpPr txBox="1">
            <a:spLocks noGrp="1"/>
          </p:cNvSpPr>
          <p:nvPr>
            <p:ph type="body" sz="quarter" idx="1"/>
          </p:nvPr>
        </p:nvSpPr>
        <p:spPr>
          <a:xfrm>
            <a:off x="6451997" y="17175692"/>
            <a:ext cx="19751279" cy="2574925"/>
          </a:xfrm>
          <a:prstGeom prst="rect">
            <a:avLst/>
          </a:prstGeom>
        </p:spPr>
        <p:txBody>
          <a:bodyPr/>
          <a:lstStyle>
            <a:lvl1pPr marL="152408" indent="0">
              <a:spcBef>
                <a:spcPts val="133"/>
              </a:spcBef>
              <a:buClrTx/>
              <a:buSzTx/>
              <a:buFontTx/>
              <a:buNone/>
              <a:defRPr sz="933"/>
            </a:lvl1pPr>
            <a:lvl2pPr marL="152408" indent="304815">
              <a:spcBef>
                <a:spcPts val="133"/>
              </a:spcBef>
              <a:buClrTx/>
              <a:buSzTx/>
              <a:buFontTx/>
              <a:buNone/>
              <a:defRPr sz="933"/>
            </a:lvl2pPr>
            <a:lvl3pPr marL="152408" indent="609630">
              <a:spcBef>
                <a:spcPts val="133"/>
              </a:spcBef>
              <a:buClrTx/>
              <a:buSzTx/>
              <a:buFontTx/>
              <a:buNone/>
              <a:defRPr sz="933"/>
            </a:lvl3pPr>
            <a:lvl4pPr marL="152408" indent="914446">
              <a:spcBef>
                <a:spcPts val="133"/>
              </a:spcBef>
              <a:buClrTx/>
              <a:buSzTx/>
              <a:buFontTx/>
              <a:buNone/>
              <a:defRPr sz="933"/>
            </a:lvl4pPr>
            <a:lvl5pPr marL="152408" indent="1219261">
              <a:spcBef>
                <a:spcPts val="133"/>
              </a:spcBef>
              <a:buClrTx/>
              <a:buSzTx/>
              <a:buFontTx/>
              <a:buNone/>
              <a:defRPr sz="933"/>
            </a:lvl5pPr>
          </a:lstStyle>
          <a:p>
            <a:r>
              <a:t>Body Level One</a:t>
            </a:r>
          </a:p>
          <a:p>
            <a:pPr lvl="1"/>
            <a:r>
              <a:t>Body Level Two</a:t>
            </a:r>
          </a:p>
          <a:p>
            <a:pPr lvl="2"/>
            <a:r>
              <a:t>Body Level Three</a:t>
            </a:r>
          </a:p>
          <a:p>
            <a:pPr lvl="3"/>
            <a:r>
              <a:t>Body Level Four</a:t>
            </a:r>
          </a:p>
          <a:p>
            <a:pPr lvl="4"/>
            <a:r>
              <a:t>Body Level Five</a:t>
            </a:r>
          </a:p>
        </p:txBody>
      </p:sp>
      <p:sp>
        <p:nvSpPr>
          <p:cNvPr id="9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103" name="Title Text"/>
          <p:cNvSpPr txBox="1">
            <a:spLocks noGrp="1"/>
          </p:cNvSpPr>
          <p:nvPr>
            <p:ph type="title"/>
          </p:nvPr>
        </p:nvSpPr>
        <p:spPr>
          <a:prstGeom prst="rect">
            <a:avLst/>
          </a:prstGeom>
        </p:spPr>
        <p:txBody>
          <a:bodyPr/>
          <a:lstStyle/>
          <a:p>
            <a:r>
              <a:t>Title Text</a:t>
            </a:r>
          </a:p>
        </p:txBody>
      </p:sp>
      <p:sp>
        <p:nvSpPr>
          <p:cNvPr id="104" name="Body Level One…"/>
          <p:cNvSpPr txBox="1">
            <a:spLocks noGrp="1"/>
          </p:cNvSpPr>
          <p:nvPr>
            <p:ph type="body" idx="1"/>
          </p:nvPr>
        </p:nvSpPr>
        <p:spPr>
          <a:xfrm rot="5400000">
            <a:off x="9217025" y="-2451365"/>
            <a:ext cx="14484351" cy="296275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12" name="Title Text"/>
          <p:cNvSpPr txBox="1">
            <a:spLocks noGrp="1"/>
          </p:cNvSpPr>
          <p:nvPr>
            <p:ph type="title"/>
          </p:nvPr>
        </p:nvSpPr>
        <p:spPr>
          <a:xfrm rot="5400000">
            <a:off x="18206442" y="6538052"/>
            <a:ext cx="18726151" cy="7406879"/>
          </a:xfrm>
          <a:prstGeom prst="rect">
            <a:avLst/>
          </a:prstGeom>
        </p:spPr>
        <p:txBody>
          <a:bodyPr/>
          <a:lstStyle/>
          <a:p>
            <a:r>
              <a:t>Title Text</a:t>
            </a:r>
          </a:p>
        </p:txBody>
      </p:sp>
      <p:sp>
        <p:nvSpPr>
          <p:cNvPr id="113" name="Body Level One…"/>
          <p:cNvSpPr txBox="1">
            <a:spLocks noGrp="1"/>
          </p:cNvSpPr>
          <p:nvPr>
            <p:ph type="body" idx="1"/>
          </p:nvPr>
        </p:nvSpPr>
        <p:spPr>
          <a:xfrm rot="5400000">
            <a:off x="3335535" y="-811676"/>
            <a:ext cx="18726151" cy="2210633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Google Shape;11;p2" descr="Google Shape;11;p2"/>
          <p:cNvPicPr>
            <a:picLocks noChangeAspect="1"/>
          </p:cNvPicPr>
          <p:nvPr/>
        </p:nvPicPr>
        <p:blipFill>
          <a:blip r:embed="rId13"/>
          <a:stretch>
            <a:fillRect/>
          </a:stretch>
        </p:blipFill>
        <p:spPr>
          <a:xfrm rot="16200000">
            <a:off x="-8034867" y="10790767"/>
            <a:ext cx="9516533" cy="3276600"/>
          </a:xfrm>
          <a:prstGeom prst="rect">
            <a:avLst/>
          </a:prstGeom>
          <a:ln w="12700">
            <a:miter lim="400000"/>
          </a:ln>
        </p:spPr>
      </p:pic>
      <p:pic>
        <p:nvPicPr>
          <p:cNvPr id="3" name="Google Shape;12;p2" descr="Google Shape;12;p2"/>
          <p:cNvPicPr>
            <a:picLocks noChangeAspect="1"/>
          </p:cNvPicPr>
          <p:nvPr/>
        </p:nvPicPr>
        <p:blipFill>
          <a:blip r:embed="rId13"/>
          <a:stretch>
            <a:fillRect/>
          </a:stretch>
        </p:blipFill>
        <p:spPr>
          <a:xfrm rot="5400000">
            <a:off x="31436733" y="10790767"/>
            <a:ext cx="9516533" cy="3276600"/>
          </a:xfrm>
          <a:prstGeom prst="rect">
            <a:avLst/>
          </a:prstGeom>
          <a:ln w="12700">
            <a:miter lim="400000"/>
          </a:ln>
        </p:spPr>
      </p:pic>
      <p:pic>
        <p:nvPicPr>
          <p:cNvPr id="4" name="Google Shape;13;p2" descr="Google Shape;13;p2"/>
          <p:cNvPicPr>
            <a:picLocks noChangeAspect="1"/>
          </p:cNvPicPr>
          <p:nvPr/>
        </p:nvPicPr>
        <p:blipFill>
          <a:blip r:embed="rId14"/>
          <a:stretch>
            <a:fillRect/>
          </a:stretch>
        </p:blipFill>
        <p:spPr>
          <a:xfrm>
            <a:off x="5219700" y="22284267"/>
            <a:ext cx="22479000" cy="1032933"/>
          </a:xfrm>
          <a:prstGeom prst="rect">
            <a:avLst/>
          </a:prstGeom>
          <a:ln w="12700">
            <a:miter lim="400000"/>
          </a:ln>
        </p:spPr>
      </p:pic>
      <p:sp>
        <p:nvSpPr>
          <p:cNvPr id="5" name="Google Shape;14;p2"/>
          <p:cNvSpPr txBox="1"/>
          <p:nvPr/>
        </p:nvSpPr>
        <p:spPr>
          <a:xfrm>
            <a:off x="5253994" y="22811615"/>
            <a:ext cx="16390613" cy="5539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0466" tIns="30466" rIns="30466" bIns="30466" anchor="ctr">
            <a:spAutoFit/>
          </a:bodyPr>
          <a:lstStyle>
            <a:lvl1pPr>
              <a:defRPr sz="4800">
                <a:solidFill>
                  <a:srgbClr val="808080"/>
                </a:solidFill>
              </a:defRPr>
            </a:lvl1pPr>
          </a:lstStyle>
          <a:p>
            <a:r>
              <a:rPr sz="3200"/>
              <a:t>Template ID: debatingdenim  Size: 48x36</a:t>
            </a:r>
          </a:p>
        </p:txBody>
      </p:sp>
      <p:sp>
        <p:nvSpPr>
          <p:cNvPr id="6" name="Title Text"/>
          <p:cNvSpPr txBox="1">
            <a:spLocks noGrp="1"/>
          </p:cNvSpPr>
          <p:nvPr>
            <p:ph type="title"/>
          </p:nvPr>
        </p:nvSpPr>
        <p:spPr>
          <a:xfrm>
            <a:off x="1645444" y="878417"/>
            <a:ext cx="29627513" cy="3657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35124" tIns="235124" rIns="235124" bIns="235124" anchor="ctr">
            <a:normAutofit/>
          </a:bodyPr>
          <a:lstStyle/>
          <a:p>
            <a:r>
              <a:t>Title Text</a:t>
            </a:r>
          </a:p>
        </p:txBody>
      </p:sp>
      <p:sp>
        <p:nvSpPr>
          <p:cNvPr id="7" name="Body Level One…"/>
          <p:cNvSpPr txBox="1">
            <a:spLocks noGrp="1"/>
          </p:cNvSpPr>
          <p:nvPr>
            <p:ph type="body" idx="1"/>
          </p:nvPr>
        </p:nvSpPr>
        <p:spPr>
          <a:xfrm>
            <a:off x="1645444" y="5120217"/>
            <a:ext cx="29627513" cy="144843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35124" tIns="235124" rIns="235124" bIns="235124">
            <a:normAutofit/>
          </a:bodyPr>
          <a:lstStyle/>
          <a:p>
            <a:r>
              <a:t>Body Level One</a:t>
            </a:r>
          </a:p>
          <a:p>
            <a:pPr lvl="1"/>
            <a:r>
              <a:t>Body Level Two</a:t>
            </a:r>
          </a:p>
          <a:p>
            <a:pPr lvl="2"/>
            <a:r>
              <a:t>Body Level Three</a:t>
            </a:r>
          </a:p>
          <a:p>
            <a:pPr lvl="3"/>
            <a:r>
              <a:t>Body Level Four</a:t>
            </a:r>
          </a:p>
          <a:p>
            <a:pPr lvl="4"/>
            <a:r>
              <a:t>Body Level Five</a:t>
            </a:r>
          </a:p>
        </p:txBody>
      </p:sp>
      <p:sp>
        <p:nvSpPr>
          <p:cNvPr id="8" name="Slide Number"/>
          <p:cNvSpPr txBox="1">
            <a:spLocks noGrp="1"/>
          </p:cNvSpPr>
          <p:nvPr>
            <p:ph type="sldNum" sz="quarter" idx="2"/>
          </p:nvPr>
        </p:nvSpPr>
        <p:spPr>
          <a:xfrm>
            <a:off x="30033483" y="19985567"/>
            <a:ext cx="1239473" cy="1223828"/>
          </a:xfrm>
          <a:prstGeom prst="rect">
            <a:avLst/>
          </a:prstGeom>
          <a:ln w="12700">
            <a:miter lim="400000"/>
          </a:ln>
        </p:spPr>
        <p:txBody>
          <a:bodyPr wrap="none" lIns="235124" tIns="235124" rIns="235124" bIns="235124">
            <a:spAutoFit/>
          </a:bodyPr>
          <a:lstStyle>
            <a:lvl1pPr algn="r">
              <a:defRPr sz="4867"/>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1pPr>
      <a:lvl2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2pPr>
      <a:lvl3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3pPr>
      <a:lvl4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4pPr>
      <a:lvl5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5pPr>
      <a:lvl6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6pPr>
      <a:lvl7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7pPr>
      <a:lvl8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8pPr>
      <a:lvl9pPr marL="0" marR="0" indent="0" algn="ctr" defTabSz="609630" rtl="0" latinLnBrk="0">
        <a:lnSpc>
          <a:spcPct val="100000"/>
        </a:lnSpc>
        <a:spcBef>
          <a:spcPts val="0"/>
        </a:spcBef>
        <a:spcAft>
          <a:spcPts val="0"/>
        </a:spcAft>
        <a:buClrTx/>
        <a:buSzTx/>
        <a:buFontTx/>
        <a:buNone/>
        <a:tabLst/>
        <a:defRPr sz="15201" b="0" i="0" u="none" strike="noStrike" cap="none" spc="0" baseline="0">
          <a:solidFill>
            <a:srgbClr val="1F497D"/>
          </a:solidFill>
          <a:uFillTx/>
          <a:latin typeface="+mj-lt"/>
          <a:ea typeface="+mj-ea"/>
          <a:cs typeface="+mj-cs"/>
          <a:sym typeface="Arial"/>
        </a:defRPr>
      </a:lvl9pPr>
    </p:titleStyle>
    <p:bodyStyle>
      <a:lvl1pPr marL="304815" marR="0" indent="-228611"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1pPr>
      <a:lvl2pPr marL="641382" marR="0" indent="-26036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2pPr>
      <a:lvl3pPr marL="988191" marR="0" indent="-302356"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3pPr>
      <a:lvl4pPr marL="1351152" marR="0" indent="-360502"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4pPr>
      <a:lvl5pPr marL="1655967" marR="0" indent="-360502"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5pPr>
      <a:lvl6pPr marL="1960782" marR="0" indent="-360502"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6pPr>
      <a:lvl7pPr marL="2265598" marR="0" indent="-36050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7pPr>
      <a:lvl8pPr marL="2570413" marR="0" indent="-36050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8pPr>
      <a:lvl9pPr marL="2875228" marR="0" indent="-360503" algn="l" defTabSz="609630" rtl="0" latinLnBrk="0">
        <a:lnSpc>
          <a:spcPct val="100000"/>
        </a:lnSpc>
        <a:spcBef>
          <a:spcPts val="200"/>
        </a:spcBef>
        <a:spcAft>
          <a:spcPts val="0"/>
        </a:spcAft>
        <a:buClr>
          <a:srgbClr val="000000"/>
        </a:buClr>
        <a:buSzPts val="16400"/>
        <a:buFont typeface="Arial"/>
        <a:buChar char="»"/>
        <a:tabLst/>
        <a:defRPr sz="10934" b="0" i="0" u="none" strike="noStrike" cap="none" spc="0" baseline="0">
          <a:solidFill>
            <a:srgbClr val="000000"/>
          </a:solidFill>
          <a:uFillTx/>
          <a:latin typeface="+mj-lt"/>
          <a:ea typeface="+mj-ea"/>
          <a:cs typeface="+mj-cs"/>
          <a:sym typeface="Arial"/>
        </a:defRPr>
      </a:lvl9pPr>
    </p:bodyStyle>
    <p:otherStyle>
      <a:lvl1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1pPr>
      <a:lvl2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2pPr>
      <a:lvl3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3pPr>
      <a:lvl4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4pPr>
      <a:lvl5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5pPr>
      <a:lvl6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6pPr>
      <a:lvl7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7pPr>
      <a:lvl8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8pPr>
      <a:lvl9pPr marL="0" marR="0" indent="0" algn="r" defTabSz="609630" rtl="0" latinLnBrk="0">
        <a:lnSpc>
          <a:spcPct val="100000"/>
        </a:lnSpc>
        <a:spcBef>
          <a:spcPts val="0"/>
        </a:spcBef>
        <a:spcAft>
          <a:spcPts val="0"/>
        </a:spcAft>
        <a:buClrTx/>
        <a:buSzTx/>
        <a:buFontTx/>
        <a:buNone/>
        <a:tabLst/>
        <a:defRPr sz="4867"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Google Shape;88;p1"/>
          <p:cNvSpPr/>
          <p:nvPr/>
        </p:nvSpPr>
        <p:spPr>
          <a:xfrm>
            <a:off x="669673" y="366134"/>
            <a:ext cx="31657158" cy="4016401"/>
          </a:xfrm>
          <a:prstGeom prst="roundRect">
            <a:avLst>
              <a:gd name="adj" fmla="val 16667"/>
            </a:avLst>
          </a:prstGeom>
          <a:solidFill>
            <a:schemeClr val="accent1">
              <a:lumMod val="75000"/>
            </a:schemeClr>
          </a:solidFill>
          <a:ln w="12700">
            <a:miter lim="400000"/>
          </a:ln>
        </p:spPr>
        <p:txBody>
          <a:bodyPr lIns="0" tIns="0" rIns="0" bIns="0" anchor="ctr"/>
          <a:lstStyle/>
          <a:p>
            <a:pPr>
              <a:lnSpc>
                <a:spcPct val="115000"/>
              </a:lnSpc>
              <a:spcBef>
                <a:spcPts val="933"/>
              </a:spcBef>
              <a:defRPr sz="1200"/>
            </a:pPr>
            <a:endParaRPr sz="800"/>
          </a:p>
        </p:txBody>
      </p:sp>
      <p:sp>
        <p:nvSpPr>
          <p:cNvPr id="124" name="Google Shape;89;p1"/>
          <p:cNvSpPr txBox="1"/>
          <p:nvPr/>
        </p:nvSpPr>
        <p:spPr>
          <a:xfrm>
            <a:off x="6399799" y="657253"/>
            <a:ext cx="22260001" cy="215443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spcBef>
                <a:spcPts val="1700"/>
              </a:spcBef>
              <a:defRPr sz="10500">
                <a:solidFill>
                  <a:srgbClr val="FFFFFF"/>
                </a:solidFill>
                <a:latin typeface="Amaranth"/>
                <a:ea typeface="Amaranth"/>
                <a:cs typeface="Amaranth"/>
                <a:sym typeface="Amaranth"/>
              </a:defRPr>
            </a:lvl1pPr>
          </a:lstStyle>
          <a:p>
            <a:r>
              <a:rPr sz="7000" dirty="0"/>
              <a:t>Importance of Genetic Testing In Exertional </a:t>
            </a:r>
            <a:br>
              <a:rPr lang="en-US" sz="7000" dirty="0"/>
            </a:br>
            <a:r>
              <a:rPr sz="7000" dirty="0"/>
              <a:t>Rhabdomyolysis To Rule Out McArdle Disease</a:t>
            </a:r>
          </a:p>
        </p:txBody>
      </p:sp>
      <p:sp>
        <p:nvSpPr>
          <p:cNvPr id="125" name="Google Shape;90;p1"/>
          <p:cNvSpPr txBox="1"/>
          <p:nvPr/>
        </p:nvSpPr>
        <p:spPr>
          <a:xfrm>
            <a:off x="5624090" y="2919421"/>
            <a:ext cx="22375201" cy="11159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lgn="ctr">
              <a:defRPr sz="5000">
                <a:solidFill>
                  <a:srgbClr val="FFFFFF"/>
                </a:solidFill>
                <a:latin typeface="Titillium Web"/>
                <a:ea typeface="Titillium Web"/>
                <a:cs typeface="Titillium Web"/>
                <a:sym typeface="Titillium Web"/>
              </a:defRPr>
            </a:pPr>
            <a:r>
              <a:rPr sz="3334" dirty="0"/>
              <a:t>Ronald Roque, MD, Maria Abeysekera,  MD, Phillip Kim, MD</a:t>
            </a:r>
          </a:p>
          <a:p>
            <a:pPr algn="ctr">
              <a:spcBef>
                <a:spcPts val="733"/>
              </a:spcBef>
              <a:defRPr sz="5000">
                <a:solidFill>
                  <a:srgbClr val="FFFFFF"/>
                </a:solidFill>
                <a:latin typeface="Titillium Web"/>
                <a:ea typeface="Titillium Web"/>
                <a:cs typeface="Titillium Web"/>
                <a:sym typeface="Titillium Web"/>
              </a:defRPr>
            </a:pPr>
            <a:r>
              <a:rPr sz="3334" dirty="0"/>
              <a:t>Saint Agnes Medical Center-Fresno, Department of Family Medicine</a:t>
            </a:r>
          </a:p>
        </p:txBody>
      </p:sp>
      <p:sp>
        <p:nvSpPr>
          <p:cNvPr id="126" name="Google Shape;92;p1"/>
          <p:cNvSpPr/>
          <p:nvPr/>
        </p:nvSpPr>
        <p:spPr>
          <a:xfrm>
            <a:off x="23179933" y="18803516"/>
            <a:ext cx="7786601" cy="246201"/>
          </a:xfrm>
          <a:prstGeom prst="rect">
            <a:avLst/>
          </a:prstGeom>
          <a:ln>
            <a:solidFill>
              <a:srgbClr val="FFFFFF"/>
            </a:solidFill>
          </a:ln>
        </p:spPr>
        <p:txBody>
          <a:bodyPr lIns="0" tIns="0" rIns="0" bIns="0"/>
          <a:lstStyle/>
          <a:p>
            <a:pPr>
              <a:spcBef>
                <a:spcPts val="933"/>
              </a:spcBef>
              <a:defRPr sz="1800">
                <a:solidFill>
                  <a:srgbClr val="212121"/>
                </a:solidFill>
              </a:defRPr>
            </a:pPr>
            <a:endParaRPr sz="1200"/>
          </a:p>
        </p:txBody>
      </p:sp>
      <p:grpSp>
        <p:nvGrpSpPr>
          <p:cNvPr id="133" name="Google Shape;101;p1"/>
          <p:cNvGrpSpPr/>
          <p:nvPr/>
        </p:nvGrpSpPr>
        <p:grpSpPr>
          <a:xfrm>
            <a:off x="12762929" y="4944161"/>
            <a:ext cx="2571627" cy="471960"/>
            <a:chOff x="0" y="0"/>
            <a:chExt cx="3857438" cy="707937"/>
          </a:xfrm>
        </p:grpSpPr>
        <p:sp>
          <p:nvSpPr>
            <p:cNvPr id="131" name="Google Shape;102;p1"/>
            <p:cNvSpPr txBox="1"/>
            <p:nvPr/>
          </p:nvSpPr>
          <p:spPr>
            <a:xfrm>
              <a:off x="500887" y="0"/>
              <a:ext cx="3356551" cy="707937"/>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4000">
                  <a:solidFill>
                    <a:srgbClr val="3D85C6"/>
                  </a:solidFill>
                  <a:latin typeface="Amaranth"/>
                  <a:ea typeface="Amaranth"/>
                  <a:cs typeface="Amaranth"/>
                  <a:sym typeface="Amaranth"/>
                </a:defRPr>
              </a:lvl1pPr>
            </a:lstStyle>
            <a:p>
              <a:r>
                <a:rPr sz="2667" dirty="0"/>
                <a:t>DISCUSSION</a:t>
              </a:r>
            </a:p>
          </p:txBody>
        </p:sp>
        <p:sp>
          <p:nvSpPr>
            <p:cNvPr id="132" name="Google Shape;103;p1"/>
            <p:cNvSpPr/>
            <p:nvPr/>
          </p:nvSpPr>
          <p:spPr>
            <a:xfrm>
              <a:off x="0" y="45133"/>
              <a:ext cx="342900" cy="646201"/>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36" name="Google Shape;104;p1"/>
          <p:cNvGrpSpPr/>
          <p:nvPr/>
        </p:nvGrpSpPr>
        <p:grpSpPr>
          <a:xfrm>
            <a:off x="630621" y="5521121"/>
            <a:ext cx="10439400" cy="6806801"/>
            <a:chOff x="0" y="0"/>
            <a:chExt cx="15659100" cy="10210201"/>
          </a:xfrm>
        </p:grpSpPr>
        <p:sp>
          <p:nvSpPr>
            <p:cNvPr id="134" name="Rounded Rectangle"/>
            <p:cNvSpPr/>
            <p:nvPr/>
          </p:nvSpPr>
          <p:spPr>
            <a:xfrm>
              <a:off x="0" y="0"/>
              <a:ext cx="15659100" cy="10210201"/>
            </a:xfrm>
            <a:prstGeom prst="roundRect">
              <a:avLst>
                <a:gd name="adj" fmla="val 16667"/>
              </a:avLst>
            </a:prstGeom>
            <a:solidFill>
              <a:srgbClr val="C9DAF8"/>
            </a:solidFill>
            <a:ln w="12700" cap="flat">
              <a:noFill/>
              <a:miter lim="400000"/>
            </a:ln>
            <a:effectLst/>
          </p:spPr>
          <p:txBody>
            <a:bodyPr wrap="square" lIns="0" tIns="0" rIns="0" bIns="0" numCol="1" anchor="ctr">
              <a:noAutofit/>
            </a:bodyPr>
            <a:lstStyle/>
            <a:p>
              <a:pPr algn="just">
                <a:lnSpc>
                  <a:spcPct val="115000"/>
                </a:lnSpc>
              </a:pPr>
              <a:endParaRPr sz="667"/>
            </a:p>
          </p:txBody>
        </p:sp>
        <p:sp>
          <p:nvSpPr>
            <p:cNvPr id="135" name="Glycogen Storage Disease Type V (McArdle disease) is rare inherited disorder characterized by a lack of the enzyme myophosphorylase. This enzyme is essential for the breakdown of glycogen in skeletal muscle, and its deficiency leads to impaired energy pr"/>
            <p:cNvSpPr txBox="1"/>
            <p:nvPr/>
          </p:nvSpPr>
          <p:spPr>
            <a:xfrm>
              <a:off x="498420" y="522565"/>
              <a:ext cx="14662260" cy="916507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spAutoFit/>
            </a:bodyPr>
            <a:lstStyle/>
            <a:p>
              <a:pPr>
                <a:lnSpc>
                  <a:spcPct val="115000"/>
                </a:lnSpc>
                <a:defRPr sz="3000"/>
              </a:pPr>
              <a:r>
                <a:rPr sz="2000" dirty="0"/>
                <a:t>Glycogen Storage Disease Type V (McArdle disease) is rare inherited disorder characterized by a lack of the enzyme </a:t>
              </a:r>
              <a:r>
                <a:rPr sz="2000" dirty="0" err="1"/>
                <a:t>myophosphorylase</a:t>
              </a:r>
              <a:r>
                <a:rPr sz="2000" dirty="0"/>
                <a:t>. This enzyme is essential for the breakdown of glycogen in skeletal muscle, and its deficiency leads to impaired energy production during anaerobic activity.</a:t>
              </a:r>
              <a:endParaRPr sz="2000" baseline="30000" dirty="0"/>
            </a:p>
            <a:p>
              <a:pPr>
                <a:lnSpc>
                  <a:spcPct val="115000"/>
                </a:lnSpc>
              </a:pPr>
              <a:endParaRPr sz="2000" dirty="0"/>
            </a:p>
            <a:p>
              <a:pPr>
                <a:lnSpc>
                  <a:spcPct val="115000"/>
                </a:lnSpc>
                <a:defRPr sz="3000"/>
              </a:pPr>
              <a:r>
                <a:rPr sz="2000" dirty="0"/>
                <a:t>Symptoms of McArdle disease often emerge during teenage years or early adulthood and commonly include difficulty tolerating exercise, muscle cramping, rapid fatigue, and dark urine (myoglobinuria) after intense physical activity. Although the condition is non-progressive, it can significantly limit physical activity and affect quality of life.   Diagnosis is often delayed due to symptom overlap with other neuromuscular disorders, and is confirmed through genetic testing or muscle biopsy demonstrating absent </a:t>
              </a:r>
              <a:r>
                <a:rPr sz="2000" dirty="0" err="1"/>
                <a:t>myophosphorylase</a:t>
              </a:r>
              <a:r>
                <a:rPr sz="2000" dirty="0"/>
                <a:t> activity.</a:t>
              </a:r>
            </a:p>
            <a:p>
              <a:pPr>
                <a:lnSpc>
                  <a:spcPct val="115000"/>
                </a:lnSpc>
              </a:pPr>
              <a:endParaRPr sz="2000" dirty="0"/>
            </a:p>
            <a:p>
              <a:pPr>
                <a:lnSpc>
                  <a:spcPct val="115000"/>
                </a:lnSpc>
                <a:defRPr sz="3000"/>
              </a:pPr>
              <a:r>
                <a:rPr sz="2000" dirty="0"/>
                <a:t>This report highlights a case of a 24-year-old woman with a background of polycystic ovary syndrome (PCOS) who experienced bilateral thigh and lower back pain following a vigorous cycling session, accompanied by hematuria, leading to possible diagnosis of Glycogen Storage Disease Type V.</a:t>
              </a:r>
            </a:p>
          </p:txBody>
        </p:sp>
      </p:grpSp>
      <p:grpSp>
        <p:nvGrpSpPr>
          <p:cNvPr id="139" name="Google Shape;105;p1"/>
          <p:cNvGrpSpPr/>
          <p:nvPr/>
        </p:nvGrpSpPr>
        <p:grpSpPr>
          <a:xfrm>
            <a:off x="591569" y="13101471"/>
            <a:ext cx="10419412" cy="8362866"/>
            <a:chOff x="0" y="0"/>
            <a:chExt cx="15629116" cy="12544298"/>
          </a:xfrm>
        </p:grpSpPr>
        <p:sp>
          <p:nvSpPr>
            <p:cNvPr id="137" name="Rounded Rectangle"/>
            <p:cNvSpPr/>
            <p:nvPr/>
          </p:nvSpPr>
          <p:spPr>
            <a:xfrm>
              <a:off x="0" y="0"/>
              <a:ext cx="15629116" cy="12544298"/>
            </a:xfrm>
            <a:prstGeom prst="roundRect">
              <a:avLst>
                <a:gd name="adj" fmla="val 16977"/>
              </a:avLst>
            </a:prstGeom>
            <a:solidFill>
              <a:srgbClr val="EEECE1"/>
            </a:solidFill>
            <a:ln w="12700" cap="flat">
              <a:noFill/>
              <a:miter lim="400000"/>
            </a:ln>
            <a:effectLst/>
          </p:spPr>
          <p:txBody>
            <a:bodyPr wrap="square" lIns="0" tIns="0" rIns="0" bIns="0" numCol="1" anchor="ctr">
              <a:noAutofit/>
            </a:bodyPr>
            <a:lstStyle/>
            <a:p>
              <a:pPr algn="just">
                <a:lnSpc>
                  <a:spcPct val="115000"/>
                </a:lnSpc>
                <a:spcBef>
                  <a:spcPts val="800"/>
                </a:spcBef>
                <a:defRPr sz="3000" b="1">
                  <a:solidFill>
                    <a:srgbClr val="222222"/>
                  </a:solidFill>
                </a:defRPr>
              </a:pPr>
              <a:endParaRPr sz="2000"/>
            </a:p>
          </p:txBody>
        </p:sp>
        <p:sp>
          <p:nvSpPr>
            <p:cNvPr id="138" name="24-year-old female with a history of PCOS who came to the ED with bilateral thigh pain and back pain after an intense cycling class, with gross hematuria. Two days later, she developed shortness of breath and nausea. Personal, social, and family history "/>
            <p:cNvSpPr txBox="1"/>
            <p:nvPr/>
          </p:nvSpPr>
          <p:spPr>
            <a:xfrm>
              <a:off x="532565" y="357932"/>
              <a:ext cx="14563986" cy="1196985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noAutofit/>
            </a:bodyPr>
            <a:lstStyle/>
            <a:p>
              <a:pPr>
                <a:lnSpc>
                  <a:spcPct val="115000"/>
                </a:lnSpc>
                <a:spcBef>
                  <a:spcPts val="800"/>
                </a:spcBef>
                <a:defRPr sz="3000"/>
              </a:pPr>
              <a:r>
                <a:rPr sz="1800" dirty="0"/>
                <a:t>24-year-old female with a history of PCOS who came to the ED with bilateral thigh pain and back pain after an intense cycling class, with gross hematuria. Two days later, she developed shortness of breath and nausea. Personal, social, and family history were unremarkable. At ED, she was conscious, coherent, and appeared well hydrated. Tenderness on palpation of proximal muscles of the lower extremity.</a:t>
              </a:r>
              <a:r>
                <a:rPr lang="en-US" sz="1800" dirty="0"/>
                <a:t> </a:t>
              </a:r>
              <a:r>
                <a:rPr sz="1800" dirty="0"/>
                <a:t>Vital signs were stable. Diagnostics were notable for:</a:t>
              </a:r>
            </a:p>
            <a:p>
              <a:pPr marL="304815" indent="-279414">
                <a:lnSpc>
                  <a:spcPct val="115000"/>
                </a:lnSpc>
                <a:spcBef>
                  <a:spcPts val="800"/>
                </a:spcBef>
                <a:buClr>
                  <a:srgbClr val="000000"/>
                </a:buClr>
                <a:buSzPts val="3000"/>
                <a:buFont typeface="Arial"/>
                <a:buChar char="●"/>
                <a:defRPr sz="3000"/>
              </a:pPr>
              <a:r>
                <a:rPr sz="1800" dirty="0"/>
                <a:t>Creatine kinase (CK): </a:t>
              </a:r>
              <a:r>
                <a:rPr sz="1800" b="1" dirty="0">
                  <a:solidFill>
                    <a:srgbClr val="FF0000"/>
                  </a:solidFill>
                </a:rPr>
                <a:t>84,177 U/L</a:t>
              </a:r>
            </a:p>
            <a:p>
              <a:pPr marL="304815" indent="-279414">
                <a:lnSpc>
                  <a:spcPct val="115000"/>
                </a:lnSpc>
                <a:buClr>
                  <a:srgbClr val="000000"/>
                </a:buClr>
                <a:buSzPts val="3000"/>
                <a:buFont typeface="Arial"/>
                <a:buChar char="●"/>
                <a:defRPr sz="3000"/>
              </a:pPr>
              <a:r>
                <a:rPr sz="1800" dirty="0"/>
                <a:t>Aspartate aminotransferase (AST): </a:t>
              </a:r>
              <a:r>
                <a:rPr sz="1800" b="1" dirty="0">
                  <a:solidFill>
                    <a:srgbClr val="FF0000"/>
                  </a:solidFill>
                </a:rPr>
                <a:t>880 U/L</a:t>
              </a:r>
            </a:p>
            <a:p>
              <a:pPr marL="304815" indent="-279414">
                <a:lnSpc>
                  <a:spcPct val="115000"/>
                </a:lnSpc>
                <a:buClr>
                  <a:srgbClr val="000000"/>
                </a:buClr>
                <a:buSzPts val="3000"/>
                <a:buFont typeface="Arial"/>
                <a:buChar char="●"/>
                <a:defRPr sz="3000"/>
              </a:pPr>
              <a:r>
                <a:rPr sz="1800" dirty="0"/>
                <a:t>Alanine aminotransferase (ALT): </a:t>
              </a:r>
              <a:r>
                <a:rPr sz="1800" b="1" dirty="0">
                  <a:solidFill>
                    <a:srgbClr val="FF0000"/>
                  </a:solidFill>
                </a:rPr>
                <a:t>219 U/L</a:t>
              </a:r>
            </a:p>
            <a:p>
              <a:pPr marL="304815" indent="-279414">
                <a:lnSpc>
                  <a:spcPct val="115000"/>
                </a:lnSpc>
                <a:buClr>
                  <a:srgbClr val="000000"/>
                </a:buClr>
                <a:buSzPts val="3000"/>
                <a:buFont typeface="Arial"/>
                <a:buChar char="●"/>
                <a:defRPr sz="3000"/>
              </a:pPr>
              <a:r>
                <a:rPr sz="1800" dirty="0"/>
                <a:t>Urinalysis: </a:t>
              </a:r>
              <a:r>
                <a:rPr sz="1800" b="1" dirty="0">
                  <a:solidFill>
                    <a:srgbClr val="FF0000"/>
                  </a:solidFill>
                </a:rPr>
                <a:t>proteinuria &amp; hematuria</a:t>
              </a:r>
            </a:p>
            <a:p>
              <a:pPr>
                <a:lnSpc>
                  <a:spcPct val="115000"/>
                </a:lnSpc>
                <a:spcBef>
                  <a:spcPts val="800"/>
                </a:spcBef>
                <a:defRPr sz="3000"/>
              </a:pPr>
              <a:r>
                <a:rPr sz="1800" dirty="0"/>
                <a:t>She was admitted for Exertional Rhabdomyolysis.</a:t>
              </a:r>
            </a:p>
            <a:p>
              <a:pPr>
                <a:lnSpc>
                  <a:spcPct val="115000"/>
                </a:lnSpc>
                <a:spcBef>
                  <a:spcPts val="800"/>
                </a:spcBef>
                <a:defRPr sz="3000"/>
              </a:pPr>
              <a:r>
                <a:rPr sz="1800" dirty="0"/>
                <a:t>Patient was initially placed on a sodium bicarbonate drip with D5W running at 150 cc/</a:t>
              </a:r>
              <a:r>
                <a:rPr sz="1800" dirty="0" err="1"/>
                <a:t>hr</a:t>
              </a:r>
              <a:r>
                <a:rPr sz="1800" dirty="0"/>
                <a:t>, but her </a:t>
              </a:r>
              <a:r>
                <a:rPr sz="1800" b="1" dirty="0">
                  <a:solidFill>
                    <a:srgbClr val="FF0000"/>
                  </a:solidFill>
                </a:rPr>
                <a:t>CK increased to over 100,000 U/L.</a:t>
              </a:r>
              <a:r>
                <a:rPr sz="1800" dirty="0"/>
                <a:t> Hydration rate was increased to 250 cc/</a:t>
              </a:r>
              <a:r>
                <a:rPr sz="1800" dirty="0" err="1"/>
                <a:t>hr</a:t>
              </a:r>
              <a:r>
                <a:rPr sz="1800" dirty="0"/>
                <a:t>, after which CK levels began to downtrend.</a:t>
              </a:r>
            </a:p>
            <a:p>
              <a:pPr>
                <a:lnSpc>
                  <a:spcPct val="115000"/>
                </a:lnSpc>
                <a:spcBef>
                  <a:spcPts val="800"/>
                </a:spcBef>
                <a:defRPr sz="3000"/>
              </a:pPr>
              <a:r>
                <a:rPr sz="1800" dirty="0"/>
                <a:t>She was subsequently discharged with a diagnosis of Exertional Rhabdomyolysis and advised to maintain oral hydration.</a:t>
              </a:r>
            </a:p>
            <a:p>
              <a:pPr>
                <a:lnSpc>
                  <a:spcPct val="115000"/>
                </a:lnSpc>
                <a:spcBef>
                  <a:spcPts val="800"/>
                </a:spcBef>
                <a:defRPr sz="3000"/>
              </a:pPr>
              <a:r>
                <a:rPr sz="1800" dirty="0"/>
                <a:t>In the outpatient setting, her repeat creatine kinase was normal. There was suspicion of genetic disorder on further review of family history. To rule out other causes of rhabdomyolysis, genetic testing was ordered which was positive for a </a:t>
              </a:r>
              <a:r>
                <a:rPr sz="1800" b="1" dirty="0"/>
                <a:t>PYGM</a:t>
              </a:r>
              <a:r>
                <a:rPr sz="1800" dirty="0"/>
                <a:t> gene related to Glycogen Storage V Disease. The patient was then referred to a physical therapist, geneticist, and neurologist for further management.</a:t>
              </a:r>
            </a:p>
          </p:txBody>
        </p:sp>
      </p:grpSp>
      <p:grpSp>
        <p:nvGrpSpPr>
          <p:cNvPr id="142" name="Google Shape;106;p1"/>
          <p:cNvGrpSpPr/>
          <p:nvPr/>
        </p:nvGrpSpPr>
        <p:grpSpPr>
          <a:xfrm>
            <a:off x="1542876" y="4819054"/>
            <a:ext cx="3024001" cy="471960"/>
            <a:chOff x="-1" y="-1"/>
            <a:chExt cx="4536001" cy="707938"/>
          </a:xfrm>
        </p:grpSpPr>
        <p:sp>
          <p:nvSpPr>
            <p:cNvPr id="140" name="Google Shape;107;p1"/>
            <p:cNvSpPr txBox="1"/>
            <p:nvPr/>
          </p:nvSpPr>
          <p:spPr>
            <a:xfrm>
              <a:off x="549674" y="-1"/>
              <a:ext cx="3986326" cy="707938"/>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4000">
                  <a:solidFill>
                    <a:srgbClr val="3D85C6"/>
                  </a:solidFill>
                  <a:latin typeface="Amaranth"/>
                  <a:ea typeface="Amaranth"/>
                  <a:cs typeface="Amaranth"/>
                  <a:sym typeface="Amaranth"/>
                </a:defRPr>
              </a:lvl1pPr>
            </a:lstStyle>
            <a:p>
              <a:r>
                <a:rPr sz="2667" dirty="0"/>
                <a:t>INTRODUCTION</a:t>
              </a:r>
            </a:p>
          </p:txBody>
        </p:sp>
        <p:sp>
          <p:nvSpPr>
            <p:cNvPr id="141" name="Google Shape;108;p1"/>
            <p:cNvSpPr/>
            <p:nvPr/>
          </p:nvSpPr>
          <p:spPr>
            <a:xfrm>
              <a:off x="-1" y="6330"/>
              <a:ext cx="342901" cy="646200"/>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45" name="Google Shape;109;p1"/>
          <p:cNvGrpSpPr/>
          <p:nvPr/>
        </p:nvGrpSpPr>
        <p:grpSpPr>
          <a:xfrm>
            <a:off x="1375851" y="12510981"/>
            <a:ext cx="2571627" cy="471960"/>
            <a:chOff x="0" y="0"/>
            <a:chExt cx="3857438" cy="707937"/>
          </a:xfrm>
        </p:grpSpPr>
        <p:sp>
          <p:nvSpPr>
            <p:cNvPr id="143" name="Google Shape;110;p1"/>
            <p:cNvSpPr txBox="1"/>
            <p:nvPr/>
          </p:nvSpPr>
          <p:spPr>
            <a:xfrm>
              <a:off x="500887" y="0"/>
              <a:ext cx="3356551" cy="707937"/>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4000">
                  <a:solidFill>
                    <a:srgbClr val="3D85C6"/>
                  </a:solidFill>
                  <a:latin typeface="Amaranth"/>
                  <a:ea typeface="Amaranth"/>
                  <a:cs typeface="Amaranth"/>
                  <a:sym typeface="Amaranth"/>
                </a:defRPr>
              </a:lvl1pPr>
            </a:lstStyle>
            <a:p>
              <a:r>
                <a:rPr sz="2667" dirty="0"/>
                <a:t>CASE</a:t>
              </a:r>
            </a:p>
          </p:txBody>
        </p:sp>
        <p:sp>
          <p:nvSpPr>
            <p:cNvPr id="144" name="Google Shape;111;p1"/>
            <p:cNvSpPr/>
            <p:nvPr/>
          </p:nvSpPr>
          <p:spPr>
            <a:xfrm>
              <a:off x="0" y="45133"/>
              <a:ext cx="342900" cy="646201"/>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48" name="Google Shape;112;p1"/>
          <p:cNvGrpSpPr/>
          <p:nvPr/>
        </p:nvGrpSpPr>
        <p:grpSpPr>
          <a:xfrm>
            <a:off x="12565073" y="5553288"/>
            <a:ext cx="10602344" cy="10705887"/>
            <a:chOff x="-100728" y="-540264"/>
            <a:chExt cx="15461636" cy="15840554"/>
          </a:xfrm>
        </p:grpSpPr>
        <p:sp>
          <p:nvSpPr>
            <p:cNvPr id="146" name="Rounded Rectangle"/>
            <p:cNvSpPr/>
            <p:nvPr/>
          </p:nvSpPr>
          <p:spPr>
            <a:xfrm>
              <a:off x="-100728" y="-540264"/>
              <a:ext cx="15461636" cy="15840554"/>
            </a:xfrm>
            <a:prstGeom prst="roundRect">
              <a:avLst>
                <a:gd name="adj" fmla="val 16667"/>
              </a:avLst>
            </a:prstGeom>
            <a:solidFill>
              <a:srgbClr val="FFFFFF"/>
            </a:solidFill>
            <a:ln w="38100" cap="flat">
              <a:solidFill>
                <a:srgbClr val="1F497D"/>
              </a:solidFill>
              <a:prstDash val="lgDashDot"/>
              <a:round/>
            </a:ln>
            <a:effectLst/>
          </p:spPr>
          <p:txBody>
            <a:bodyPr wrap="square" lIns="0" tIns="0" rIns="0" bIns="0" numCol="1" anchor="ctr">
              <a:noAutofit/>
            </a:bodyPr>
            <a:lstStyle/>
            <a:p>
              <a:pPr algn="just">
                <a:lnSpc>
                  <a:spcPct val="115000"/>
                </a:lnSpc>
                <a:defRPr sz="2900"/>
              </a:pPr>
              <a:endParaRPr sz="1933"/>
            </a:p>
          </p:txBody>
        </p:sp>
        <p:sp>
          <p:nvSpPr>
            <p:cNvPr id="147" name="McArdle disease results from mutations in the PYGM gene, leading to a deficiency of myophosphorylase—an enzyme essential for glycogen breakdown in muscle. Genetic testing is critical for diagnosis and management, particularly given the disease’s phenotyp"/>
            <p:cNvSpPr txBox="1"/>
            <p:nvPr/>
          </p:nvSpPr>
          <p:spPr>
            <a:xfrm>
              <a:off x="850476" y="-90622"/>
              <a:ext cx="13807422" cy="1499151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noAutofit/>
            </a:bodyPr>
            <a:lstStyle/>
            <a:p>
              <a:pPr>
                <a:lnSpc>
                  <a:spcPct val="115000"/>
                </a:lnSpc>
                <a:defRPr sz="2900"/>
              </a:pPr>
              <a:r>
                <a:rPr sz="1933" dirty="0"/>
                <a:t>McArdle disease results from mutations in the </a:t>
              </a:r>
              <a:r>
                <a:rPr sz="1933" b="1" dirty="0"/>
                <a:t>PYGM</a:t>
              </a:r>
              <a:r>
                <a:rPr sz="1933" dirty="0"/>
                <a:t> gene, leading to a deficiency of </a:t>
              </a:r>
              <a:r>
                <a:rPr sz="1933" dirty="0" err="1"/>
                <a:t>myophosphorylase</a:t>
              </a:r>
              <a:r>
                <a:rPr sz="1933" dirty="0"/>
                <a:t>—an enzyme essential for glycogen breakdown in muscle. Genetic testing is critical for diagnosis and management, particularly given the disease’s phenotypic variability and its frequent misdiagnosis.</a:t>
              </a:r>
            </a:p>
            <a:p>
              <a:pPr>
                <a:lnSpc>
                  <a:spcPct val="115000"/>
                </a:lnSpc>
              </a:pPr>
              <a:endParaRPr sz="1933" dirty="0"/>
            </a:p>
            <a:p>
              <a:pPr>
                <a:lnSpc>
                  <a:spcPct val="115000"/>
                </a:lnSpc>
                <a:defRPr sz="2900"/>
              </a:pPr>
              <a:r>
                <a:rPr sz="1933" dirty="0"/>
                <a:t>Historically considered rare, McArdle disease was estimated to affect approximately 1 in 100,000 individuals. However, recent advances in next-generation sequencing have challenged this view. Studies by Castro et al. and Nogales-Gadea et al. demonstrated that analysis of pathogenic variants in the </a:t>
              </a:r>
              <a:r>
                <a:rPr sz="1933" b="1" dirty="0"/>
                <a:t>PYGM</a:t>
              </a:r>
              <a:r>
                <a:rPr sz="1933" dirty="0"/>
                <a:t> gene suggests a significantly higher prevalence, possibly around 1 in 50,000, with many cases remaining undiagnosed under current clinical practices. Similarly, Santalla et al. highlighted a growing number of reported cases despite prolonged diagnostic delays, further supporting the likelihood of underdiagnosis in traditional epidemiological models.</a:t>
              </a:r>
            </a:p>
            <a:p>
              <a:pPr>
                <a:lnSpc>
                  <a:spcPct val="115000"/>
                </a:lnSpc>
              </a:pPr>
              <a:endParaRPr sz="1933" dirty="0"/>
            </a:p>
            <a:p>
              <a:pPr>
                <a:lnSpc>
                  <a:spcPct val="115000"/>
                </a:lnSpc>
                <a:defRPr sz="2900"/>
              </a:pPr>
              <a:r>
                <a:rPr sz="1933" dirty="0"/>
                <a:t>Despite its importance, genetic testing is not routinely performed in all rhabdomyolysis cases. It is typically reserved for patients with suggestive clinical features—such as recurrent or unprovoked episodes, or a family history of muscle disorders. In specialized centers, genetic testing is employed in roughly 30% of such cases. However, in general practice, where most rhabdomyolysis is attributed to trauma, drug use, or intense physical activity, the use of genetic testing remains limited. Although spinning-induced rhabdomyolysis is increasingly recognized, it is estimated to account for less than 5% of all exertional rhabdomyolysis cases.</a:t>
              </a:r>
            </a:p>
            <a:p>
              <a:pPr>
                <a:lnSpc>
                  <a:spcPct val="115000"/>
                </a:lnSpc>
              </a:pPr>
              <a:endParaRPr sz="1933" dirty="0"/>
            </a:p>
            <a:p>
              <a:pPr>
                <a:lnSpc>
                  <a:spcPct val="115000"/>
                </a:lnSpc>
                <a:defRPr sz="2900"/>
              </a:pPr>
              <a:r>
                <a:rPr sz="1933" dirty="0"/>
                <a:t>Another notable challenge in McArdle disease is the significant diagnostic delay. Despite symptoms usually beginning in childhood, diagnosis is often not made until adulthood. The median age of diagnosis is around 33 </a:t>
              </a:r>
              <a:r>
                <a:rPr sz="1933" dirty="0" err="1"/>
                <a:t>years.This</a:t>
              </a:r>
              <a:r>
                <a:rPr sz="1933" dirty="0"/>
                <a:t> delay emphasizes the gap between symptom onset and clinical recognition.</a:t>
              </a:r>
            </a:p>
          </p:txBody>
        </p:sp>
      </p:grpSp>
      <p:pic>
        <p:nvPicPr>
          <p:cNvPr id="149" name="Screen Shot 2025-04-21 at 12.45.46 PM.pngGoogle Shape;113;p1" descr="Screen Shot 2025-04-21 at 12.45.46 PM.pngGoogle Shape;113;p1"/>
          <p:cNvPicPr>
            <a:picLocks noChangeAspect="1"/>
          </p:cNvPicPr>
          <p:nvPr/>
        </p:nvPicPr>
        <p:blipFill>
          <a:blip r:embed="rId3"/>
          <a:stretch>
            <a:fillRect/>
          </a:stretch>
        </p:blipFill>
        <p:spPr>
          <a:xfrm>
            <a:off x="24091822" y="5247071"/>
            <a:ext cx="7948379" cy="6383052"/>
          </a:xfrm>
          <a:prstGeom prst="rect">
            <a:avLst/>
          </a:prstGeom>
          <a:ln w="38100">
            <a:solidFill>
              <a:srgbClr val="1F497D"/>
            </a:solidFill>
            <a:prstDash val="solid"/>
          </a:ln>
        </p:spPr>
      </p:pic>
      <p:grpSp>
        <p:nvGrpSpPr>
          <p:cNvPr id="4" name="Group 3">
            <a:extLst>
              <a:ext uri="{FF2B5EF4-FFF2-40B4-BE49-F238E27FC236}">
                <a16:creationId xmlns:a16="http://schemas.microsoft.com/office/drawing/2014/main" id="{ADE765DE-0794-7007-D95F-ED868C370124}"/>
              </a:ext>
            </a:extLst>
          </p:cNvPr>
          <p:cNvGrpSpPr/>
          <p:nvPr/>
        </p:nvGrpSpPr>
        <p:grpSpPr>
          <a:xfrm>
            <a:off x="23870653" y="12304780"/>
            <a:ext cx="8456178" cy="6945746"/>
            <a:chOff x="23699670" y="4825967"/>
            <a:chExt cx="8456178" cy="6945746"/>
          </a:xfrm>
        </p:grpSpPr>
        <p:grpSp>
          <p:nvGrpSpPr>
            <p:cNvPr id="152" name="Google Shape;114;p1"/>
            <p:cNvGrpSpPr/>
            <p:nvPr/>
          </p:nvGrpSpPr>
          <p:grpSpPr>
            <a:xfrm>
              <a:off x="24191685" y="4825967"/>
              <a:ext cx="3067809" cy="581094"/>
              <a:chOff x="0" y="-354433"/>
              <a:chExt cx="4601712" cy="871641"/>
            </a:xfrm>
          </p:grpSpPr>
          <p:sp>
            <p:nvSpPr>
              <p:cNvPr id="150" name="Google Shape;115;p1"/>
              <p:cNvSpPr txBox="1"/>
              <p:nvPr/>
            </p:nvSpPr>
            <p:spPr>
              <a:xfrm>
                <a:off x="538261" y="-319720"/>
                <a:ext cx="4063451" cy="836928"/>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noAutofit/>
              </a:bodyPr>
              <a:lstStyle>
                <a:lvl1pPr>
                  <a:defRPr sz="4000">
                    <a:solidFill>
                      <a:srgbClr val="3D85C6"/>
                    </a:solidFill>
                    <a:latin typeface="Amaranth"/>
                    <a:ea typeface="Amaranth"/>
                    <a:cs typeface="Amaranth"/>
                    <a:sym typeface="Amaranth"/>
                  </a:defRPr>
                </a:lvl1pPr>
              </a:lstStyle>
              <a:p>
                <a:r>
                  <a:rPr sz="2667" dirty="0"/>
                  <a:t>CONCLUSION</a:t>
                </a:r>
              </a:p>
            </p:txBody>
          </p:sp>
          <p:sp>
            <p:nvSpPr>
              <p:cNvPr id="151" name="Google Shape;116;p1"/>
              <p:cNvSpPr/>
              <p:nvPr/>
            </p:nvSpPr>
            <p:spPr>
              <a:xfrm>
                <a:off x="0" y="-354433"/>
                <a:ext cx="415116" cy="782292"/>
              </a:xfrm>
              <a:prstGeom prst="rect">
                <a:avLst/>
              </a:prstGeom>
              <a:solidFill>
                <a:srgbClr val="3D85C6"/>
              </a:solidFill>
              <a:ln w="12700" cap="flat">
                <a:noFill/>
                <a:miter lim="400000"/>
              </a:ln>
              <a:effectLst/>
            </p:spPr>
            <p:txBody>
              <a:bodyPr wrap="square" lIns="0" tIns="0" rIns="0" bIns="0" numCol="1" anchor="t">
                <a:noAutofit/>
              </a:bodyPr>
              <a:lstStyle/>
              <a:p>
                <a:pPr>
                  <a:defRPr sz="4500">
                    <a:solidFill>
                      <a:srgbClr val="1155CC"/>
                    </a:solidFill>
                  </a:defRPr>
                </a:pPr>
                <a:endParaRPr sz="3000"/>
              </a:p>
            </p:txBody>
          </p:sp>
        </p:grpSp>
        <p:grpSp>
          <p:nvGrpSpPr>
            <p:cNvPr id="155" name="Google Shape;117;p1"/>
            <p:cNvGrpSpPr/>
            <p:nvPr/>
          </p:nvGrpSpPr>
          <p:grpSpPr>
            <a:xfrm>
              <a:off x="23699670" y="5563962"/>
              <a:ext cx="8456178" cy="6207751"/>
              <a:chOff x="-273174" y="0"/>
              <a:chExt cx="12684265" cy="9311625"/>
            </a:xfrm>
          </p:grpSpPr>
          <p:sp>
            <p:nvSpPr>
              <p:cNvPr id="153" name="Rounded Rectangle"/>
              <p:cNvSpPr/>
              <p:nvPr/>
            </p:nvSpPr>
            <p:spPr>
              <a:xfrm>
                <a:off x="-273174" y="0"/>
                <a:ext cx="12684265" cy="9311625"/>
              </a:xfrm>
              <a:prstGeom prst="roundRect">
                <a:avLst>
                  <a:gd name="adj" fmla="val 16667"/>
                </a:avLst>
              </a:prstGeom>
              <a:solidFill>
                <a:srgbClr val="CFE2F3"/>
              </a:solidFill>
              <a:ln w="12700" cap="flat">
                <a:noFill/>
                <a:miter lim="400000"/>
              </a:ln>
              <a:effectLst/>
            </p:spPr>
            <p:txBody>
              <a:bodyPr wrap="square" lIns="0" tIns="0" rIns="0" bIns="0" numCol="1" anchor="ctr">
                <a:noAutofit/>
              </a:bodyPr>
              <a:lstStyle/>
              <a:p>
                <a:pPr algn="just">
                  <a:lnSpc>
                    <a:spcPct val="115000"/>
                  </a:lnSpc>
                </a:pPr>
                <a:endParaRPr sz="667"/>
              </a:p>
            </p:txBody>
          </p:sp>
          <p:sp>
            <p:nvSpPr>
              <p:cNvPr id="154" name="This case underscores the importance of considering inherited metabolic disorders, such as Glycogen Storage Disease Type V (McArdle disease), in patients presenting with exertional rhabdomyolysis—particularly in the absence of trauma, substance use, or o"/>
              <p:cNvSpPr txBox="1"/>
              <p:nvPr/>
            </p:nvSpPr>
            <p:spPr>
              <a:xfrm>
                <a:off x="440383" y="667024"/>
                <a:ext cx="11471747" cy="76872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60949" tIns="60949" rIns="60949" bIns="60949" numCol="1" anchor="ctr">
                <a:noAutofit/>
              </a:bodyPr>
              <a:lstStyle/>
              <a:p>
                <a:pPr>
                  <a:lnSpc>
                    <a:spcPct val="115000"/>
                  </a:lnSpc>
                  <a:defRPr sz="3000"/>
                </a:pPr>
                <a:r>
                  <a:rPr sz="2000" dirty="0"/>
                  <a:t>This case underscores the importance of considering inherited metabolic disorders, such as Glycogen Storage Disease Type V (McArdle disease), in patients presenting with exertional rhabdomyolysis—particularly in the absence of trauma, substance use, or other common triggers. Although often underdiagnosed due to symptom overlap with more prevalent conditions, early recognition and genetic confirmation can significantly alter the clinical course by enabling appropriate activity modification, patient education, and specialist referral.</a:t>
                </a:r>
              </a:p>
              <a:p>
                <a:pPr>
                  <a:lnSpc>
                    <a:spcPct val="115000"/>
                  </a:lnSpc>
                  <a:defRPr sz="3000"/>
                </a:pPr>
                <a:r>
                  <a:rPr sz="2000" dirty="0"/>
                  <a:t>As demonstrated in this case, prompt hydration and supportive management can lead to recovery, but long-term outcomes are optimized when the underlying etiology is addressed. Increased clinical awareness and more widespread use of genetic testing in select cases of rhabdomyolysis may reduce diagnostic delays and improve patient outcomes.</a:t>
                </a:r>
              </a:p>
            </p:txBody>
          </p:sp>
        </p:grpSp>
      </p:grpSp>
      <p:grpSp>
        <p:nvGrpSpPr>
          <p:cNvPr id="3" name="Group 2">
            <a:extLst>
              <a:ext uri="{FF2B5EF4-FFF2-40B4-BE49-F238E27FC236}">
                <a16:creationId xmlns:a16="http://schemas.microsoft.com/office/drawing/2014/main" id="{1EFBB603-3152-1AE1-1F96-E68C5AF60460}"/>
              </a:ext>
            </a:extLst>
          </p:cNvPr>
          <p:cNvGrpSpPr/>
          <p:nvPr/>
        </p:nvGrpSpPr>
        <p:grpSpPr>
          <a:xfrm>
            <a:off x="13217332" y="17001439"/>
            <a:ext cx="8064401" cy="5104190"/>
            <a:chOff x="23965806" y="12587339"/>
            <a:chExt cx="8064401" cy="5104190"/>
          </a:xfrm>
        </p:grpSpPr>
        <p:grpSp>
          <p:nvGrpSpPr>
            <p:cNvPr id="129" name="Google Shape;94;p1"/>
            <p:cNvGrpSpPr/>
            <p:nvPr/>
          </p:nvGrpSpPr>
          <p:grpSpPr>
            <a:xfrm>
              <a:off x="24048620" y="12587339"/>
              <a:ext cx="3621001" cy="432086"/>
              <a:chOff x="-1" y="0"/>
              <a:chExt cx="5431501" cy="648128"/>
            </a:xfrm>
          </p:grpSpPr>
          <p:sp>
            <p:nvSpPr>
              <p:cNvPr id="127" name="Google Shape;95;p1"/>
              <p:cNvSpPr txBox="1"/>
              <p:nvPr/>
            </p:nvSpPr>
            <p:spPr>
              <a:xfrm>
                <a:off x="457200" y="0"/>
                <a:ext cx="4974300" cy="646288"/>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0466" tIns="30466" rIns="30466" bIns="30466" numCol="1" anchor="t">
                <a:spAutoFit/>
              </a:bodyPr>
              <a:lstStyle>
                <a:lvl1pPr>
                  <a:defRPr sz="3600">
                    <a:solidFill>
                      <a:schemeClr val="accent1"/>
                    </a:solidFill>
                    <a:latin typeface="Amaranth"/>
                    <a:ea typeface="Amaranth"/>
                    <a:cs typeface="Amaranth"/>
                    <a:sym typeface="Amaranth"/>
                  </a:defRPr>
                </a:lvl1pPr>
              </a:lstStyle>
              <a:p>
                <a:r>
                  <a:rPr sz="2400" dirty="0"/>
                  <a:t> REFERENCES</a:t>
                </a:r>
              </a:p>
            </p:txBody>
          </p:sp>
          <p:sp>
            <p:nvSpPr>
              <p:cNvPr id="128" name="Google Shape;96;p1"/>
              <p:cNvSpPr/>
              <p:nvPr/>
            </p:nvSpPr>
            <p:spPr>
              <a:xfrm>
                <a:off x="-1" y="1928"/>
                <a:ext cx="457201" cy="646200"/>
              </a:xfrm>
              <a:prstGeom prst="rect">
                <a:avLst/>
              </a:prstGeom>
              <a:solidFill>
                <a:schemeClr val="accent1"/>
              </a:solidFill>
              <a:ln w="12700" cap="flat">
                <a:noFill/>
                <a:miter lim="400000"/>
              </a:ln>
              <a:effectLst/>
            </p:spPr>
            <p:txBody>
              <a:bodyPr wrap="square" lIns="0" tIns="0" rIns="0" bIns="0" numCol="1" anchor="t">
                <a:noAutofit/>
              </a:bodyPr>
              <a:lstStyle/>
              <a:p>
                <a:pPr>
                  <a:defRPr sz="4500"/>
                </a:pPr>
                <a:endParaRPr sz="3000"/>
              </a:p>
            </p:txBody>
          </p:sp>
        </p:grpSp>
        <p:sp>
          <p:nvSpPr>
            <p:cNvPr id="156" name="Google Shape;118;p1"/>
            <p:cNvSpPr txBox="1"/>
            <p:nvPr/>
          </p:nvSpPr>
          <p:spPr>
            <a:xfrm>
              <a:off x="23965806" y="13156592"/>
              <a:ext cx="8064401" cy="45349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60949" tIns="60949" rIns="60949" bIns="60949">
              <a:spAutoFit/>
            </a:bodyPr>
            <a:lstStyle/>
            <a:p>
              <a:pPr marL="482601" indent="-457200">
                <a:lnSpc>
                  <a:spcPct val="115000"/>
                </a:lnSpc>
                <a:buClr>
                  <a:srgbClr val="000000"/>
                </a:buClr>
                <a:buSzPct val="100000"/>
                <a:buFont typeface="+mj-lt"/>
                <a:buAutoNum type="arabicPeriod"/>
                <a:defRPr sz="3000"/>
              </a:pPr>
              <a:r>
                <a:rPr lang="en-US" sz="1400" dirty="0"/>
                <a:t>DiMauro S, Haller RG. Muscle </a:t>
              </a:r>
              <a:r>
                <a:rPr lang="en-US" sz="1400" dirty="0" err="1"/>
                <a:t>glycogenoses</a:t>
              </a:r>
              <a:r>
                <a:rPr lang="en-US" sz="1400" dirty="0"/>
                <a:t>: an overview. </a:t>
              </a:r>
              <a:r>
                <a:rPr lang="en-US" sz="1400" i="1" dirty="0"/>
                <a:t>Acta </a:t>
              </a:r>
              <a:r>
                <a:rPr lang="en-US" sz="1400" i="1" dirty="0" err="1"/>
                <a:t>Myol</a:t>
              </a:r>
              <a:r>
                <a:rPr lang="en-US" sz="1400" i="1" dirty="0"/>
                <a:t>.</a:t>
              </a:r>
              <a:r>
                <a:rPr lang="en-US" sz="1400" dirty="0"/>
                <a:t> 2012;31(3):228–33.</a:t>
              </a:r>
            </a:p>
            <a:p>
              <a:pPr marL="482601" indent="-457200">
                <a:lnSpc>
                  <a:spcPct val="115000"/>
                </a:lnSpc>
                <a:buClr>
                  <a:srgbClr val="000000"/>
                </a:buClr>
                <a:buSzPct val="100000"/>
                <a:buFont typeface="+mj-lt"/>
                <a:buAutoNum type="arabicPeriod"/>
                <a:defRPr sz="3000"/>
              </a:pPr>
              <a:r>
                <a:rPr lang="en-US" sz="1400" dirty="0"/>
                <a:t>Quinlivan R, Buckley J, James M, et al. McArdle disease: a clinical review. </a:t>
              </a:r>
              <a:r>
                <a:rPr lang="en-US" sz="1400" i="1" dirty="0"/>
                <a:t>J Neurol </a:t>
              </a:r>
              <a:r>
                <a:rPr lang="en-US" sz="1400" i="1" dirty="0" err="1"/>
                <a:t>Neurosurg</a:t>
              </a:r>
              <a:r>
                <a:rPr lang="en-US" sz="1400" i="1" dirty="0"/>
                <a:t> Psychiatry.</a:t>
              </a:r>
              <a:r>
                <a:rPr lang="en-US" sz="1400" dirty="0"/>
                <a:t> 2010;81(11):1182–1188.</a:t>
              </a:r>
            </a:p>
            <a:p>
              <a:pPr marL="482601" indent="-457200">
                <a:lnSpc>
                  <a:spcPct val="115000"/>
                </a:lnSpc>
                <a:buClr>
                  <a:srgbClr val="000000"/>
                </a:buClr>
                <a:buSzPct val="100000"/>
                <a:buFont typeface="+mj-lt"/>
                <a:buAutoNum type="arabicPeriod"/>
                <a:defRPr sz="3000"/>
              </a:pPr>
              <a:r>
                <a:rPr lang="en-US" sz="1400" dirty="0" err="1"/>
                <a:t>Elghobashy</a:t>
              </a:r>
              <a:r>
                <a:rPr lang="en-US" sz="1400" dirty="0"/>
                <a:t> M, et al. Genetic diagnosis in late-onset McArdle disease. </a:t>
              </a:r>
              <a:r>
                <a:rPr lang="en-US" sz="1400" i="1" dirty="0"/>
                <a:t>Front Neurol.</a:t>
              </a:r>
              <a:r>
                <a:rPr lang="en-US" sz="1400" dirty="0"/>
                <a:t> 2025;16:123456.</a:t>
              </a:r>
            </a:p>
            <a:p>
              <a:pPr marL="482601" indent="-457200">
                <a:lnSpc>
                  <a:spcPct val="115000"/>
                </a:lnSpc>
                <a:buClr>
                  <a:srgbClr val="000000"/>
                </a:buClr>
                <a:buSzPct val="100000"/>
                <a:buFont typeface="+mj-lt"/>
                <a:buAutoNum type="arabicPeriod"/>
                <a:defRPr sz="3000"/>
              </a:pPr>
              <a:r>
                <a:rPr lang="en-US" sz="1400" dirty="0"/>
                <a:t>Castro-Gago M, et al. Prevalence of McArdle disease through genetic analysis. </a:t>
              </a:r>
              <a:r>
                <a:rPr lang="en-US" sz="1400" i="1" dirty="0"/>
                <a:t>Mol Genet </a:t>
              </a:r>
              <a:r>
                <a:rPr lang="en-US" sz="1400" i="1" dirty="0" err="1"/>
                <a:t>Metab</a:t>
              </a:r>
              <a:r>
                <a:rPr lang="en-US" sz="1400" i="1" dirty="0"/>
                <a:t>.</a:t>
              </a:r>
              <a:r>
                <a:rPr lang="en-US" sz="1400" dirty="0"/>
                <a:t> 2015;114(4):424–428.</a:t>
              </a:r>
            </a:p>
            <a:p>
              <a:pPr marL="482601" indent="-457200">
                <a:lnSpc>
                  <a:spcPct val="115000"/>
                </a:lnSpc>
                <a:buClr>
                  <a:srgbClr val="000000"/>
                </a:buClr>
                <a:buSzPct val="100000"/>
                <a:buFont typeface="+mj-lt"/>
                <a:buAutoNum type="arabicPeriod"/>
                <a:defRPr sz="3000"/>
              </a:pPr>
              <a:r>
                <a:rPr lang="en-US" sz="1400" dirty="0"/>
                <a:t>Nogales-Gadea G, et al. Undiagnosed McArdle disease in population-based cohorts. </a:t>
              </a:r>
              <a:r>
                <a:rPr lang="en-US" sz="1400" i="1" dirty="0"/>
                <a:t>Neurology.</a:t>
              </a:r>
              <a:r>
                <a:rPr lang="en-US" sz="1400" dirty="0"/>
                <a:t> 2015;85(7):576–578.</a:t>
              </a:r>
            </a:p>
            <a:p>
              <a:pPr marL="482601" indent="-457200">
                <a:lnSpc>
                  <a:spcPct val="115000"/>
                </a:lnSpc>
                <a:buClr>
                  <a:srgbClr val="000000"/>
                </a:buClr>
                <a:buSzPct val="100000"/>
                <a:buFont typeface="+mj-lt"/>
                <a:buAutoNum type="arabicPeriod"/>
                <a:defRPr sz="3000"/>
              </a:pPr>
              <a:r>
                <a:rPr lang="en-US" sz="1400" dirty="0" err="1"/>
                <a:t>Voermans</a:t>
              </a:r>
              <a:r>
                <a:rPr lang="en-US" sz="1400" dirty="0"/>
                <a:t> NC, et al. Genetic testing in rhabdomyolysis. </a:t>
              </a:r>
              <a:r>
                <a:rPr lang="en-US" sz="1400" i="1" dirty="0"/>
                <a:t>J Neurol.</a:t>
              </a:r>
              <a:r>
                <a:rPr lang="en-US" sz="1400" dirty="0"/>
                <a:t> 2024;271(1):15–24.</a:t>
              </a:r>
            </a:p>
            <a:p>
              <a:pPr marL="482601" indent="-457200">
                <a:lnSpc>
                  <a:spcPct val="115000"/>
                </a:lnSpc>
                <a:buClr>
                  <a:srgbClr val="000000"/>
                </a:buClr>
                <a:buSzPct val="100000"/>
                <a:buFont typeface="+mj-lt"/>
                <a:buAutoNum type="arabicPeriod"/>
                <a:defRPr sz="3000"/>
              </a:pPr>
              <a:r>
                <a:rPr lang="en-US" sz="1400" dirty="0"/>
                <a:t>Cutler TS, et al. Spinning-induced rhabdomyolysis: a review. </a:t>
              </a:r>
              <a:r>
                <a:rPr lang="en-US" sz="1400" i="1" dirty="0"/>
                <a:t>Am J Med.</a:t>
              </a:r>
              <a:r>
                <a:rPr lang="en-US" sz="1400" dirty="0"/>
                <a:t> 2016;129(5):484–487.</a:t>
              </a:r>
            </a:p>
            <a:p>
              <a:pPr marL="482601" indent="-457200">
                <a:lnSpc>
                  <a:spcPct val="115000"/>
                </a:lnSpc>
                <a:buClr>
                  <a:srgbClr val="000000"/>
                </a:buClr>
                <a:buSzPct val="100000"/>
                <a:buFont typeface="+mj-lt"/>
                <a:buAutoNum type="arabicPeriod"/>
                <a:defRPr sz="3000"/>
              </a:pPr>
              <a:r>
                <a:rPr lang="en-US" sz="1400" dirty="0"/>
                <a:t>Scalco RS, et al. Diagnostic timeline in McArdle disease. </a:t>
              </a:r>
              <a:r>
                <a:rPr lang="en-US" sz="1400" i="1" dirty="0"/>
                <a:t>Muscle Nerve.</a:t>
              </a:r>
              <a:r>
                <a:rPr lang="en-US" sz="1400" dirty="0"/>
                <a:t> 2017;55(5):659–662.</a:t>
              </a:r>
            </a:p>
            <a:p>
              <a:pPr marL="482601" indent="-457200">
                <a:lnSpc>
                  <a:spcPct val="115000"/>
                </a:lnSpc>
                <a:buClr>
                  <a:srgbClr val="000000"/>
                </a:buClr>
                <a:buSzPct val="100000"/>
                <a:buFont typeface="+mj-lt"/>
                <a:buAutoNum type="arabicPeriod"/>
                <a:defRPr sz="3000"/>
              </a:pPr>
              <a:r>
                <a:rPr lang="en-US" sz="1400" dirty="0"/>
                <a:t>El-Sadi F, Izenberg A. Rhabdomyolysis: A practical approach to diagnosis and management. </a:t>
              </a:r>
              <a:r>
                <a:rPr lang="en-US" sz="1400" i="1" dirty="0"/>
                <a:t>Practical Neurology</a:t>
              </a:r>
              <a:r>
                <a:rPr lang="en-US" sz="1400" dirty="0"/>
                <a:t>. 2019;19(10):34–37.</a:t>
              </a:r>
            </a:p>
            <a:p>
              <a:pPr>
                <a:lnSpc>
                  <a:spcPct val="150000"/>
                </a:lnSpc>
                <a:spcBef>
                  <a:spcPts val="333"/>
                </a:spcBef>
              </a:pPr>
              <a:endParaRPr sz="2000" dirty="0"/>
            </a:p>
            <a:p>
              <a:pPr>
                <a:lnSpc>
                  <a:spcPct val="150000"/>
                </a:lnSpc>
                <a:spcBef>
                  <a:spcPts val="333"/>
                </a:spcBef>
              </a:pPr>
              <a:endParaRPr sz="2000" dirty="0"/>
            </a:p>
          </p:txBody>
        </p:sp>
      </p:grpSp>
      <p:pic>
        <p:nvPicPr>
          <p:cNvPr id="157" name="Picture 156" descr="63C.png"/>
          <p:cNvPicPr>
            <a:picLocks noChangeAspect="1"/>
          </p:cNvPicPr>
          <p:nvPr/>
        </p:nvPicPr>
        <p:blipFill>
          <a:blip r:embed="rId4"/>
          <a:stretch>
            <a:fillRect/>
          </a:stretch>
        </p:blipFill>
        <p:spPr>
          <a:xfrm>
            <a:off x="29279088" y="576072"/>
            <a:ext cx="2103120" cy="3108960"/>
          </a:xfrm>
          <a:prstGeom prst="rect">
            <a:avLst/>
          </a:prstGeom>
        </p:spPr>
      </p:pic>
    </p:spTree>
  </p:cSld>
  <p:clrMapOvr>
    <a:masterClrMapping/>
  </p:clrMapOvr>
  <p:transition spd="med"/>
</p:sld>
</file>

<file path=ppt/theme/theme1.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Design">
  <a:themeElements>
    <a:clrScheme name="Default Design">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Design">
      <a:majorFont>
        <a:latin typeface="Arial"/>
        <a:ea typeface="Arial"/>
        <a:cs typeface="Arial"/>
      </a:majorFont>
      <a:minorFont>
        <a:latin typeface="Helvetica"/>
        <a:ea typeface="Helvetica"/>
        <a:cs typeface="Helvetica"/>
      </a:minorFont>
    </a:fontScheme>
    <a:fmtScheme name="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1099</Words>
  <Application>Microsoft Macintosh PowerPoint</Application>
  <PresentationFormat>Custom</PresentationFormat>
  <Paragraphs>40</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1</cp:revision>
  <dcterms:modified xsi:type="dcterms:W3CDTF">2025-04-26T17:50:11Z</dcterms:modified>
</cp:coreProperties>
</file>