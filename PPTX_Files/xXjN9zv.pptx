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3"/>
  </p:notesMasterIdLst>
  <p:sldIdLst>
    <p:sldId id="260" r:id="rId2"/>
  </p:sldIdLst>
  <p:sldSz cx="32918400" cy="21945600"/>
  <p:notesSz cx="6858000" cy="9144000"/>
  <p:embeddedFontLst>
    <p:embeddedFont>
      <p:font typeface="Libre Baskerville" panose="02000000000000000000" pitchFamily="2" charset="0"/>
      <p:regular r:id="rId4"/>
      <p:bold r:id="rId5"/>
      <p:italic r:id="rId6"/>
    </p:embeddedFont>
    <p:embeddedFont>
      <p:font typeface="Montserrat" pitchFamily="2" charset="77"/>
      <p:regular r:id="rId7"/>
      <p:bold r:id="rId8"/>
      <p:italic r:id="rId9"/>
      <p:boldItalic r:id="rId10"/>
    </p:embeddedFont>
    <p:embeddedFont>
      <p:font typeface="Montserrat Light" panose="020F0302020204030204" pitchFamily="34" charset="0"/>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747775"/>
          </p15:clr>
        </p15:guide>
        <p15:guide id="2" pos="1036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427"/>
    <p:restoredTop sz="95772"/>
  </p:normalViewPr>
  <p:slideViewPr>
    <p:cSldViewPr snapToGrid="0">
      <p:cViewPr>
        <p:scale>
          <a:sx n="60" d="100"/>
          <a:sy n="60" d="100"/>
        </p:scale>
        <p:origin x="1064" y="-864"/>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8" Type="http://schemas.openxmlformats.org/officeDocument/2006/relationships/font" Target="fonts/font5.fntdata"/><Relationship Id="rId9" Type="http://schemas.openxmlformats.org/officeDocument/2006/relationships/font" Target="fonts/font6.fntdata"/><Relationship Id="rId10" Type="http://schemas.openxmlformats.org/officeDocument/2006/relationships/font" Target="fonts/font7.fntdata"/><Relationship Id="rId11" Type="http://schemas.openxmlformats.org/officeDocument/2006/relationships/font" Target="fonts/font8.fntdata"/><Relationship Id="rId12" Type="http://schemas.openxmlformats.org/officeDocument/2006/relationships/font" Target="fonts/font9.fntdata"/><Relationship Id="rId13" Type="http://schemas.openxmlformats.org/officeDocument/2006/relationships/font" Target="fonts/font10.fntdata"/><Relationship Id="rId14" Type="http://schemas.openxmlformats.org/officeDocument/2006/relationships/font" Target="fonts/font11.fntdata"/><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5058a4681b_0_3: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 name="Google Shape;234;g35058a4681b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5" name="Google Shape;235;g35058a4681b_0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122149" y="3176853"/>
            <a:ext cx="30674160" cy="875776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18720"/>
            </a:lvl1pPr>
            <a:lvl2pPr lvl="1" algn="ctr">
              <a:spcBef>
                <a:spcPts val="0"/>
              </a:spcBef>
              <a:spcAft>
                <a:spcPts val="0"/>
              </a:spcAft>
              <a:buSzPts val="5200"/>
              <a:buNone/>
              <a:defRPr sz="18720"/>
            </a:lvl2pPr>
            <a:lvl3pPr lvl="2" algn="ctr">
              <a:spcBef>
                <a:spcPts val="0"/>
              </a:spcBef>
              <a:spcAft>
                <a:spcPts val="0"/>
              </a:spcAft>
              <a:buSzPts val="5200"/>
              <a:buNone/>
              <a:defRPr sz="18720"/>
            </a:lvl3pPr>
            <a:lvl4pPr lvl="3" algn="ctr">
              <a:spcBef>
                <a:spcPts val="0"/>
              </a:spcBef>
              <a:spcAft>
                <a:spcPts val="0"/>
              </a:spcAft>
              <a:buSzPts val="5200"/>
              <a:buNone/>
              <a:defRPr sz="18720"/>
            </a:lvl4pPr>
            <a:lvl5pPr lvl="4" algn="ctr">
              <a:spcBef>
                <a:spcPts val="0"/>
              </a:spcBef>
              <a:spcAft>
                <a:spcPts val="0"/>
              </a:spcAft>
              <a:buSzPts val="5200"/>
              <a:buNone/>
              <a:defRPr sz="18720"/>
            </a:lvl5pPr>
            <a:lvl6pPr lvl="5" algn="ctr">
              <a:spcBef>
                <a:spcPts val="0"/>
              </a:spcBef>
              <a:spcAft>
                <a:spcPts val="0"/>
              </a:spcAft>
              <a:buSzPts val="5200"/>
              <a:buNone/>
              <a:defRPr sz="18720"/>
            </a:lvl6pPr>
            <a:lvl7pPr lvl="6" algn="ctr">
              <a:spcBef>
                <a:spcPts val="0"/>
              </a:spcBef>
              <a:spcAft>
                <a:spcPts val="0"/>
              </a:spcAft>
              <a:buSzPts val="5200"/>
              <a:buNone/>
              <a:defRPr sz="18720"/>
            </a:lvl7pPr>
            <a:lvl8pPr lvl="7" algn="ctr">
              <a:spcBef>
                <a:spcPts val="0"/>
              </a:spcBef>
              <a:spcAft>
                <a:spcPts val="0"/>
              </a:spcAft>
              <a:buSzPts val="5200"/>
              <a:buNone/>
              <a:defRPr sz="18720"/>
            </a:lvl8pPr>
            <a:lvl9pPr lvl="8" algn="ctr">
              <a:spcBef>
                <a:spcPts val="0"/>
              </a:spcBef>
              <a:spcAft>
                <a:spcPts val="0"/>
              </a:spcAft>
              <a:buSzPts val="5200"/>
              <a:buNone/>
              <a:defRPr sz="18720"/>
            </a:lvl9pPr>
          </a:lstStyle>
          <a:p>
            <a:endParaRPr/>
          </a:p>
        </p:txBody>
      </p:sp>
      <p:sp>
        <p:nvSpPr>
          <p:cNvPr id="11" name="Google Shape;11;p2"/>
          <p:cNvSpPr txBox="1">
            <a:spLocks noGrp="1"/>
          </p:cNvSpPr>
          <p:nvPr>
            <p:ph type="subTitle" idx="1"/>
          </p:nvPr>
        </p:nvSpPr>
        <p:spPr>
          <a:xfrm>
            <a:off x="1122120" y="12092267"/>
            <a:ext cx="30674160" cy="3381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10080"/>
            </a:lvl1pPr>
            <a:lvl2pPr lvl="1" algn="ctr">
              <a:lnSpc>
                <a:spcPct val="100000"/>
              </a:lnSpc>
              <a:spcBef>
                <a:spcPts val="0"/>
              </a:spcBef>
              <a:spcAft>
                <a:spcPts val="0"/>
              </a:spcAft>
              <a:buSzPts val="2800"/>
              <a:buNone/>
              <a:defRPr sz="10080"/>
            </a:lvl2pPr>
            <a:lvl3pPr lvl="2" algn="ctr">
              <a:lnSpc>
                <a:spcPct val="100000"/>
              </a:lnSpc>
              <a:spcBef>
                <a:spcPts val="0"/>
              </a:spcBef>
              <a:spcAft>
                <a:spcPts val="0"/>
              </a:spcAft>
              <a:buSzPts val="2800"/>
              <a:buNone/>
              <a:defRPr sz="10080"/>
            </a:lvl3pPr>
            <a:lvl4pPr lvl="3" algn="ctr">
              <a:lnSpc>
                <a:spcPct val="100000"/>
              </a:lnSpc>
              <a:spcBef>
                <a:spcPts val="0"/>
              </a:spcBef>
              <a:spcAft>
                <a:spcPts val="0"/>
              </a:spcAft>
              <a:buSzPts val="2800"/>
              <a:buNone/>
              <a:defRPr sz="10080"/>
            </a:lvl4pPr>
            <a:lvl5pPr lvl="4" algn="ctr">
              <a:lnSpc>
                <a:spcPct val="100000"/>
              </a:lnSpc>
              <a:spcBef>
                <a:spcPts val="0"/>
              </a:spcBef>
              <a:spcAft>
                <a:spcPts val="0"/>
              </a:spcAft>
              <a:buSzPts val="2800"/>
              <a:buNone/>
              <a:defRPr sz="10080"/>
            </a:lvl5pPr>
            <a:lvl6pPr lvl="5" algn="ctr">
              <a:lnSpc>
                <a:spcPct val="100000"/>
              </a:lnSpc>
              <a:spcBef>
                <a:spcPts val="0"/>
              </a:spcBef>
              <a:spcAft>
                <a:spcPts val="0"/>
              </a:spcAft>
              <a:buSzPts val="2800"/>
              <a:buNone/>
              <a:defRPr sz="10080"/>
            </a:lvl6pPr>
            <a:lvl7pPr lvl="6" algn="ctr">
              <a:lnSpc>
                <a:spcPct val="100000"/>
              </a:lnSpc>
              <a:spcBef>
                <a:spcPts val="0"/>
              </a:spcBef>
              <a:spcAft>
                <a:spcPts val="0"/>
              </a:spcAft>
              <a:buSzPts val="2800"/>
              <a:buNone/>
              <a:defRPr sz="10080"/>
            </a:lvl7pPr>
            <a:lvl8pPr lvl="7" algn="ctr">
              <a:lnSpc>
                <a:spcPct val="100000"/>
              </a:lnSpc>
              <a:spcBef>
                <a:spcPts val="0"/>
              </a:spcBef>
              <a:spcAft>
                <a:spcPts val="0"/>
              </a:spcAft>
              <a:buSzPts val="2800"/>
              <a:buNone/>
              <a:defRPr sz="10080"/>
            </a:lvl8pPr>
            <a:lvl9pPr lvl="8" algn="ctr">
              <a:lnSpc>
                <a:spcPct val="100000"/>
              </a:lnSpc>
              <a:spcBef>
                <a:spcPts val="0"/>
              </a:spcBef>
              <a:spcAft>
                <a:spcPts val="0"/>
              </a:spcAft>
              <a:buSzPts val="2800"/>
              <a:buNone/>
              <a:defRPr sz="10080"/>
            </a:lvl9pPr>
          </a:lstStyle>
          <a:p>
            <a:endParaRPr/>
          </a:p>
        </p:txBody>
      </p:sp>
      <p:sp>
        <p:nvSpPr>
          <p:cNvPr id="12" name="Google Shape;12;p2"/>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122120" y="9176960"/>
            <a:ext cx="30674160" cy="359168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12960"/>
            </a:lvl1pPr>
            <a:lvl2pPr lvl="1" algn="ctr">
              <a:spcBef>
                <a:spcPts val="0"/>
              </a:spcBef>
              <a:spcAft>
                <a:spcPts val="0"/>
              </a:spcAft>
              <a:buSzPts val="3600"/>
              <a:buNone/>
              <a:defRPr sz="12960"/>
            </a:lvl2pPr>
            <a:lvl3pPr lvl="2" algn="ctr">
              <a:spcBef>
                <a:spcPts val="0"/>
              </a:spcBef>
              <a:spcAft>
                <a:spcPts val="0"/>
              </a:spcAft>
              <a:buSzPts val="3600"/>
              <a:buNone/>
              <a:defRPr sz="12960"/>
            </a:lvl3pPr>
            <a:lvl4pPr lvl="3" algn="ctr">
              <a:spcBef>
                <a:spcPts val="0"/>
              </a:spcBef>
              <a:spcAft>
                <a:spcPts val="0"/>
              </a:spcAft>
              <a:buSzPts val="3600"/>
              <a:buNone/>
              <a:defRPr sz="12960"/>
            </a:lvl4pPr>
            <a:lvl5pPr lvl="4" algn="ctr">
              <a:spcBef>
                <a:spcPts val="0"/>
              </a:spcBef>
              <a:spcAft>
                <a:spcPts val="0"/>
              </a:spcAft>
              <a:buSzPts val="3600"/>
              <a:buNone/>
              <a:defRPr sz="12960"/>
            </a:lvl5pPr>
            <a:lvl6pPr lvl="5" algn="ctr">
              <a:spcBef>
                <a:spcPts val="0"/>
              </a:spcBef>
              <a:spcAft>
                <a:spcPts val="0"/>
              </a:spcAft>
              <a:buSzPts val="3600"/>
              <a:buNone/>
              <a:defRPr sz="12960"/>
            </a:lvl6pPr>
            <a:lvl7pPr lvl="6" algn="ctr">
              <a:spcBef>
                <a:spcPts val="0"/>
              </a:spcBef>
              <a:spcAft>
                <a:spcPts val="0"/>
              </a:spcAft>
              <a:buSzPts val="3600"/>
              <a:buNone/>
              <a:defRPr sz="12960"/>
            </a:lvl7pPr>
            <a:lvl8pPr lvl="7" algn="ctr">
              <a:spcBef>
                <a:spcPts val="0"/>
              </a:spcBef>
              <a:spcAft>
                <a:spcPts val="0"/>
              </a:spcAft>
              <a:buSzPts val="3600"/>
              <a:buNone/>
              <a:defRPr sz="12960"/>
            </a:lvl8pPr>
            <a:lvl9pPr lvl="8" algn="ctr">
              <a:spcBef>
                <a:spcPts val="0"/>
              </a:spcBef>
              <a:spcAft>
                <a:spcPts val="0"/>
              </a:spcAft>
              <a:buSzPts val="3600"/>
              <a:buNone/>
              <a:defRPr sz="12960"/>
            </a:lvl9pPr>
          </a:lstStyle>
          <a:p>
            <a:endParaRPr/>
          </a:p>
        </p:txBody>
      </p:sp>
      <p:sp>
        <p:nvSpPr>
          <p:cNvPr id="15" name="Google Shape;15;p3"/>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1122120" y="1898773"/>
            <a:ext cx="30674160" cy="244352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1122120" y="4917227"/>
            <a:ext cx="30674160" cy="14576640"/>
          </a:xfrm>
          <a:prstGeom prst="rect">
            <a:avLst/>
          </a:prstGeom>
        </p:spPr>
        <p:txBody>
          <a:bodyPr spcFirstLastPara="1" wrap="square" lIns="91425" tIns="91425" rIns="91425" bIns="91425" anchor="t" anchorCtr="0">
            <a:normAutofit/>
          </a:bodyPr>
          <a:lstStyle>
            <a:lvl1pPr marL="1645920" lvl="0" indent="-1234440">
              <a:spcBef>
                <a:spcPts val="0"/>
              </a:spcBef>
              <a:spcAft>
                <a:spcPts val="0"/>
              </a:spcAft>
              <a:buSzPts val="1800"/>
              <a:buChar char="●"/>
              <a:defRPr/>
            </a:lvl1pPr>
            <a:lvl2pPr marL="3291840" lvl="1" indent="-1143000">
              <a:spcBef>
                <a:spcPts val="0"/>
              </a:spcBef>
              <a:spcAft>
                <a:spcPts val="0"/>
              </a:spcAft>
              <a:buSzPts val="1400"/>
              <a:buChar char="○"/>
              <a:defRPr/>
            </a:lvl2pPr>
            <a:lvl3pPr marL="4937760" lvl="2" indent="-1143000">
              <a:spcBef>
                <a:spcPts val="0"/>
              </a:spcBef>
              <a:spcAft>
                <a:spcPts val="0"/>
              </a:spcAft>
              <a:buSzPts val="1400"/>
              <a:buChar char="■"/>
              <a:defRPr/>
            </a:lvl3pPr>
            <a:lvl4pPr marL="6583680" lvl="3" indent="-1143000">
              <a:spcBef>
                <a:spcPts val="0"/>
              </a:spcBef>
              <a:spcAft>
                <a:spcPts val="0"/>
              </a:spcAft>
              <a:buSzPts val="1400"/>
              <a:buChar char="●"/>
              <a:defRPr/>
            </a:lvl4pPr>
            <a:lvl5pPr marL="8229600" lvl="4" indent="-1143000">
              <a:spcBef>
                <a:spcPts val="0"/>
              </a:spcBef>
              <a:spcAft>
                <a:spcPts val="0"/>
              </a:spcAft>
              <a:buSzPts val="1400"/>
              <a:buChar char="○"/>
              <a:defRPr/>
            </a:lvl5pPr>
            <a:lvl6pPr marL="9875520" lvl="5" indent="-1143000">
              <a:spcBef>
                <a:spcPts val="0"/>
              </a:spcBef>
              <a:spcAft>
                <a:spcPts val="0"/>
              </a:spcAft>
              <a:buSzPts val="1400"/>
              <a:buChar char="■"/>
              <a:defRPr/>
            </a:lvl6pPr>
            <a:lvl7pPr marL="11521440" lvl="6" indent="-1143000">
              <a:spcBef>
                <a:spcPts val="0"/>
              </a:spcBef>
              <a:spcAft>
                <a:spcPts val="0"/>
              </a:spcAft>
              <a:buSzPts val="1400"/>
              <a:buChar char="●"/>
              <a:defRPr/>
            </a:lvl7pPr>
            <a:lvl8pPr marL="13167360" lvl="7" indent="-1143000">
              <a:spcBef>
                <a:spcPts val="0"/>
              </a:spcBef>
              <a:spcAft>
                <a:spcPts val="0"/>
              </a:spcAft>
              <a:buSzPts val="1400"/>
              <a:buChar char="○"/>
              <a:defRPr/>
            </a:lvl8pPr>
            <a:lvl9pPr marL="14813280" lvl="8" indent="-11430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1122120" y="1898773"/>
            <a:ext cx="30674160" cy="244352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1122120" y="4917227"/>
            <a:ext cx="14399640" cy="14576640"/>
          </a:xfrm>
          <a:prstGeom prst="rect">
            <a:avLst/>
          </a:prstGeom>
        </p:spPr>
        <p:txBody>
          <a:bodyPr spcFirstLastPara="1" wrap="square" lIns="91425" tIns="91425" rIns="91425" bIns="91425" anchor="t" anchorCtr="0">
            <a:normAutofit/>
          </a:bodyPr>
          <a:lstStyle>
            <a:lvl1pPr marL="1645920" lvl="0" indent="-1143000">
              <a:spcBef>
                <a:spcPts val="0"/>
              </a:spcBef>
              <a:spcAft>
                <a:spcPts val="0"/>
              </a:spcAft>
              <a:buSzPts val="1400"/>
              <a:buChar char="●"/>
              <a:defRPr sz="5040"/>
            </a:lvl1pPr>
            <a:lvl2pPr marL="3291840" lvl="1" indent="-1097280">
              <a:spcBef>
                <a:spcPts val="0"/>
              </a:spcBef>
              <a:spcAft>
                <a:spcPts val="0"/>
              </a:spcAft>
              <a:buSzPts val="1200"/>
              <a:buChar char="○"/>
              <a:defRPr sz="4320"/>
            </a:lvl2pPr>
            <a:lvl3pPr marL="4937760" lvl="2" indent="-1097280">
              <a:spcBef>
                <a:spcPts val="0"/>
              </a:spcBef>
              <a:spcAft>
                <a:spcPts val="0"/>
              </a:spcAft>
              <a:buSzPts val="1200"/>
              <a:buChar char="■"/>
              <a:defRPr sz="4320"/>
            </a:lvl3pPr>
            <a:lvl4pPr marL="6583680" lvl="3" indent="-1097280">
              <a:spcBef>
                <a:spcPts val="0"/>
              </a:spcBef>
              <a:spcAft>
                <a:spcPts val="0"/>
              </a:spcAft>
              <a:buSzPts val="1200"/>
              <a:buChar char="●"/>
              <a:defRPr sz="4320"/>
            </a:lvl4pPr>
            <a:lvl5pPr marL="8229600" lvl="4" indent="-1097280">
              <a:spcBef>
                <a:spcPts val="0"/>
              </a:spcBef>
              <a:spcAft>
                <a:spcPts val="0"/>
              </a:spcAft>
              <a:buSzPts val="1200"/>
              <a:buChar char="○"/>
              <a:defRPr sz="4320"/>
            </a:lvl5pPr>
            <a:lvl6pPr marL="9875520" lvl="5" indent="-1097280">
              <a:spcBef>
                <a:spcPts val="0"/>
              </a:spcBef>
              <a:spcAft>
                <a:spcPts val="0"/>
              </a:spcAft>
              <a:buSzPts val="1200"/>
              <a:buChar char="■"/>
              <a:defRPr sz="4320"/>
            </a:lvl6pPr>
            <a:lvl7pPr marL="11521440" lvl="6" indent="-1097280">
              <a:spcBef>
                <a:spcPts val="0"/>
              </a:spcBef>
              <a:spcAft>
                <a:spcPts val="0"/>
              </a:spcAft>
              <a:buSzPts val="1200"/>
              <a:buChar char="●"/>
              <a:defRPr sz="4320"/>
            </a:lvl7pPr>
            <a:lvl8pPr marL="13167360" lvl="7" indent="-1097280">
              <a:spcBef>
                <a:spcPts val="0"/>
              </a:spcBef>
              <a:spcAft>
                <a:spcPts val="0"/>
              </a:spcAft>
              <a:buSzPts val="1200"/>
              <a:buChar char="○"/>
              <a:defRPr sz="4320"/>
            </a:lvl8pPr>
            <a:lvl9pPr marL="14813280" lvl="8" indent="-1097280">
              <a:spcBef>
                <a:spcPts val="0"/>
              </a:spcBef>
              <a:spcAft>
                <a:spcPts val="0"/>
              </a:spcAft>
              <a:buSzPts val="1200"/>
              <a:buChar char="■"/>
              <a:defRPr sz="4320"/>
            </a:lvl9pPr>
          </a:lstStyle>
          <a:p>
            <a:endParaRPr/>
          </a:p>
        </p:txBody>
      </p:sp>
      <p:sp>
        <p:nvSpPr>
          <p:cNvPr id="23" name="Google Shape;23;p5"/>
          <p:cNvSpPr txBox="1">
            <a:spLocks noGrp="1"/>
          </p:cNvSpPr>
          <p:nvPr>
            <p:ph type="body" idx="2"/>
          </p:nvPr>
        </p:nvSpPr>
        <p:spPr>
          <a:xfrm>
            <a:off x="17396640" y="4917227"/>
            <a:ext cx="14399640" cy="14576640"/>
          </a:xfrm>
          <a:prstGeom prst="rect">
            <a:avLst/>
          </a:prstGeom>
        </p:spPr>
        <p:txBody>
          <a:bodyPr spcFirstLastPara="1" wrap="square" lIns="91425" tIns="91425" rIns="91425" bIns="91425" anchor="t" anchorCtr="0">
            <a:normAutofit/>
          </a:bodyPr>
          <a:lstStyle>
            <a:lvl1pPr marL="1645920" lvl="0" indent="-1143000">
              <a:spcBef>
                <a:spcPts val="0"/>
              </a:spcBef>
              <a:spcAft>
                <a:spcPts val="0"/>
              </a:spcAft>
              <a:buSzPts val="1400"/>
              <a:buChar char="●"/>
              <a:defRPr sz="5040"/>
            </a:lvl1pPr>
            <a:lvl2pPr marL="3291840" lvl="1" indent="-1097280">
              <a:spcBef>
                <a:spcPts val="0"/>
              </a:spcBef>
              <a:spcAft>
                <a:spcPts val="0"/>
              </a:spcAft>
              <a:buSzPts val="1200"/>
              <a:buChar char="○"/>
              <a:defRPr sz="4320"/>
            </a:lvl2pPr>
            <a:lvl3pPr marL="4937760" lvl="2" indent="-1097280">
              <a:spcBef>
                <a:spcPts val="0"/>
              </a:spcBef>
              <a:spcAft>
                <a:spcPts val="0"/>
              </a:spcAft>
              <a:buSzPts val="1200"/>
              <a:buChar char="■"/>
              <a:defRPr sz="4320"/>
            </a:lvl3pPr>
            <a:lvl4pPr marL="6583680" lvl="3" indent="-1097280">
              <a:spcBef>
                <a:spcPts val="0"/>
              </a:spcBef>
              <a:spcAft>
                <a:spcPts val="0"/>
              </a:spcAft>
              <a:buSzPts val="1200"/>
              <a:buChar char="●"/>
              <a:defRPr sz="4320"/>
            </a:lvl4pPr>
            <a:lvl5pPr marL="8229600" lvl="4" indent="-1097280">
              <a:spcBef>
                <a:spcPts val="0"/>
              </a:spcBef>
              <a:spcAft>
                <a:spcPts val="0"/>
              </a:spcAft>
              <a:buSzPts val="1200"/>
              <a:buChar char="○"/>
              <a:defRPr sz="4320"/>
            </a:lvl5pPr>
            <a:lvl6pPr marL="9875520" lvl="5" indent="-1097280">
              <a:spcBef>
                <a:spcPts val="0"/>
              </a:spcBef>
              <a:spcAft>
                <a:spcPts val="0"/>
              </a:spcAft>
              <a:buSzPts val="1200"/>
              <a:buChar char="■"/>
              <a:defRPr sz="4320"/>
            </a:lvl6pPr>
            <a:lvl7pPr marL="11521440" lvl="6" indent="-1097280">
              <a:spcBef>
                <a:spcPts val="0"/>
              </a:spcBef>
              <a:spcAft>
                <a:spcPts val="0"/>
              </a:spcAft>
              <a:buSzPts val="1200"/>
              <a:buChar char="●"/>
              <a:defRPr sz="4320"/>
            </a:lvl7pPr>
            <a:lvl8pPr marL="13167360" lvl="7" indent="-1097280">
              <a:spcBef>
                <a:spcPts val="0"/>
              </a:spcBef>
              <a:spcAft>
                <a:spcPts val="0"/>
              </a:spcAft>
              <a:buSzPts val="1200"/>
              <a:buChar char="○"/>
              <a:defRPr sz="4320"/>
            </a:lvl8pPr>
            <a:lvl9pPr marL="14813280" lvl="8" indent="-1097280">
              <a:spcBef>
                <a:spcPts val="0"/>
              </a:spcBef>
              <a:spcAft>
                <a:spcPts val="0"/>
              </a:spcAft>
              <a:buSzPts val="1200"/>
              <a:buChar char="■"/>
              <a:defRPr sz="4320"/>
            </a:lvl9pPr>
          </a:lstStyle>
          <a:p>
            <a:endParaRPr/>
          </a:p>
        </p:txBody>
      </p:sp>
      <p:sp>
        <p:nvSpPr>
          <p:cNvPr id="24" name="Google Shape;24;p5"/>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1122120" y="1898773"/>
            <a:ext cx="30674160" cy="244352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1122120" y="2370560"/>
            <a:ext cx="10108800" cy="322432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8640"/>
            </a:lvl1pPr>
            <a:lvl2pPr lvl="1">
              <a:spcBef>
                <a:spcPts val="0"/>
              </a:spcBef>
              <a:spcAft>
                <a:spcPts val="0"/>
              </a:spcAft>
              <a:buSzPts val="2400"/>
              <a:buNone/>
              <a:defRPr sz="8640"/>
            </a:lvl2pPr>
            <a:lvl3pPr lvl="2">
              <a:spcBef>
                <a:spcPts val="0"/>
              </a:spcBef>
              <a:spcAft>
                <a:spcPts val="0"/>
              </a:spcAft>
              <a:buSzPts val="2400"/>
              <a:buNone/>
              <a:defRPr sz="8640"/>
            </a:lvl3pPr>
            <a:lvl4pPr lvl="3">
              <a:spcBef>
                <a:spcPts val="0"/>
              </a:spcBef>
              <a:spcAft>
                <a:spcPts val="0"/>
              </a:spcAft>
              <a:buSzPts val="2400"/>
              <a:buNone/>
              <a:defRPr sz="8640"/>
            </a:lvl4pPr>
            <a:lvl5pPr lvl="4">
              <a:spcBef>
                <a:spcPts val="0"/>
              </a:spcBef>
              <a:spcAft>
                <a:spcPts val="0"/>
              </a:spcAft>
              <a:buSzPts val="2400"/>
              <a:buNone/>
              <a:defRPr sz="8640"/>
            </a:lvl5pPr>
            <a:lvl6pPr lvl="5">
              <a:spcBef>
                <a:spcPts val="0"/>
              </a:spcBef>
              <a:spcAft>
                <a:spcPts val="0"/>
              </a:spcAft>
              <a:buSzPts val="2400"/>
              <a:buNone/>
              <a:defRPr sz="8640"/>
            </a:lvl6pPr>
            <a:lvl7pPr lvl="6">
              <a:spcBef>
                <a:spcPts val="0"/>
              </a:spcBef>
              <a:spcAft>
                <a:spcPts val="0"/>
              </a:spcAft>
              <a:buSzPts val="2400"/>
              <a:buNone/>
              <a:defRPr sz="8640"/>
            </a:lvl7pPr>
            <a:lvl8pPr lvl="7">
              <a:spcBef>
                <a:spcPts val="0"/>
              </a:spcBef>
              <a:spcAft>
                <a:spcPts val="0"/>
              </a:spcAft>
              <a:buSzPts val="2400"/>
              <a:buNone/>
              <a:defRPr sz="8640"/>
            </a:lvl8pPr>
            <a:lvl9pPr lvl="8">
              <a:spcBef>
                <a:spcPts val="0"/>
              </a:spcBef>
              <a:spcAft>
                <a:spcPts val="0"/>
              </a:spcAft>
              <a:buSzPts val="2400"/>
              <a:buNone/>
              <a:defRPr sz="8640"/>
            </a:lvl9pPr>
          </a:lstStyle>
          <a:p>
            <a:endParaRPr/>
          </a:p>
        </p:txBody>
      </p:sp>
      <p:sp>
        <p:nvSpPr>
          <p:cNvPr id="30" name="Google Shape;30;p7"/>
          <p:cNvSpPr txBox="1">
            <a:spLocks noGrp="1"/>
          </p:cNvSpPr>
          <p:nvPr>
            <p:ph type="body" idx="1"/>
          </p:nvPr>
        </p:nvSpPr>
        <p:spPr>
          <a:xfrm>
            <a:off x="1122120" y="5928960"/>
            <a:ext cx="10108800" cy="13565440"/>
          </a:xfrm>
          <a:prstGeom prst="rect">
            <a:avLst/>
          </a:prstGeom>
        </p:spPr>
        <p:txBody>
          <a:bodyPr spcFirstLastPara="1" wrap="square" lIns="91425" tIns="91425" rIns="91425" bIns="91425" anchor="t" anchorCtr="0">
            <a:normAutofit/>
          </a:bodyPr>
          <a:lstStyle>
            <a:lvl1pPr marL="1645920" lvl="0" indent="-1097280">
              <a:spcBef>
                <a:spcPts val="0"/>
              </a:spcBef>
              <a:spcAft>
                <a:spcPts val="0"/>
              </a:spcAft>
              <a:buSzPts val="1200"/>
              <a:buChar char="●"/>
              <a:defRPr sz="4320"/>
            </a:lvl1pPr>
            <a:lvl2pPr marL="3291840" lvl="1" indent="-1097280">
              <a:spcBef>
                <a:spcPts val="0"/>
              </a:spcBef>
              <a:spcAft>
                <a:spcPts val="0"/>
              </a:spcAft>
              <a:buSzPts val="1200"/>
              <a:buChar char="○"/>
              <a:defRPr sz="4320"/>
            </a:lvl2pPr>
            <a:lvl3pPr marL="4937760" lvl="2" indent="-1097280">
              <a:spcBef>
                <a:spcPts val="0"/>
              </a:spcBef>
              <a:spcAft>
                <a:spcPts val="0"/>
              </a:spcAft>
              <a:buSzPts val="1200"/>
              <a:buChar char="■"/>
              <a:defRPr sz="4320"/>
            </a:lvl3pPr>
            <a:lvl4pPr marL="6583680" lvl="3" indent="-1097280">
              <a:spcBef>
                <a:spcPts val="0"/>
              </a:spcBef>
              <a:spcAft>
                <a:spcPts val="0"/>
              </a:spcAft>
              <a:buSzPts val="1200"/>
              <a:buChar char="●"/>
              <a:defRPr sz="4320"/>
            </a:lvl4pPr>
            <a:lvl5pPr marL="8229600" lvl="4" indent="-1097280">
              <a:spcBef>
                <a:spcPts val="0"/>
              </a:spcBef>
              <a:spcAft>
                <a:spcPts val="0"/>
              </a:spcAft>
              <a:buSzPts val="1200"/>
              <a:buChar char="○"/>
              <a:defRPr sz="4320"/>
            </a:lvl5pPr>
            <a:lvl6pPr marL="9875520" lvl="5" indent="-1097280">
              <a:spcBef>
                <a:spcPts val="0"/>
              </a:spcBef>
              <a:spcAft>
                <a:spcPts val="0"/>
              </a:spcAft>
              <a:buSzPts val="1200"/>
              <a:buChar char="■"/>
              <a:defRPr sz="4320"/>
            </a:lvl6pPr>
            <a:lvl7pPr marL="11521440" lvl="6" indent="-1097280">
              <a:spcBef>
                <a:spcPts val="0"/>
              </a:spcBef>
              <a:spcAft>
                <a:spcPts val="0"/>
              </a:spcAft>
              <a:buSzPts val="1200"/>
              <a:buChar char="●"/>
              <a:defRPr sz="4320"/>
            </a:lvl7pPr>
            <a:lvl8pPr marL="13167360" lvl="7" indent="-1097280">
              <a:spcBef>
                <a:spcPts val="0"/>
              </a:spcBef>
              <a:spcAft>
                <a:spcPts val="0"/>
              </a:spcAft>
              <a:buSzPts val="1200"/>
              <a:buChar char="○"/>
              <a:defRPr sz="4320"/>
            </a:lvl8pPr>
            <a:lvl9pPr marL="14813280" lvl="8" indent="-1097280">
              <a:spcBef>
                <a:spcPts val="0"/>
              </a:spcBef>
              <a:spcAft>
                <a:spcPts val="0"/>
              </a:spcAft>
              <a:buSzPts val="1200"/>
              <a:buChar char="■"/>
              <a:defRPr sz="4320"/>
            </a:lvl9pPr>
          </a:lstStyle>
          <a:p>
            <a:endParaRPr/>
          </a:p>
        </p:txBody>
      </p:sp>
      <p:sp>
        <p:nvSpPr>
          <p:cNvPr id="31" name="Google Shape;31;p7"/>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764900" y="1920640"/>
            <a:ext cx="22924080" cy="1745408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17280"/>
            </a:lvl1pPr>
            <a:lvl2pPr lvl="1">
              <a:spcBef>
                <a:spcPts val="0"/>
              </a:spcBef>
              <a:spcAft>
                <a:spcPts val="0"/>
              </a:spcAft>
              <a:buSzPts val="4800"/>
              <a:buNone/>
              <a:defRPr sz="17280"/>
            </a:lvl2pPr>
            <a:lvl3pPr lvl="2">
              <a:spcBef>
                <a:spcPts val="0"/>
              </a:spcBef>
              <a:spcAft>
                <a:spcPts val="0"/>
              </a:spcAft>
              <a:buSzPts val="4800"/>
              <a:buNone/>
              <a:defRPr sz="17280"/>
            </a:lvl3pPr>
            <a:lvl4pPr lvl="3">
              <a:spcBef>
                <a:spcPts val="0"/>
              </a:spcBef>
              <a:spcAft>
                <a:spcPts val="0"/>
              </a:spcAft>
              <a:buSzPts val="4800"/>
              <a:buNone/>
              <a:defRPr sz="17280"/>
            </a:lvl4pPr>
            <a:lvl5pPr lvl="4">
              <a:spcBef>
                <a:spcPts val="0"/>
              </a:spcBef>
              <a:spcAft>
                <a:spcPts val="0"/>
              </a:spcAft>
              <a:buSzPts val="4800"/>
              <a:buNone/>
              <a:defRPr sz="17280"/>
            </a:lvl5pPr>
            <a:lvl6pPr lvl="5">
              <a:spcBef>
                <a:spcPts val="0"/>
              </a:spcBef>
              <a:spcAft>
                <a:spcPts val="0"/>
              </a:spcAft>
              <a:buSzPts val="4800"/>
              <a:buNone/>
              <a:defRPr sz="17280"/>
            </a:lvl6pPr>
            <a:lvl7pPr lvl="6">
              <a:spcBef>
                <a:spcPts val="0"/>
              </a:spcBef>
              <a:spcAft>
                <a:spcPts val="0"/>
              </a:spcAft>
              <a:buSzPts val="4800"/>
              <a:buNone/>
              <a:defRPr sz="17280"/>
            </a:lvl7pPr>
            <a:lvl8pPr lvl="7">
              <a:spcBef>
                <a:spcPts val="0"/>
              </a:spcBef>
              <a:spcAft>
                <a:spcPts val="0"/>
              </a:spcAft>
              <a:buSzPts val="4800"/>
              <a:buNone/>
              <a:defRPr sz="17280"/>
            </a:lvl8pPr>
            <a:lvl9pPr lvl="8">
              <a:spcBef>
                <a:spcPts val="0"/>
              </a:spcBef>
              <a:spcAft>
                <a:spcPts val="0"/>
              </a:spcAft>
              <a:buSzPts val="4800"/>
              <a:buNone/>
              <a:defRPr sz="17280"/>
            </a:lvl9pPr>
          </a:lstStyle>
          <a:p>
            <a:endParaRPr/>
          </a:p>
        </p:txBody>
      </p:sp>
      <p:sp>
        <p:nvSpPr>
          <p:cNvPr id="34" name="Google Shape;34;p8"/>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16459200" y="-533"/>
            <a:ext cx="16459200" cy="21945600"/>
          </a:xfrm>
          <a:prstGeom prst="rect">
            <a:avLst/>
          </a:prstGeom>
          <a:solidFill>
            <a:schemeClr val="lt2"/>
          </a:solidFill>
          <a:ln>
            <a:noFill/>
          </a:ln>
        </p:spPr>
        <p:txBody>
          <a:bodyPr spcFirstLastPara="1" wrap="square" lIns="329130" tIns="329130" rIns="329130" bIns="329130" anchor="ctr" anchorCtr="0">
            <a:noAutofit/>
          </a:bodyPr>
          <a:lstStyle/>
          <a:p>
            <a:pPr marL="0" lvl="0" indent="0" algn="l" rtl="0">
              <a:spcBef>
                <a:spcPts val="0"/>
              </a:spcBef>
              <a:spcAft>
                <a:spcPts val="0"/>
              </a:spcAft>
              <a:buNone/>
            </a:pPr>
            <a:endParaRPr sz="19354"/>
          </a:p>
        </p:txBody>
      </p:sp>
      <p:sp>
        <p:nvSpPr>
          <p:cNvPr id="37" name="Google Shape;37;p9"/>
          <p:cNvSpPr txBox="1">
            <a:spLocks noGrp="1"/>
          </p:cNvSpPr>
          <p:nvPr>
            <p:ph type="title"/>
          </p:nvPr>
        </p:nvSpPr>
        <p:spPr>
          <a:xfrm>
            <a:off x="955800" y="5261547"/>
            <a:ext cx="14562720" cy="632448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15120"/>
            </a:lvl1pPr>
            <a:lvl2pPr lvl="1" algn="ctr">
              <a:spcBef>
                <a:spcPts val="0"/>
              </a:spcBef>
              <a:spcAft>
                <a:spcPts val="0"/>
              </a:spcAft>
              <a:buSzPts val="4200"/>
              <a:buNone/>
              <a:defRPr sz="15120"/>
            </a:lvl2pPr>
            <a:lvl3pPr lvl="2" algn="ctr">
              <a:spcBef>
                <a:spcPts val="0"/>
              </a:spcBef>
              <a:spcAft>
                <a:spcPts val="0"/>
              </a:spcAft>
              <a:buSzPts val="4200"/>
              <a:buNone/>
              <a:defRPr sz="15120"/>
            </a:lvl3pPr>
            <a:lvl4pPr lvl="3" algn="ctr">
              <a:spcBef>
                <a:spcPts val="0"/>
              </a:spcBef>
              <a:spcAft>
                <a:spcPts val="0"/>
              </a:spcAft>
              <a:buSzPts val="4200"/>
              <a:buNone/>
              <a:defRPr sz="15120"/>
            </a:lvl4pPr>
            <a:lvl5pPr lvl="4" algn="ctr">
              <a:spcBef>
                <a:spcPts val="0"/>
              </a:spcBef>
              <a:spcAft>
                <a:spcPts val="0"/>
              </a:spcAft>
              <a:buSzPts val="4200"/>
              <a:buNone/>
              <a:defRPr sz="15120"/>
            </a:lvl5pPr>
            <a:lvl6pPr lvl="5" algn="ctr">
              <a:spcBef>
                <a:spcPts val="0"/>
              </a:spcBef>
              <a:spcAft>
                <a:spcPts val="0"/>
              </a:spcAft>
              <a:buSzPts val="4200"/>
              <a:buNone/>
              <a:defRPr sz="15120"/>
            </a:lvl6pPr>
            <a:lvl7pPr lvl="6" algn="ctr">
              <a:spcBef>
                <a:spcPts val="0"/>
              </a:spcBef>
              <a:spcAft>
                <a:spcPts val="0"/>
              </a:spcAft>
              <a:buSzPts val="4200"/>
              <a:buNone/>
              <a:defRPr sz="15120"/>
            </a:lvl7pPr>
            <a:lvl8pPr lvl="7" algn="ctr">
              <a:spcBef>
                <a:spcPts val="0"/>
              </a:spcBef>
              <a:spcAft>
                <a:spcPts val="0"/>
              </a:spcAft>
              <a:buSzPts val="4200"/>
              <a:buNone/>
              <a:defRPr sz="15120"/>
            </a:lvl8pPr>
            <a:lvl9pPr lvl="8" algn="ctr">
              <a:spcBef>
                <a:spcPts val="0"/>
              </a:spcBef>
              <a:spcAft>
                <a:spcPts val="0"/>
              </a:spcAft>
              <a:buSzPts val="4200"/>
              <a:buNone/>
              <a:defRPr sz="15120"/>
            </a:lvl9pPr>
          </a:lstStyle>
          <a:p>
            <a:endParaRPr/>
          </a:p>
        </p:txBody>
      </p:sp>
      <p:sp>
        <p:nvSpPr>
          <p:cNvPr id="38" name="Google Shape;38;p9"/>
          <p:cNvSpPr txBox="1">
            <a:spLocks noGrp="1"/>
          </p:cNvSpPr>
          <p:nvPr>
            <p:ph type="subTitle" idx="1"/>
          </p:nvPr>
        </p:nvSpPr>
        <p:spPr>
          <a:xfrm>
            <a:off x="955800" y="11959787"/>
            <a:ext cx="14562720" cy="5269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7560"/>
            </a:lvl1pPr>
            <a:lvl2pPr lvl="1" algn="ctr">
              <a:lnSpc>
                <a:spcPct val="100000"/>
              </a:lnSpc>
              <a:spcBef>
                <a:spcPts val="0"/>
              </a:spcBef>
              <a:spcAft>
                <a:spcPts val="0"/>
              </a:spcAft>
              <a:buSzPts val="2100"/>
              <a:buNone/>
              <a:defRPr sz="7560"/>
            </a:lvl2pPr>
            <a:lvl3pPr lvl="2" algn="ctr">
              <a:lnSpc>
                <a:spcPct val="100000"/>
              </a:lnSpc>
              <a:spcBef>
                <a:spcPts val="0"/>
              </a:spcBef>
              <a:spcAft>
                <a:spcPts val="0"/>
              </a:spcAft>
              <a:buSzPts val="2100"/>
              <a:buNone/>
              <a:defRPr sz="7560"/>
            </a:lvl3pPr>
            <a:lvl4pPr lvl="3" algn="ctr">
              <a:lnSpc>
                <a:spcPct val="100000"/>
              </a:lnSpc>
              <a:spcBef>
                <a:spcPts val="0"/>
              </a:spcBef>
              <a:spcAft>
                <a:spcPts val="0"/>
              </a:spcAft>
              <a:buSzPts val="2100"/>
              <a:buNone/>
              <a:defRPr sz="7560"/>
            </a:lvl4pPr>
            <a:lvl5pPr lvl="4" algn="ctr">
              <a:lnSpc>
                <a:spcPct val="100000"/>
              </a:lnSpc>
              <a:spcBef>
                <a:spcPts val="0"/>
              </a:spcBef>
              <a:spcAft>
                <a:spcPts val="0"/>
              </a:spcAft>
              <a:buSzPts val="2100"/>
              <a:buNone/>
              <a:defRPr sz="7560"/>
            </a:lvl5pPr>
            <a:lvl6pPr lvl="5" algn="ctr">
              <a:lnSpc>
                <a:spcPct val="100000"/>
              </a:lnSpc>
              <a:spcBef>
                <a:spcPts val="0"/>
              </a:spcBef>
              <a:spcAft>
                <a:spcPts val="0"/>
              </a:spcAft>
              <a:buSzPts val="2100"/>
              <a:buNone/>
              <a:defRPr sz="7560"/>
            </a:lvl6pPr>
            <a:lvl7pPr lvl="6" algn="ctr">
              <a:lnSpc>
                <a:spcPct val="100000"/>
              </a:lnSpc>
              <a:spcBef>
                <a:spcPts val="0"/>
              </a:spcBef>
              <a:spcAft>
                <a:spcPts val="0"/>
              </a:spcAft>
              <a:buSzPts val="2100"/>
              <a:buNone/>
              <a:defRPr sz="7560"/>
            </a:lvl7pPr>
            <a:lvl8pPr lvl="7" algn="ctr">
              <a:lnSpc>
                <a:spcPct val="100000"/>
              </a:lnSpc>
              <a:spcBef>
                <a:spcPts val="0"/>
              </a:spcBef>
              <a:spcAft>
                <a:spcPts val="0"/>
              </a:spcAft>
              <a:buSzPts val="2100"/>
              <a:buNone/>
              <a:defRPr sz="7560"/>
            </a:lvl8pPr>
            <a:lvl9pPr lvl="8" algn="ctr">
              <a:lnSpc>
                <a:spcPct val="100000"/>
              </a:lnSpc>
              <a:spcBef>
                <a:spcPts val="0"/>
              </a:spcBef>
              <a:spcAft>
                <a:spcPts val="0"/>
              </a:spcAft>
              <a:buSzPts val="2100"/>
              <a:buNone/>
              <a:defRPr sz="7560"/>
            </a:lvl9pPr>
          </a:lstStyle>
          <a:p>
            <a:endParaRPr/>
          </a:p>
        </p:txBody>
      </p:sp>
      <p:sp>
        <p:nvSpPr>
          <p:cNvPr id="39" name="Google Shape;39;p9"/>
          <p:cNvSpPr txBox="1">
            <a:spLocks noGrp="1"/>
          </p:cNvSpPr>
          <p:nvPr>
            <p:ph type="body" idx="2"/>
          </p:nvPr>
        </p:nvSpPr>
        <p:spPr>
          <a:xfrm>
            <a:off x="17782200" y="3089387"/>
            <a:ext cx="13813200" cy="15765760"/>
          </a:xfrm>
          <a:prstGeom prst="rect">
            <a:avLst/>
          </a:prstGeom>
        </p:spPr>
        <p:txBody>
          <a:bodyPr spcFirstLastPara="1" wrap="square" lIns="91425" tIns="91425" rIns="91425" bIns="91425" anchor="ctr" anchorCtr="0">
            <a:normAutofit/>
          </a:bodyPr>
          <a:lstStyle>
            <a:lvl1pPr marL="1645920" lvl="0" indent="-1234440">
              <a:spcBef>
                <a:spcPts val="0"/>
              </a:spcBef>
              <a:spcAft>
                <a:spcPts val="0"/>
              </a:spcAft>
              <a:buSzPts val="1800"/>
              <a:buChar char="●"/>
              <a:defRPr/>
            </a:lvl1pPr>
            <a:lvl2pPr marL="3291840" lvl="1" indent="-1143000">
              <a:spcBef>
                <a:spcPts val="0"/>
              </a:spcBef>
              <a:spcAft>
                <a:spcPts val="0"/>
              </a:spcAft>
              <a:buSzPts val="1400"/>
              <a:buChar char="○"/>
              <a:defRPr/>
            </a:lvl2pPr>
            <a:lvl3pPr marL="4937760" lvl="2" indent="-1143000">
              <a:spcBef>
                <a:spcPts val="0"/>
              </a:spcBef>
              <a:spcAft>
                <a:spcPts val="0"/>
              </a:spcAft>
              <a:buSzPts val="1400"/>
              <a:buChar char="■"/>
              <a:defRPr/>
            </a:lvl3pPr>
            <a:lvl4pPr marL="6583680" lvl="3" indent="-1143000">
              <a:spcBef>
                <a:spcPts val="0"/>
              </a:spcBef>
              <a:spcAft>
                <a:spcPts val="0"/>
              </a:spcAft>
              <a:buSzPts val="1400"/>
              <a:buChar char="●"/>
              <a:defRPr/>
            </a:lvl4pPr>
            <a:lvl5pPr marL="8229600" lvl="4" indent="-1143000">
              <a:spcBef>
                <a:spcPts val="0"/>
              </a:spcBef>
              <a:spcAft>
                <a:spcPts val="0"/>
              </a:spcAft>
              <a:buSzPts val="1400"/>
              <a:buChar char="○"/>
              <a:defRPr/>
            </a:lvl5pPr>
            <a:lvl6pPr marL="9875520" lvl="5" indent="-1143000">
              <a:spcBef>
                <a:spcPts val="0"/>
              </a:spcBef>
              <a:spcAft>
                <a:spcPts val="0"/>
              </a:spcAft>
              <a:buSzPts val="1400"/>
              <a:buChar char="■"/>
              <a:defRPr/>
            </a:lvl6pPr>
            <a:lvl7pPr marL="11521440" lvl="6" indent="-1143000">
              <a:spcBef>
                <a:spcPts val="0"/>
              </a:spcBef>
              <a:spcAft>
                <a:spcPts val="0"/>
              </a:spcAft>
              <a:buSzPts val="1400"/>
              <a:buChar char="●"/>
              <a:defRPr/>
            </a:lvl7pPr>
            <a:lvl8pPr marL="13167360" lvl="7" indent="-1143000">
              <a:spcBef>
                <a:spcPts val="0"/>
              </a:spcBef>
              <a:spcAft>
                <a:spcPts val="0"/>
              </a:spcAft>
              <a:buSzPts val="1400"/>
              <a:buChar char="○"/>
              <a:defRPr/>
            </a:lvl8pPr>
            <a:lvl9pPr marL="14813280" lvl="8" indent="-11430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1122120" y="18050453"/>
            <a:ext cx="21595680" cy="2581760"/>
          </a:xfrm>
          <a:prstGeom prst="rect">
            <a:avLst/>
          </a:prstGeom>
        </p:spPr>
        <p:txBody>
          <a:bodyPr spcFirstLastPara="1" wrap="square" lIns="91425" tIns="91425" rIns="91425" bIns="91425" anchor="ctr" anchorCtr="0">
            <a:normAutofit/>
          </a:bodyPr>
          <a:lstStyle>
            <a:lvl1pPr marL="1645920" lvl="0" indent="-82296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1122120" y="4719467"/>
            <a:ext cx="30674160" cy="83776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43200"/>
            </a:lvl1pPr>
            <a:lvl2pPr lvl="1" algn="ctr">
              <a:spcBef>
                <a:spcPts val="0"/>
              </a:spcBef>
              <a:spcAft>
                <a:spcPts val="0"/>
              </a:spcAft>
              <a:buSzPts val="12000"/>
              <a:buNone/>
              <a:defRPr sz="43200"/>
            </a:lvl2pPr>
            <a:lvl3pPr lvl="2" algn="ctr">
              <a:spcBef>
                <a:spcPts val="0"/>
              </a:spcBef>
              <a:spcAft>
                <a:spcPts val="0"/>
              </a:spcAft>
              <a:buSzPts val="12000"/>
              <a:buNone/>
              <a:defRPr sz="43200"/>
            </a:lvl3pPr>
            <a:lvl4pPr lvl="3" algn="ctr">
              <a:spcBef>
                <a:spcPts val="0"/>
              </a:spcBef>
              <a:spcAft>
                <a:spcPts val="0"/>
              </a:spcAft>
              <a:buSzPts val="12000"/>
              <a:buNone/>
              <a:defRPr sz="43200"/>
            </a:lvl4pPr>
            <a:lvl5pPr lvl="4" algn="ctr">
              <a:spcBef>
                <a:spcPts val="0"/>
              </a:spcBef>
              <a:spcAft>
                <a:spcPts val="0"/>
              </a:spcAft>
              <a:buSzPts val="12000"/>
              <a:buNone/>
              <a:defRPr sz="43200"/>
            </a:lvl5pPr>
            <a:lvl6pPr lvl="5" algn="ctr">
              <a:spcBef>
                <a:spcPts val="0"/>
              </a:spcBef>
              <a:spcAft>
                <a:spcPts val="0"/>
              </a:spcAft>
              <a:buSzPts val="12000"/>
              <a:buNone/>
              <a:defRPr sz="43200"/>
            </a:lvl6pPr>
            <a:lvl7pPr lvl="6" algn="ctr">
              <a:spcBef>
                <a:spcPts val="0"/>
              </a:spcBef>
              <a:spcAft>
                <a:spcPts val="0"/>
              </a:spcAft>
              <a:buSzPts val="12000"/>
              <a:buNone/>
              <a:defRPr sz="43200"/>
            </a:lvl7pPr>
            <a:lvl8pPr lvl="7" algn="ctr">
              <a:spcBef>
                <a:spcPts val="0"/>
              </a:spcBef>
              <a:spcAft>
                <a:spcPts val="0"/>
              </a:spcAft>
              <a:buSzPts val="12000"/>
              <a:buNone/>
              <a:defRPr sz="43200"/>
            </a:lvl8pPr>
            <a:lvl9pPr lvl="8" algn="ctr">
              <a:spcBef>
                <a:spcPts val="0"/>
              </a:spcBef>
              <a:spcAft>
                <a:spcPts val="0"/>
              </a:spcAft>
              <a:buSzPts val="12000"/>
              <a:buNone/>
              <a:defRPr sz="43200"/>
            </a:lvl9pPr>
          </a:lstStyle>
          <a:p>
            <a:r>
              <a:t>xx%</a:t>
            </a:r>
          </a:p>
        </p:txBody>
      </p:sp>
      <p:sp>
        <p:nvSpPr>
          <p:cNvPr id="46" name="Google Shape;46;p11"/>
          <p:cNvSpPr txBox="1">
            <a:spLocks noGrp="1"/>
          </p:cNvSpPr>
          <p:nvPr>
            <p:ph type="body" idx="1"/>
          </p:nvPr>
        </p:nvSpPr>
        <p:spPr>
          <a:xfrm>
            <a:off x="1122120" y="13449493"/>
            <a:ext cx="30674160" cy="5550080"/>
          </a:xfrm>
          <a:prstGeom prst="rect">
            <a:avLst/>
          </a:prstGeom>
        </p:spPr>
        <p:txBody>
          <a:bodyPr spcFirstLastPara="1" wrap="square" lIns="91425" tIns="91425" rIns="91425" bIns="91425" anchor="t" anchorCtr="0">
            <a:normAutofit/>
          </a:bodyPr>
          <a:lstStyle>
            <a:lvl1pPr marL="1645920" lvl="0" indent="-1234440" algn="ctr">
              <a:spcBef>
                <a:spcPts val="0"/>
              </a:spcBef>
              <a:spcAft>
                <a:spcPts val="0"/>
              </a:spcAft>
              <a:buSzPts val="1800"/>
              <a:buChar char="●"/>
              <a:defRPr/>
            </a:lvl1pPr>
            <a:lvl2pPr marL="3291840" lvl="1" indent="-1143000" algn="ctr">
              <a:spcBef>
                <a:spcPts val="0"/>
              </a:spcBef>
              <a:spcAft>
                <a:spcPts val="0"/>
              </a:spcAft>
              <a:buSzPts val="1400"/>
              <a:buChar char="○"/>
              <a:defRPr/>
            </a:lvl2pPr>
            <a:lvl3pPr marL="4937760" lvl="2" indent="-1143000" algn="ctr">
              <a:spcBef>
                <a:spcPts val="0"/>
              </a:spcBef>
              <a:spcAft>
                <a:spcPts val="0"/>
              </a:spcAft>
              <a:buSzPts val="1400"/>
              <a:buChar char="■"/>
              <a:defRPr/>
            </a:lvl3pPr>
            <a:lvl4pPr marL="6583680" lvl="3" indent="-1143000" algn="ctr">
              <a:spcBef>
                <a:spcPts val="0"/>
              </a:spcBef>
              <a:spcAft>
                <a:spcPts val="0"/>
              </a:spcAft>
              <a:buSzPts val="1400"/>
              <a:buChar char="●"/>
              <a:defRPr/>
            </a:lvl4pPr>
            <a:lvl5pPr marL="8229600" lvl="4" indent="-1143000" algn="ctr">
              <a:spcBef>
                <a:spcPts val="0"/>
              </a:spcBef>
              <a:spcAft>
                <a:spcPts val="0"/>
              </a:spcAft>
              <a:buSzPts val="1400"/>
              <a:buChar char="○"/>
              <a:defRPr/>
            </a:lvl5pPr>
            <a:lvl6pPr marL="9875520" lvl="5" indent="-1143000" algn="ctr">
              <a:spcBef>
                <a:spcPts val="0"/>
              </a:spcBef>
              <a:spcAft>
                <a:spcPts val="0"/>
              </a:spcAft>
              <a:buSzPts val="1400"/>
              <a:buChar char="■"/>
              <a:defRPr/>
            </a:lvl6pPr>
            <a:lvl7pPr marL="11521440" lvl="6" indent="-1143000" algn="ctr">
              <a:spcBef>
                <a:spcPts val="0"/>
              </a:spcBef>
              <a:spcAft>
                <a:spcPts val="0"/>
              </a:spcAft>
              <a:buSzPts val="1400"/>
              <a:buChar char="●"/>
              <a:defRPr/>
            </a:lvl7pPr>
            <a:lvl8pPr marL="13167360" lvl="7" indent="-1143000" algn="ctr">
              <a:spcBef>
                <a:spcPts val="0"/>
              </a:spcBef>
              <a:spcAft>
                <a:spcPts val="0"/>
              </a:spcAft>
              <a:buSzPts val="1400"/>
              <a:buChar char="○"/>
              <a:defRPr/>
            </a:lvl8pPr>
            <a:lvl9pPr marL="14813280" lvl="8" indent="-11430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122120" y="1898773"/>
            <a:ext cx="30674160" cy="244352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1122120" y="4917227"/>
            <a:ext cx="30674160" cy="1457664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30500849" y="19896393"/>
            <a:ext cx="1975320" cy="1679360"/>
          </a:xfrm>
          <a:prstGeom prst="rect">
            <a:avLst/>
          </a:prstGeom>
          <a:noFill/>
          <a:ln>
            <a:noFill/>
          </a:ln>
        </p:spPr>
        <p:txBody>
          <a:bodyPr spcFirstLastPara="1" wrap="square" lIns="91425" tIns="91425" rIns="91425" bIns="91425" anchor="ctr" anchorCtr="0">
            <a:normAutofit/>
          </a:bodyPr>
          <a:lstStyle>
            <a:lvl1pPr lvl="0" algn="r">
              <a:buNone/>
              <a:defRPr sz="3600">
                <a:solidFill>
                  <a:schemeClr val="dk2"/>
                </a:solidFill>
              </a:defRPr>
            </a:lvl1pPr>
            <a:lvl2pPr lvl="1" algn="r">
              <a:buNone/>
              <a:defRPr sz="3600">
                <a:solidFill>
                  <a:schemeClr val="dk2"/>
                </a:solidFill>
              </a:defRPr>
            </a:lvl2pPr>
            <a:lvl3pPr lvl="2" algn="r">
              <a:buNone/>
              <a:defRPr sz="3600">
                <a:solidFill>
                  <a:schemeClr val="dk2"/>
                </a:solidFill>
              </a:defRPr>
            </a:lvl3pPr>
            <a:lvl4pPr lvl="3" algn="r">
              <a:buNone/>
              <a:defRPr sz="3600">
                <a:solidFill>
                  <a:schemeClr val="dk2"/>
                </a:solidFill>
              </a:defRPr>
            </a:lvl4pPr>
            <a:lvl5pPr lvl="4" algn="r">
              <a:buNone/>
              <a:defRPr sz="3600">
                <a:solidFill>
                  <a:schemeClr val="dk2"/>
                </a:solidFill>
              </a:defRPr>
            </a:lvl5pPr>
            <a:lvl6pPr lvl="5" algn="r">
              <a:buNone/>
              <a:defRPr sz="3600">
                <a:solidFill>
                  <a:schemeClr val="dk2"/>
                </a:solidFill>
              </a:defRPr>
            </a:lvl6pPr>
            <a:lvl7pPr lvl="6" algn="r">
              <a:buNone/>
              <a:defRPr sz="3600">
                <a:solidFill>
                  <a:schemeClr val="dk2"/>
                </a:solidFill>
              </a:defRPr>
            </a:lvl7pPr>
            <a:lvl8pPr lvl="7" algn="r">
              <a:buNone/>
              <a:defRPr sz="3600">
                <a:solidFill>
                  <a:schemeClr val="dk2"/>
                </a:solidFill>
              </a:defRPr>
            </a:lvl8pPr>
            <a:lvl9pPr lvl="8" algn="r">
              <a:buNone/>
              <a:defRPr sz="36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 Id="rId17" Type="http://schemas.openxmlformats.org/officeDocument/2006/relationships/image" Target="../media/image15.png"/><Relationship Id="rId18" Type="http://schemas.openxmlformats.org/officeDocument/2006/relationships/image" Target="../media/image16.png"/><Relationship Id="rId19"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44" name="Google Shape;244;p18"/>
          <p:cNvSpPr txBox="1"/>
          <p:nvPr/>
        </p:nvSpPr>
        <p:spPr>
          <a:xfrm>
            <a:off x="4232956" y="1198310"/>
            <a:ext cx="24384240" cy="1652400"/>
          </a:xfrm>
          <a:prstGeom prst="rect">
            <a:avLst/>
          </a:prstGeom>
          <a:noFill/>
          <a:ln>
            <a:noFill/>
          </a:ln>
        </p:spPr>
        <p:txBody>
          <a:bodyPr spcFirstLastPara="1" wrap="square" lIns="0" tIns="0" rIns="0" bIns="0" anchor="t" anchorCtr="0">
            <a:noAutofit/>
          </a:bodyPr>
          <a:lstStyle/>
          <a:p>
            <a:pPr algn="ctr">
              <a:spcBef>
                <a:spcPts val="1080"/>
              </a:spcBef>
              <a:buClr>
                <a:srgbClr val="235078"/>
              </a:buClr>
              <a:buSzPts val="1500"/>
            </a:pPr>
            <a:r>
              <a:rPr lang="en" sz="5400" b="1" dirty="0">
                <a:solidFill>
                  <a:srgbClr val="235078"/>
                </a:solidFill>
                <a:latin typeface="Libre Baskerville"/>
                <a:ea typeface="Libre Baskerville"/>
                <a:cs typeface="Libre Baskerville"/>
                <a:sym typeface="Libre Baskerville"/>
              </a:rPr>
              <a:t>Rising Violence: An Emergency Department Survey Study</a:t>
            </a:r>
            <a:endParaRPr sz="1440" b="1" dirty="0"/>
          </a:p>
        </p:txBody>
      </p:sp>
      <p:sp>
        <p:nvSpPr>
          <p:cNvPr id="245" name="Google Shape;245;p18"/>
          <p:cNvSpPr txBox="1"/>
          <p:nvPr/>
        </p:nvSpPr>
        <p:spPr>
          <a:xfrm>
            <a:off x="4089287" y="2540278"/>
            <a:ext cx="24384240" cy="1841530"/>
          </a:xfrm>
          <a:prstGeom prst="rect">
            <a:avLst/>
          </a:prstGeom>
          <a:noFill/>
          <a:ln>
            <a:noFill/>
          </a:ln>
        </p:spPr>
        <p:txBody>
          <a:bodyPr spcFirstLastPara="1" wrap="square" lIns="0" tIns="0" rIns="0" bIns="0" anchor="t" anchorCtr="0">
            <a:spAutoFit/>
          </a:bodyPr>
          <a:lstStyle/>
          <a:p>
            <a:pPr algn="ctr">
              <a:buClr>
                <a:srgbClr val="235078"/>
              </a:buClr>
              <a:buSzPts val="1000"/>
            </a:pPr>
            <a:r>
              <a:rPr lang="en" sz="3600" b="1" dirty="0">
                <a:solidFill>
                  <a:srgbClr val="235078"/>
                </a:solidFill>
                <a:latin typeface="Montserrat"/>
                <a:ea typeface="Montserrat"/>
                <a:cs typeface="Montserrat"/>
                <a:sym typeface="Montserrat"/>
              </a:rPr>
              <a:t>Mason Pitcher, Ashley </a:t>
            </a:r>
            <a:r>
              <a:rPr lang="en" sz="3600" b="1" dirty="0" err="1">
                <a:solidFill>
                  <a:srgbClr val="235078"/>
                </a:solidFill>
                <a:latin typeface="Montserrat"/>
                <a:ea typeface="Montserrat"/>
                <a:cs typeface="Montserrat"/>
                <a:sym typeface="Montserrat"/>
              </a:rPr>
              <a:t>Garispe</a:t>
            </a:r>
            <a:endParaRPr sz="1440" b="1" dirty="0"/>
          </a:p>
          <a:p>
            <a:pPr algn="ctr">
              <a:spcBef>
                <a:spcPts val="720"/>
              </a:spcBef>
              <a:buClr>
                <a:srgbClr val="235078"/>
              </a:buClr>
              <a:buSzPts val="1000"/>
            </a:pPr>
            <a:r>
              <a:rPr lang="en" sz="3600" b="1" dirty="0">
                <a:solidFill>
                  <a:srgbClr val="235078"/>
                </a:solidFill>
                <a:latin typeface="Montserrat"/>
                <a:ea typeface="Montserrat"/>
                <a:cs typeface="Montserrat"/>
                <a:sym typeface="Montserrat"/>
              </a:rPr>
              <a:t>Saint Agnes Medical Center; Fresno, CA</a:t>
            </a:r>
            <a:endParaRPr sz="1440" b="1" dirty="0"/>
          </a:p>
          <a:p>
            <a:pPr algn="ctr">
              <a:spcBef>
                <a:spcPts val="720"/>
              </a:spcBef>
              <a:buClr>
                <a:schemeClr val="dk2"/>
              </a:buClr>
              <a:buSzPts val="1000"/>
            </a:pPr>
            <a:endParaRPr sz="3600" dirty="0">
              <a:solidFill>
                <a:srgbClr val="235078"/>
              </a:solidFill>
              <a:latin typeface="Montserrat"/>
              <a:ea typeface="Montserrat"/>
              <a:cs typeface="Montserrat"/>
              <a:sym typeface="Montserrat"/>
            </a:endParaRPr>
          </a:p>
        </p:txBody>
      </p:sp>
      <p:pic>
        <p:nvPicPr>
          <p:cNvPr id="255" name="Google Shape;255;p18"/>
          <p:cNvPicPr preferRelativeResize="0"/>
          <p:nvPr/>
        </p:nvPicPr>
        <p:blipFill rotWithShape="1">
          <a:blip r:embed="rId3">
            <a:alphaModFix/>
          </a:blip>
          <a:srcRect/>
          <a:stretch/>
        </p:blipFill>
        <p:spPr>
          <a:xfrm>
            <a:off x="924361" y="885294"/>
            <a:ext cx="2804868" cy="2804868"/>
          </a:xfrm>
          <a:prstGeom prst="rect">
            <a:avLst/>
          </a:prstGeom>
          <a:noFill/>
          <a:ln>
            <a:noFill/>
          </a:ln>
        </p:spPr>
      </p:pic>
      <p:grpSp>
        <p:nvGrpSpPr>
          <p:cNvPr id="2" name="Group 1">
            <a:extLst>
              <a:ext uri="{FF2B5EF4-FFF2-40B4-BE49-F238E27FC236}">
                <a16:creationId xmlns:a16="http://schemas.microsoft.com/office/drawing/2014/main" id="{55E080B5-6A80-7A84-9C46-95925B41DD7F}"/>
              </a:ext>
            </a:extLst>
          </p:cNvPr>
          <p:cNvGrpSpPr/>
          <p:nvPr/>
        </p:nvGrpSpPr>
        <p:grpSpPr>
          <a:xfrm>
            <a:off x="0" y="3938954"/>
            <a:ext cx="32918400" cy="18006646"/>
            <a:chOff x="-1984" y="5024826"/>
            <a:chExt cx="32922418" cy="15127208"/>
          </a:xfrm>
        </p:grpSpPr>
        <p:grpSp>
          <p:nvGrpSpPr>
            <p:cNvPr id="237" name="Google Shape;237;p18"/>
            <p:cNvGrpSpPr/>
            <p:nvPr/>
          </p:nvGrpSpPr>
          <p:grpSpPr>
            <a:xfrm>
              <a:off x="-1984" y="5024826"/>
              <a:ext cx="32922418" cy="15127208"/>
              <a:chOff x="-3" y="4018869"/>
              <a:chExt cx="32919783" cy="17926632"/>
            </a:xfrm>
          </p:grpSpPr>
          <p:sp>
            <p:nvSpPr>
              <p:cNvPr id="238" name="Google Shape;238;p18"/>
              <p:cNvSpPr/>
              <p:nvPr/>
            </p:nvSpPr>
            <p:spPr>
              <a:xfrm rot="10800000" flipH="1">
                <a:off x="1" y="4135087"/>
                <a:ext cx="32918383" cy="11366258"/>
              </a:xfrm>
              <a:custGeom>
                <a:avLst/>
                <a:gdLst/>
                <a:ahLst/>
                <a:cxnLst/>
                <a:rect l="l" t="t" r="r" b="b"/>
                <a:pathLst>
                  <a:path w="15601" h="21351" extrusionOk="0">
                    <a:moveTo>
                      <a:pt x="0" y="29"/>
                    </a:moveTo>
                    <a:lnTo>
                      <a:pt x="15591" y="0"/>
                    </a:lnTo>
                    <a:cubicBezTo>
                      <a:pt x="15591" y="5774"/>
                      <a:pt x="15601" y="13467"/>
                      <a:pt x="15601" y="19241"/>
                    </a:cubicBezTo>
                    <a:cubicBezTo>
                      <a:pt x="10638" y="19328"/>
                      <a:pt x="7602" y="23020"/>
                      <a:pt x="0" y="20434"/>
                    </a:cubicBezTo>
                    <a:lnTo>
                      <a:pt x="0" y="29"/>
                    </a:lnTo>
                    <a:close/>
                  </a:path>
                </a:pathLst>
              </a:custGeom>
              <a:solidFill>
                <a:srgbClr val="235078"/>
              </a:solidFill>
              <a:ln>
                <a:noFill/>
              </a:ln>
            </p:spPr>
            <p:txBody>
              <a:bodyPr spcFirstLastPara="1" wrap="square" lIns="86670" tIns="43290" rIns="86670" bIns="43290" anchor="ctr" anchorCtr="0">
                <a:noAutofit/>
              </a:bodyPr>
              <a:lstStyle/>
              <a:p>
                <a:pPr algn="ctr"/>
                <a:r>
                  <a:rPr lang="en" sz="3240">
                    <a:solidFill>
                      <a:schemeClr val="dk1"/>
                    </a:solidFill>
                    <a:latin typeface="Calibri"/>
                    <a:ea typeface="Calibri"/>
                    <a:cs typeface="Calibri"/>
                    <a:sym typeface="Calibri"/>
                  </a:rPr>
                  <a:t> </a:t>
                </a:r>
                <a:endParaRPr sz="1440"/>
              </a:p>
            </p:txBody>
          </p:sp>
          <p:sp>
            <p:nvSpPr>
              <p:cNvPr id="239" name="Google Shape;239;p18"/>
              <p:cNvSpPr/>
              <p:nvPr/>
            </p:nvSpPr>
            <p:spPr>
              <a:xfrm rot="10800000">
                <a:off x="-3" y="4018869"/>
                <a:ext cx="32918400" cy="11474892"/>
              </a:xfrm>
              <a:prstGeom prst="flowChartDocument">
                <a:avLst/>
              </a:prstGeom>
              <a:solidFill>
                <a:srgbClr val="8CD23C"/>
              </a:solidFill>
              <a:ln>
                <a:noFill/>
              </a:ln>
            </p:spPr>
            <p:txBody>
              <a:bodyPr spcFirstLastPara="1" wrap="square" lIns="86670" tIns="43290" rIns="86670" bIns="43290" anchor="ctr" anchorCtr="0">
                <a:noAutofit/>
              </a:bodyPr>
              <a:lstStyle/>
              <a:p>
                <a:pPr algn="ctr"/>
                <a:endParaRPr sz="3240">
                  <a:solidFill>
                    <a:schemeClr val="dk1"/>
                  </a:solidFill>
                  <a:latin typeface="Calibri"/>
                  <a:ea typeface="Calibri"/>
                  <a:cs typeface="Calibri"/>
                  <a:sym typeface="Calibri"/>
                </a:endParaRPr>
              </a:p>
            </p:txBody>
          </p:sp>
          <p:sp>
            <p:nvSpPr>
              <p:cNvPr id="240" name="Google Shape;240;p18"/>
              <p:cNvSpPr/>
              <p:nvPr/>
            </p:nvSpPr>
            <p:spPr>
              <a:xfrm rot="10800000">
                <a:off x="1" y="4195989"/>
                <a:ext cx="32918400" cy="11297772"/>
              </a:xfrm>
              <a:prstGeom prst="flowChartDocument">
                <a:avLst/>
              </a:prstGeom>
              <a:solidFill>
                <a:srgbClr val="235078"/>
              </a:solidFill>
              <a:ln>
                <a:noFill/>
              </a:ln>
            </p:spPr>
            <p:txBody>
              <a:bodyPr spcFirstLastPara="1" wrap="square" lIns="86670" tIns="43290" rIns="86670" bIns="43290" anchor="ctr" anchorCtr="0">
                <a:noAutofit/>
              </a:bodyPr>
              <a:lstStyle/>
              <a:p>
                <a:pPr algn="ctr"/>
                <a:endParaRPr sz="3240">
                  <a:solidFill>
                    <a:schemeClr val="dk1"/>
                  </a:solidFill>
                  <a:latin typeface="Calibri"/>
                  <a:ea typeface="Calibri"/>
                  <a:cs typeface="Calibri"/>
                  <a:sym typeface="Calibri"/>
                </a:endParaRPr>
              </a:p>
            </p:txBody>
          </p:sp>
          <p:sp>
            <p:nvSpPr>
              <p:cNvPr id="241" name="Google Shape;241;p18"/>
              <p:cNvSpPr/>
              <p:nvPr/>
            </p:nvSpPr>
            <p:spPr>
              <a:xfrm rot="10800000" flipH="1">
                <a:off x="1397" y="4377745"/>
                <a:ext cx="32918383" cy="17208853"/>
              </a:xfrm>
              <a:custGeom>
                <a:avLst/>
                <a:gdLst/>
                <a:ahLst/>
                <a:cxnLst/>
                <a:rect l="l" t="t" r="r" b="b"/>
                <a:pathLst>
                  <a:path w="15601" h="21351" extrusionOk="0">
                    <a:moveTo>
                      <a:pt x="0" y="29"/>
                    </a:moveTo>
                    <a:lnTo>
                      <a:pt x="15591" y="0"/>
                    </a:lnTo>
                    <a:cubicBezTo>
                      <a:pt x="15591" y="5774"/>
                      <a:pt x="15601" y="13467"/>
                      <a:pt x="15601" y="19241"/>
                    </a:cubicBezTo>
                    <a:cubicBezTo>
                      <a:pt x="10638" y="19328"/>
                      <a:pt x="7602" y="23020"/>
                      <a:pt x="0" y="20434"/>
                    </a:cubicBezTo>
                    <a:lnTo>
                      <a:pt x="0" y="29"/>
                    </a:lnTo>
                    <a:close/>
                  </a:path>
                </a:pathLst>
              </a:custGeom>
              <a:gradFill>
                <a:gsLst>
                  <a:gs pos="0">
                    <a:schemeClr val="lt1"/>
                  </a:gs>
                  <a:gs pos="100000">
                    <a:srgbClr val="D1F2F7"/>
                  </a:gs>
                </a:gsLst>
                <a:lin ang="2700006" scaled="0"/>
              </a:gradFill>
              <a:ln>
                <a:noFill/>
              </a:ln>
            </p:spPr>
            <p:txBody>
              <a:bodyPr spcFirstLastPara="1" wrap="square" lIns="86670" tIns="43290" rIns="86670" bIns="43290" anchor="ctr" anchorCtr="0">
                <a:noAutofit/>
              </a:bodyPr>
              <a:lstStyle/>
              <a:p>
                <a:pPr algn="ctr"/>
                <a:r>
                  <a:rPr lang="en" sz="3240" dirty="0">
                    <a:solidFill>
                      <a:schemeClr val="dk1"/>
                    </a:solidFill>
                    <a:latin typeface="Calibri"/>
                    <a:ea typeface="Calibri"/>
                    <a:cs typeface="Calibri"/>
                    <a:sym typeface="Calibri"/>
                  </a:rPr>
                  <a:t> </a:t>
                </a:r>
                <a:endParaRPr sz="1440" dirty="0"/>
              </a:p>
            </p:txBody>
          </p:sp>
          <p:sp>
            <p:nvSpPr>
              <p:cNvPr id="242" name="Google Shape;242;p18"/>
              <p:cNvSpPr/>
              <p:nvPr/>
            </p:nvSpPr>
            <p:spPr>
              <a:xfrm>
                <a:off x="1" y="21437601"/>
                <a:ext cx="32918400" cy="507900"/>
              </a:xfrm>
              <a:prstGeom prst="rect">
                <a:avLst/>
              </a:prstGeom>
              <a:solidFill>
                <a:srgbClr val="235078"/>
              </a:solidFill>
              <a:ln>
                <a:noFill/>
              </a:ln>
            </p:spPr>
            <p:txBody>
              <a:bodyPr spcFirstLastPara="1" wrap="square" lIns="86670" tIns="43290" rIns="86670" bIns="43290" anchor="ctr" anchorCtr="0">
                <a:noAutofit/>
              </a:bodyPr>
              <a:lstStyle/>
              <a:p>
                <a:pPr algn="ctr"/>
                <a:endParaRPr sz="3240">
                  <a:solidFill>
                    <a:schemeClr val="dk1"/>
                  </a:solidFill>
                  <a:latin typeface="Calibri"/>
                  <a:ea typeface="Calibri"/>
                  <a:cs typeface="Calibri"/>
                  <a:sym typeface="Calibri"/>
                </a:endParaRPr>
              </a:p>
            </p:txBody>
          </p:sp>
          <p:cxnSp>
            <p:nvCxnSpPr>
              <p:cNvPr id="243" name="Google Shape;243;p18"/>
              <p:cNvCxnSpPr>
                <a:cxnSpLocks/>
              </p:cNvCxnSpPr>
              <p:nvPr/>
            </p:nvCxnSpPr>
            <p:spPr>
              <a:xfrm>
                <a:off x="1" y="21386628"/>
                <a:ext cx="32918400" cy="0"/>
              </a:xfrm>
              <a:prstGeom prst="straightConnector1">
                <a:avLst/>
              </a:prstGeom>
              <a:noFill/>
              <a:ln w="254000" cap="flat" cmpd="sng">
                <a:solidFill>
                  <a:srgbClr val="8CD23C"/>
                </a:solidFill>
                <a:prstDash val="solid"/>
                <a:miter lim="800000"/>
                <a:headEnd type="none" w="sm" len="sm"/>
                <a:tailEnd type="none" w="sm" len="sm"/>
              </a:ln>
            </p:spPr>
          </p:cxnSp>
        </p:grpSp>
        <p:sp>
          <p:nvSpPr>
            <p:cNvPr id="246" name="Google Shape;246;p18"/>
            <p:cNvSpPr txBox="1"/>
            <p:nvPr/>
          </p:nvSpPr>
          <p:spPr>
            <a:xfrm>
              <a:off x="531990" y="6409622"/>
              <a:ext cx="21791160" cy="446143"/>
            </a:xfrm>
            <a:prstGeom prst="rect">
              <a:avLst/>
            </a:prstGeom>
            <a:noFill/>
            <a:ln>
              <a:noFill/>
            </a:ln>
          </p:spPr>
          <p:txBody>
            <a:bodyPr spcFirstLastPara="1" wrap="square" lIns="57780" tIns="28890" rIns="57780" bIns="28890" anchor="t" anchorCtr="0">
              <a:spAutoFit/>
            </a:bodyPr>
            <a:lstStyle/>
            <a:p>
              <a:r>
                <a:rPr lang="en" sz="2520" dirty="0">
                  <a:solidFill>
                    <a:schemeClr val="dk1"/>
                  </a:solidFill>
                  <a:latin typeface="Montserrat"/>
                  <a:ea typeface="Montserrat"/>
                  <a:cs typeface="Montserrat"/>
                  <a:sym typeface="Montserrat"/>
                </a:rPr>
                <a:t>What perceptions do frontline healthcare workers in the emergency department at Saint Agnes Medical Center have about safety?</a:t>
              </a:r>
              <a:endParaRPr sz="2520" dirty="0">
                <a:latin typeface="Montserrat"/>
                <a:ea typeface="Montserrat"/>
                <a:cs typeface="Montserrat"/>
                <a:sym typeface="Montserrat"/>
              </a:endParaRPr>
            </a:p>
          </p:txBody>
        </p:sp>
        <p:sp>
          <p:nvSpPr>
            <p:cNvPr id="247" name="Google Shape;247;p18"/>
            <p:cNvSpPr/>
            <p:nvPr/>
          </p:nvSpPr>
          <p:spPr>
            <a:xfrm>
              <a:off x="528649" y="5985673"/>
              <a:ext cx="6401160" cy="491400"/>
            </a:xfrm>
            <a:prstGeom prst="rect">
              <a:avLst/>
            </a:prstGeom>
            <a:noFill/>
            <a:ln>
              <a:noFill/>
            </a:ln>
          </p:spPr>
          <p:txBody>
            <a:bodyPr spcFirstLastPara="1" wrap="square" lIns="86670" tIns="46170" rIns="86670" bIns="43290" anchor="ctr" anchorCtr="0">
              <a:noAutofit/>
            </a:bodyPr>
            <a:lstStyle/>
            <a:p>
              <a:r>
                <a:rPr lang="en" sz="3600" b="1">
                  <a:solidFill>
                    <a:srgbClr val="1482A5"/>
                  </a:solidFill>
                  <a:latin typeface="Libre Baskerville"/>
                  <a:ea typeface="Libre Baskerville"/>
                  <a:cs typeface="Libre Baskerville"/>
                  <a:sym typeface="Libre Baskerville"/>
                </a:rPr>
                <a:t>Research Question:</a:t>
              </a:r>
              <a:endParaRPr sz="3600"/>
            </a:p>
          </p:txBody>
        </p:sp>
        <p:sp>
          <p:nvSpPr>
            <p:cNvPr id="248" name="Google Shape;248;p18"/>
            <p:cNvSpPr/>
            <p:nvPr/>
          </p:nvSpPr>
          <p:spPr>
            <a:xfrm>
              <a:off x="534575" y="7019147"/>
              <a:ext cx="11505240" cy="491400"/>
            </a:xfrm>
            <a:prstGeom prst="rect">
              <a:avLst/>
            </a:prstGeom>
            <a:solidFill>
              <a:srgbClr val="1482A5"/>
            </a:solidFill>
            <a:ln>
              <a:noFill/>
            </a:ln>
          </p:spPr>
          <p:txBody>
            <a:bodyPr spcFirstLastPara="1" wrap="square" lIns="86670" tIns="46170" rIns="86670" bIns="43290" anchor="ctr" anchorCtr="0">
              <a:noAutofit/>
            </a:bodyPr>
            <a:lstStyle/>
            <a:p>
              <a:pPr algn="ctr"/>
              <a:r>
                <a:rPr lang="en" sz="3960" b="1">
                  <a:solidFill>
                    <a:schemeClr val="lt1"/>
                  </a:solidFill>
                  <a:latin typeface="Libre Baskerville"/>
                  <a:ea typeface="Libre Baskerville"/>
                  <a:cs typeface="Libre Baskerville"/>
                  <a:sym typeface="Libre Baskerville"/>
                </a:rPr>
                <a:t>Introduction</a:t>
              </a:r>
              <a:endParaRPr sz="1440"/>
            </a:p>
          </p:txBody>
        </p:sp>
        <p:sp>
          <p:nvSpPr>
            <p:cNvPr id="249" name="Google Shape;249;p18"/>
            <p:cNvSpPr/>
            <p:nvPr/>
          </p:nvSpPr>
          <p:spPr>
            <a:xfrm>
              <a:off x="536267" y="16583087"/>
              <a:ext cx="31845960" cy="491400"/>
            </a:xfrm>
            <a:prstGeom prst="rect">
              <a:avLst/>
            </a:prstGeom>
            <a:solidFill>
              <a:srgbClr val="1482A5"/>
            </a:solidFill>
            <a:ln>
              <a:noFill/>
            </a:ln>
          </p:spPr>
          <p:txBody>
            <a:bodyPr spcFirstLastPara="1" wrap="square" lIns="86670" tIns="46170" rIns="86670" bIns="43290" anchor="ctr" anchorCtr="0">
              <a:noAutofit/>
            </a:bodyPr>
            <a:lstStyle/>
            <a:p>
              <a:pPr algn="ctr"/>
              <a:r>
                <a:rPr lang="en" sz="3960" b="1">
                  <a:solidFill>
                    <a:schemeClr val="lt1"/>
                  </a:solidFill>
                  <a:latin typeface="Libre Baskerville"/>
                  <a:ea typeface="Libre Baskerville"/>
                  <a:cs typeface="Libre Baskerville"/>
                  <a:sym typeface="Libre Baskerville"/>
                </a:rPr>
                <a:t>Discussion</a:t>
              </a:r>
              <a:endParaRPr sz="1440"/>
            </a:p>
          </p:txBody>
        </p:sp>
        <p:sp>
          <p:nvSpPr>
            <p:cNvPr id="250" name="Google Shape;250;p18"/>
            <p:cNvSpPr/>
            <p:nvPr/>
          </p:nvSpPr>
          <p:spPr>
            <a:xfrm>
              <a:off x="27757513" y="19537314"/>
              <a:ext cx="3507840" cy="491400"/>
            </a:xfrm>
            <a:prstGeom prst="rect">
              <a:avLst/>
            </a:prstGeom>
            <a:noFill/>
            <a:ln>
              <a:noFill/>
            </a:ln>
          </p:spPr>
          <p:txBody>
            <a:bodyPr spcFirstLastPara="1" wrap="square" lIns="86670" tIns="46170" rIns="86670" bIns="43290" anchor="ctr" anchorCtr="0">
              <a:noAutofit/>
            </a:bodyPr>
            <a:lstStyle/>
            <a:p>
              <a:r>
                <a:rPr lang="en" sz="3960" b="1" dirty="0">
                  <a:solidFill>
                    <a:schemeClr val="lt1"/>
                  </a:solidFill>
                  <a:latin typeface="Libre Baskerville"/>
                  <a:ea typeface="Libre Baskerville"/>
                  <a:cs typeface="Libre Baskerville"/>
                  <a:sym typeface="Libre Baskerville"/>
                </a:rPr>
                <a:t>  References </a:t>
              </a:r>
              <a:endParaRPr sz="1440" dirty="0">
                <a:highlight>
                  <a:schemeClr val="accent6"/>
                </a:highlight>
              </a:endParaRPr>
            </a:p>
          </p:txBody>
        </p:sp>
        <p:sp>
          <p:nvSpPr>
            <p:cNvPr id="251" name="Google Shape;251;p18"/>
            <p:cNvSpPr txBox="1"/>
            <p:nvPr/>
          </p:nvSpPr>
          <p:spPr>
            <a:xfrm>
              <a:off x="528660" y="7584302"/>
              <a:ext cx="11517120" cy="4547108"/>
            </a:xfrm>
            <a:prstGeom prst="rect">
              <a:avLst/>
            </a:prstGeom>
            <a:noFill/>
            <a:ln>
              <a:noFill/>
            </a:ln>
          </p:spPr>
          <p:txBody>
            <a:bodyPr spcFirstLastPara="1" wrap="square" lIns="86670" tIns="43290" rIns="86670" bIns="43290" anchor="t" anchorCtr="0">
              <a:spAutoFit/>
            </a:bodyPr>
            <a:lstStyle/>
            <a:p>
              <a:pPr>
                <a:lnSpc>
                  <a:spcPct val="115000"/>
                </a:lnSpc>
                <a:buSzPts val="1100"/>
              </a:pPr>
              <a:r>
                <a:rPr lang="en" sz="1800" dirty="0">
                  <a:solidFill>
                    <a:schemeClr val="dk1"/>
                  </a:solidFill>
                  <a:latin typeface="Montserrat Light"/>
                  <a:ea typeface="Montserrat Light"/>
                  <a:cs typeface="Montserrat Light"/>
                  <a:sym typeface="Montserrat Light"/>
                </a:rPr>
                <a:t>Violence toward healthcare workers is a growing concern, particularly in emergency department (ED) settings which are known to be high-stress environments. The literature indicates that healthcare workers are often subjected to verbal abuse, threats of violence and even physical assault.</a:t>
              </a:r>
              <a:r>
                <a:rPr lang="en" sz="1800" baseline="30000" dirty="0">
                  <a:solidFill>
                    <a:schemeClr val="dk1"/>
                  </a:solidFill>
                  <a:latin typeface="Montserrat Light"/>
                  <a:ea typeface="Montserrat Light"/>
                  <a:cs typeface="Montserrat Light"/>
                  <a:sym typeface="Montserrat Light"/>
                </a:rPr>
                <a:t>1</a:t>
              </a:r>
              <a:r>
                <a:rPr lang="en" sz="1800" dirty="0">
                  <a:solidFill>
                    <a:schemeClr val="dk1"/>
                  </a:solidFill>
                  <a:latin typeface="Montserrat Light"/>
                  <a:ea typeface="Montserrat Light"/>
                  <a:cs typeface="Montserrat Light"/>
                  <a:sym typeface="Montserrat Light"/>
                </a:rPr>
                <a:t> One study found that approximately 40% of emergency healthcare workers had experienced some form of physical or verbal abuse in their careers, underscoring the need for improved safety protocols and training on de-escalation techniques.</a:t>
              </a:r>
              <a:r>
                <a:rPr lang="en" sz="1800" baseline="30000" dirty="0">
                  <a:solidFill>
                    <a:schemeClr val="dk1"/>
                  </a:solidFill>
                  <a:latin typeface="Montserrat Light"/>
                  <a:ea typeface="Montserrat Light"/>
                  <a:cs typeface="Montserrat Light"/>
                  <a:sym typeface="Montserrat Light"/>
                </a:rPr>
                <a:t>2</a:t>
              </a:r>
              <a:r>
                <a:rPr lang="en" sz="1800" dirty="0">
                  <a:solidFill>
                    <a:schemeClr val="dk1"/>
                  </a:solidFill>
                  <a:latin typeface="Montserrat Light"/>
                  <a:ea typeface="Montserrat Light"/>
                  <a:cs typeface="Montserrat Light"/>
                  <a:sym typeface="Montserrat Light"/>
                </a:rPr>
                <a:t> The current literature largely focuses on nurses and physicians as recipients of workplace violence (WPV) in the ED; there are no studies examining this concern in the Central Valley of California. </a:t>
              </a:r>
              <a:endParaRPr sz="1800" dirty="0">
                <a:solidFill>
                  <a:schemeClr val="dk1"/>
                </a:solidFill>
                <a:latin typeface="Montserrat Light"/>
                <a:ea typeface="Montserrat Light"/>
                <a:cs typeface="Montserrat Light"/>
                <a:sym typeface="Montserrat Light"/>
              </a:endParaRPr>
            </a:p>
            <a:p>
              <a:pPr>
                <a:lnSpc>
                  <a:spcPct val="115000"/>
                </a:lnSpc>
                <a:buSzPts val="1100"/>
              </a:pPr>
              <a:endParaRPr sz="1800" dirty="0">
                <a:solidFill>
                  <a:schemeClr val="dk1"/>
                </a:solidFill>
                <a:latin typeface="Montserrat Light"/>
                <a:ea typeface="Montserrat Light"/>
                <a:cs typeface="Montserrat Light"/>
                <a:sym typeface="Montserrat Light"/>
              </a:endParaRPr>
            </a:p>
            <a:p>
              <a:pPr>
                <a:lnSpc>
                  <a:spcPct val="115000"/>
                </a:lnSpc>
                <a:buSzPts val="1100"/>
              </a:pPr>
              <a:r>
                <a:rPr lang="en" sz="1800" dirty="0">
                  <a:solidFill>
                    <a:schemeClr val="dk1"/>
                  </a:solidFill>
                  <a:latin typeface="Montserrat Light"/>
                  <a:ea typeface="Montserrat Light"/>
                  <a:cs typeface="Montserrat Light"/>
                  <a:sym typeface="Montserrat Light"/>
                </a:rPr>
                <a:t>To address the gaps in the available literature, our study includes a broader pool of survey participants who are considered frontline workers in the ED at Saint Agnes Medical Center (SAMC). Our study aims to examine frontline healthcare workers’ perceptions of WPV in the ED; we hypothesize that the majority of healthcare workers will have personally experienced WPV while working the in the ED.</a:t>
              </a:r>
              <a:endParaRPr sz="2880" dirty="0">
                <a:solidFill>
                  <a:schemeClr val="dk1"/>
                </a:solidFill>
                <a:highlight>
                  <a:srgbClr val="FFFF00"/>
                </a:highlight>
                <a:latin typeface="Montserrat Light"/>
                <a:ea typeface="Montserrat Light"/>
                <a:cs typeface="Montserrat Light"/>
                <a:sym typeface="Montserrat Light"/>
              </a:endParaRPr>
            </a:p>
          </p:txBody>
        </p:sp>
        <p:sp>
          <p:nvSpPr>
            <p:cNvPr id="252" name="Google Shape;252;p18"/>
            <p:cNvSpPr txBox="1"/>
            <p:nvPr/>
          </p:nvSpPr>
          <p:spPr>
            <a:xfrm>
              <a:off x="528660" y="12800928"/>
              <a:ext cx="6040440" cy="3965410"/>
            </a:xfrm>
            <a:prstGeom prst="rect">
              <a:avLst/>
            </a:prstGeom>
            <a:noFill/>
            <a:ln>
              <a:noFill/>
            </a:ln>
          </p:spPr>
          <p:txBody>
            <a:bodyPr spcFirstLastPara="1" wrap="square" lIns="86670" tIns="43290" rIns="86670" bIns="43290" anchor="t" anchorCtr="0">
              <a:spAutoFit/>
            </a:bodyPr>
            <a:lstStyle/>
            <a:p>
              <a:r>
                <a:rPr lang="en" sz="1800">
                  <a:solidFill>
                    <a:schemeClr val="dk1"/>
                  </a:solidFill>
                  <a:latin typeface="Montserrat Light"/>
                  <a:ea typeface="Montserrat Light"/>
                  <a:cs typeface="Montserrat Light"/>
                  <a:sym typeface="Montserrat Light"/>
                </a:rPr>
                <a:t>This is a single center cross-sectional survey study that aims to examine frontline healthcare workers’ perceptions of WPV in the ED. Both qualitative and quantitative survey questions were developed independently with inspiration from previous studies.</a:t>
              </a:r>
              <a:r>
                <a:rPr lang="en" sz="1800" baseline="30000">
                  <a:solidFill>
                    <a:schemeClr val="dk1"/>
                  </a:solidFill>
                  <a:latin typeface="Montserrat Light"/>
                  <a:ea typeface="Montserrat Light"/>
                  <a:cs typeface="Montserrat Light"/>
                  <a:sym typeface="Montserrat Light"/>
                </a:rPr>
                <a:t>3 </a:t>
              </a:r>
              <a:r>
                <a:rPr lang="en" sz="1800">
                  <a:solidFill>
                    <a:schemeClr val="dk1"/>
                  </a:solidFill>
                  <a:latin typeface="Montserrat Light"/>
                  <a:ea typeface="Montserrat Light"/>
                  <a:cs typeface="Montserrat Light"/>
                  <a:sym typeface="Montserrat Light"/>
                </a:rPr>
                <a:t> </a:t>
              </a:r>
              <a:endParaRPr sz="1800">
                <a:solidFill>
                  <a:schemeClr val="dk1"/>
                </a:solidFill>
                <a:latin typeface="Montserrat Light"/>
                <a:ea typeface="Montserrat Light"/>
                <a:cs typeface="Montserrat Light"/>
                <a:sym typeface="Montserrat Light"/>
              </a:endParaRPr>
            </a:p>
            <a:p>
              <a:br>
                <a:rPr lang="en" sz="1800">
                  <a:solidFill>
                    <a:schemeClr val="dk1"/>
                  </a:solidFill>
                  <a:latin typeface="Montserrat Light"/>
                  <a:ea typeface="Montserrat Light"/>
                  <a:cs typeface="Montserrat Light"/>
                  <a:sym typeface="Montserrat Light"/>
                </a:rPr>
              </a:br>
              <a:r>
                <a:rPr lang="en" sz="1800">
                  <a:solidFill>
                    <a:schemeClr val="dk1"/>
                  </a:solidFill>
                  <a:latin typeface="Montserrat Light"/>
                  <a:ea typeface="Montserrat Light"/>
                  <a:cs typeface="Montserrat Light"/>
                  <a:sym typeface="Montserrat Light"/>
                </a:rPr>
                <a:t>The survey was conducted anonymously using a Microsoft Forms platform via a QR code. All frontline workers (both clinical and nonclinical staff) were included in the study (Figure A). Participation in the study was voluntary. Figure 1 outlines the methodology.</a:t>
              </a:r>
              <a:endParaRPr sz="1800">
                <a:solidFill>
                  <a:schemeClr val="dk1"/>
                </a:solidFill>
                <a:highlight>
                  <a:srgbClr val="00FFFF"/>
                </a:highlight>
                <a:latin typeface="Montserrat Light"/>
                <a:ea typeface="Montserrat Light"/>
                <a:cs typeface="Montserrat Light"/>
                <a:sym typeface="Montserrat Light"/>
              </a:endParaRPr>
            </a:p>
            <a:p>
              <a:endParaRPr sz="1800">
                <a:solidFill>
                  <a:schemeClr val="dk1"/>
                </a:solidFill>
                <a:highlight>
                  <a:schemeClr val="accent6"/>
                </a:highlight>
                <a:latin typeface="Montserrat Light"/>
                <a:ea typeface="Montserrat Light"/>
                <a:cs typeface="Montserrat Light"/>
                <a:sym typeface="Montserrat Light"/>
              </a:endParaRPr>
            </a:p>
          </p:txBody>
        </p:sp>
        <p:sp>
          <p:nvSpPr>
            <p:cNvPr id="253" name="Google Shape;253;p18"/>
            <p:cNvSpPr txBox="1"/>
            <p:nvPr/>
          </p:nvSpPr>
          <p:spPr>
            <a:xfrm>
              <a:off x="12961048" y="7576789"/>
              <a:ext cx="19317960" cy="1472420"/>
            </a:xfrm>
            <a:prstGeom prst="rect">
              <a:avLst/>
            </a:prstGeom>
            <a:noFill/>
            <a:ln>
              <a:noFill/>
            </a:ln>
          </p:spPr>
          <p:txBody>
            <a:bodyPr spcFirstLastPara="1" wrap="square" lIns="86670" tIns="43290" rIns="86670" bIns="43290" anchor="t" anchorCtr="0">
              <a:spAutoFit/>
            </a:bodyPr>
            <a:lstStyle/>
            <a:p>
              <a:r>
                <a:rPr lang="en" sz="1800" dirty="0">
                  <a:solidFill>
                    <a:schemeClr val="dk1"/>
                  </a:solidFill>
                  <a:latin typeface="Montserrat Light"/>
                  <a:ea typeface="Montserrat Light"/>
                  <a:cs typeface="Montserrat Light"/>
                  <a:sym typeface="Montserrat Light"/>
                </a:rPr>
                <a:t>100 frontline workers completed the survey (97% completed the survey in its entirety; 3% omitted a single question). Survey responses are represented in Figures A-L. Figures A-B demonstrate survey participant demographics; Figures C-E examine the frequency of WPV; Figure F illustrate participants’ reflections regarding which individuals are most likely to respond aggressively while in the ED. Figures G-I show feelings of safety of the participants in general, in response to additional safety measures, and their perception of current security measures’ ability to prevent attacks; Figures J-K demonstrate the impact that experiencing violence has on healthcare workers; Figure L represents how the healthcare workers feel WPV has changed over the past year.</a:t>
              </a:r>
              <a:endParaRPr sz="1800" dirty="0">
                <a:highlight>
                  <a:srgbClr val="FFFF00"/>
                </a:highlight>
              </a:endParaRPr>
            </a:p>
          </p:txBody>
        </p:sp>
        <p:sp>
          <p:nvSpPr>
            <p:cNvPr id="254" name="Google Shape;254;p18"/>
            <p:cNvSpPr txBox="1"/>
            <p:nvPr/>
          </p:nvSpPr>
          <p:spPr>
            <a:xfrm>
              <a:off x="511995" y="17070130"/>
              <a:ext cx="31845960" cy="2691215"/>
            </a:xfrm>
            <a:prstGeom prst="rect">
              <a:avLst/>
            </a:prstGeom>
            <a:noFill/>
            <a:ln>
              <a:noFill/>
            </a:ln>
          </p:spPr>
          <p:txBody>
            <a:bodyPr spcFirstLastPara="1" wrap="square" lIns="86670" tIns="43290" rIns="86670" bIns="43290" anchor="t" anchorCtr="0">
              <a:spAutoFit/>
            </a:bodyPr>
            <a:lstStyle/>
            <a:p>
              <a:endParaRPr sz="1800" dirty="0">
                <a:solidFill>
                  <a:schemeClr val="dk1"/>
                </a:solidFill>
                <a:highlight>
                  <a:srgbClr val="FFFF00"/>
                </a:highlight>
                <a:latin typeface="Montserrat Light"/>
                <a:ea typeface="Montserrat Light"/>
                <a:cs typeface="Montserrat Light"/>
                <a:sym typeface="Montserrat Light"/>
              </a:endParaRPr>
            </a:p>
            <a:p>
              <a:r>
                <a:rPr lang="en" sz="1800" dirty="0">
                  <a:solidFill>
                    <a:schemeClr val="dk1"/>
                  </a:solidFill>
                  <a:latin typeface="Montserrat Light"/>
                  <a:ea typeface="Montserrat Light"/>
                  <a:cs typeface="Montserrat Light"/>
                  <a:sym typeface="Montserrat Light"/>
                </a:rPr>
                <a:t>Our study demonstrated that the majority of healthcare workers (from 15 different frontline roles) have experienced WPV in the ED (96%) with 58% of participants noting an experience of feeling unsafe while at work. On a more positive note, 55% of staff feel that current ED public safety measures are sufficient to prevent WPV. Overall, the survey participants recognized ongoing improvements with safety in their workplace, however the results still indicate that improvements may be necessary to ensure a safer work environment. </a:t>
              </a:r>
              <a:endParaRPr sz="1800" dirty="0">
                <a:solidFill>
                  <a:schemeClr val="dk1"/>
                </a:solidFill>
                <a:latin typeface="Montserrat Light"/>
                <a:ea typeface="Montserrat Light"/>
                <a:cs typeface="Montserrat Light"/>
                <a:sym typeface="Montserrat Light"/>
              </a:endParaRPr>
            </a:p>
            <a:p>
              <a:endParaRPr sz="1440" dirty="0">
                <a:solidFill>
                  <a:schemeClr val="dk1"/>
                </a:solidFill>
                <a:latin typeface="Montserrat Light"/>
                <a:ea typeface="Montserrat Light"/>
                <a:cs typeface="Montserrat Light"/>
                <a:sym typeface="Montserrat Light"/>
              </a:endParaRPr>
            </a:p>
            <a:p>
              <a:r>
                <a:rPr lang="en" sz="1800" dirty="0">
                  <a:solidFill>
                    <a:schemeClr val="dk1"/>
                  </a:solidFill>
                  <a:latin typeface="Montserrat Light"/>
                  <a:ea typeface="Montserrat Light"/>
                  <a:cs typeface="Montserrat Light"/>
                  <a:sym typeface="Montserrat Light"/>
                </a:rPr>
                <a:t>Some limitations of our study include uncertain response rate of participants (given the voluntary nature) and potentially leading survey questions. However, it still significantly contributes to the general body of knowledge regarding safety in the ED in the Central Valley. Further, many participants suggested mechanisms for improvement including: increased security and/or police presence, security personnel carrying weapons, additional K-9 units, additional metal detector screening protocols, and heightened awareness with patients who are at high risk to instigate violent behavior. These suggestions are in alignment with what has been previously suggested in the literature.</a:t>
              </a:r>
              <a:r>
                <a:rPr lang="en" sz="1800" baseline="30000" dirty="0">
                  <a:solidFill>
                    <a:schemeClr val="dk1"/>
                  </a:solidFill>
                  <a:latin typeface="Montserrat Light"/>
                  <a:ea typeface="Montserrat Light"/>
                  <a:cs typeface="Montserrat Light"/>
                  <a:sym typeface="Montserrat Light"/>
                </a:rPr>
                <a:t>4, 5, 6</a:t>
              </a:r>
              <a:endParaRPr sz="1800" baseline="30000" dirty="0">
                <a:solidFill>
                  <a:schemeClr val="dk1"/>
                </a:solidFill>
                <a:latin typeface="Montserrat Light"/>
                <a:ea typeface="Montserrat Light"/>
                <a:cs typeface="Montserrat Light"/>
                <a:sym typeface="Montserrat Light"/>
              </a:endParaRPr>
            </a:p>
            <a:p>
              <a:endParaRPr sz="1440" dirty="0">
                <a:solidFill>
                  <a:schemeClr val="dk1"/>
                </a:solidFill>
                <a:latin typeface="Montserrat Light"/>
                <a:ea typeface="Montserrat Light"/>
                <a:cs typeface="Montserrat Light"/>
                <a:sym typeface="Montserrat Light"/>
              </a:endParaRPr>
            </a:p>
            <a:p>
              <a:r>
                <a:rPr lang="en" sz="1800" dirty="0">
                  <a:solidFill>
                    <a:schemeClr val="dk1"/>
                  </a:solidFill>
                  <a:latin typeface="Montserrat Light"/>
                  <a:ea typeface="Montserrat Light"/>
                  <a:cs typeface="Montserrat Light"/>
                  <a:sym typeface="Montserrat Light"/>
                </a:rPr>
                <a:t>In conclusion, addressing healthcare workers’ perception of ED violence and ensuring a safe workplace is not only crucial to make certain the safety of healthcare workers, but for also maintaining the quality of care provided to patients in high-pressure settings. </a:t>
              </a:r>
              <a:endParaRPr sz="1800" dirty="0">
                <a:solidFill>
                  <a:schemeClr val="dk1"/>
                </a:solidFill>
                <a:latin typeface="Montserrat Light"/>
                <a:ea typeface="Montserrat Light"/>
                <a:cs typeface="Montserrat Light"/>
                <a:sym typeface="Montserrat Light"/>
              </a:endParaRPr>
            </a:p>
            <a:p>
              <a:endParaRPr sz="1440" dirty="0"/>
            </a:p>
          </p:txBody>
        </p:sp>
        <p:sp>
          <p:nvSpPr>
            <p:cNvPr id="256" name="Google Shape;256;p18"/>
            <p:cNvSpPr/>
            <p:nvPr/>
          </p:nvSpPr>
          <p:spPr>
            <a:xfrm>
              <a:off x="528660" y="12164850"/>
              <a:ext cx="11517120" cy="491400"/>
            </a:xfrm>
            <a:prstGeom prst="rect">
              <a:avLst/>
            </a:prstGeom>
            <a:solidFill>
              <a:srgbClr val="1482A5"/>
            </a:solidFill>
            <a:ln>
              <a:noFill/>
            </a:ln>
          </p:spPr>
          <p:txBody>
            <a:bodyPr spcFirstLastPara="1" wrap="square" lIns="86670" tIns="46170" rIns="86670" bIns="43290" anchor="ctr" anchorCtr="0">
              <a:noAutofit/>
            </a:bodyPr>
            <a:lstStyle/>
            <a:p>
              <a:pPr algn="ctr"/>
              <a:r>
                <a:rPr lang="en" sz="3960" b="1">
                  <a:solidFill>
                    <a:schemeClr val="lt1"/>
                  </a:solidFill>
                  <a:latin typeface="Libre Baskerville"/>
                  <a:ea typeface="Libre Baskerville"/>
                  <a:cs typeface="Libre Baskerville"/>
                  <a:sym typeface="Libre Baskerville"/>
                </a:rPr>
                <a:t>Methodology</a:t>
              </a:r>
              <a:endParaRPr sz="1440"/>
            </a:p>
          </p:txBody>
        </p:sp>
        <p:sp>
          <p:nvSpPr>
            <p:cNvPr id="257" name="Google Shape;257;p18"/>
            <p:cNvSpPr/>
            <p:nvPr/>
          </p:nvSpPr>
          <p:spPr>
            <a:xfrm>
              <a:off x="12859006" y="7062120"/>
              <a:ext cx="19522080" cy="491400"/>
            </a:xfrm>
            <a:prstGeom prst="rect">
              <a:avLst/>
            </a:prstGeom>
            <a:solidFill>
              <a:srgbClr val="1482A5"/>
            </a:solidFill>
            <a:ln>
              <a:noFill/>
            </a:ln>
          </p:spPr>
          <p:txBody>
            <a:bodyPr spcFirstLastPara="1" wrap="square" lIns="86670" tIns="46170" rIns="86670" bIns="43290" anchor="ctr" anchorCtr="0">
              <a:noAutofit/>
            </a:bodyPr>
            <a:lstStyle/>
            <a:p>
              <a:pPr algn="ctr"/>
              <a:r>
                <a:rPr lang="en" sz="3960" b="1">
                  <a:solidFill>
                    <a:schemeClr val="lt1"/>
                  </a:solidFill>
                  <a:latin typeface="Libre Baskerville"/>
                  <a:ea typeface="Libre Baskerville"/>
                  <a:cs typeface="Libre Baskerville"/>
                  <a:sym typeface="Libre Baskerville"/>
                </a:rPr>
                <a:t>Results</a:t>
              </a:r>
              <a:endParaRPr sz="1440"/>
            </a:p>
          </p:txBody>
        </p:sp>
        <p:sp>
          <p:nvSpPr>
            <p:cNvPr id="258" name="Google Shape;258;p18"/>
            <p:cNvSpPr txBox="1"/>
            <p:nvPr/>
          </p:nvSpPr>
          <p:spPr>
            <a:xfrm>
              <a:off x="14461607" y="9008687"/>
              <a:ext cx="1819800" cy="394200"/>
            </a:xfrm>
            <a:prstGeom prst="rect">
              <a:avLst/>
            </a:prstGeom>
            <a:noFill/>
            <a:ln>
              <a:noFill/>
            </a:ln>
          </p:spPr>
          <p:txBody>
            <a:bodyPr spcFirstLastPara="1" wrap="square" lIns="329130" tIns="329130" rIns="329130" bIns="329130" anchor="ctr" anchorCtr="0">
              <a:noAutofit/>
            </a:bodyPr>
            <a:lstStyle/>
            <a:p>
              <a:pPr algn="ctr"/>
              <a:r>
                <a:rPr lang="en" sz="1800" i="1">
                  <a:solidFill>
                    <a:schemeClr val="dk2"/>
                  </a:solidFill>
                </a:rPr>
                <a:t>Figure A:</a:t>
              </a:r>
              <a:endParaRPr sz="1800" i="1">
                <a:solidFill>
                  <a:schemeClr val="dk2"/>
                </a:solidFill>
              </a:endParaRPr>
            </a:p>
          </p:txBody>
        </p:sp>
        <p:pic>
          <p:nvPicPr>
            <p:cNvPr id="259" name="Google Shape;259;p18" title="QR.jpg"/>
            <p:cNvPicPr preferRelativeResize="0"/>
            <p:nvPr/>
          </p:nvPicPr>
          <p:blipFill>
            <a:blip r:embed="rId4">
              <a:alphaModFix/>
            </a:blip>
            <a:stretch>
              <a:fillRect/>
            </a:stretch>
          </p:blipFill>
          <p:spPr>
            <a:xfrm>
              <a:off x="31662002" y="8861267"/>
              <a:ext cx="719075" cy="689126"/>
            </a:xfrm>
            <a:prstGeom prst="rect">
              <a:avLst/>
            </a:prstGeom>
            <a:noFill/>
            <a:ln>
              <a:noFill/>
            </a:ln>
          </p:spPr>
        </p:pic>
        <p:pic>
          <p:nvPicPr>
            <p:cNvPr id="260" name="Google Shape;260;p18" title="Chart"/>
            <p:cNvPicPr preferRelativeResize="0"/>
            <p:nvPr/>
          </p:nvPicPr>
          <p:blipFill>
            <a:blip r:embed="rId5">
              <a:alphaModFix/>
            </a:blip>
            <a:stretch>
              <a:fillRect/>
            </a:stretch>
          </p:blipFill>
          <p:spPr>
            <a:xfrm>
              <a:off x="23148884" y="9456079"/>
              <a:ext cx="3057491" cy="1890630"/>
            </a:xfrm>
            <a:prstGeom prst="rect">
              <a:avLst/>
            </a:prstGeom>
            <a:noFill/>
            <a:ln>
              <a:noFill/>
            </a:ln>
          </p:spPr>
        </p:pic>
        <p:pic>
          <p:nvPicPr>
            <p:cNvPr id="261" name="Google Shape;261;p18" title="Chart"/>
            <p:cNvPicPr preferRelativeResize="0"/>
            <p:nvPr/>
          </p:nvPicPr>
          <p:blipFill>
            <a:blip r:embed="rId6">
              <a:alphaModFix/>
            </a:blip>
            <a:stretch>
              <a:fillRect/>
            </a:stretch>
          </p:blipFill>
          <p:spPr>
            <a:xfrm>
              <a:off x="27647593" y="9398739"/>
              <a:ext cx="3286440" cy="2032114"/>
            </a:xfrm>
            <a:prstGeom prst="rect">
              <a:avLst/>
            </a:prstGeom>
            <a:noFill/>
            <a:ln>
              <a:noFill/>
            </a:ln>
          </p:spPr>
        </p:pic>
        <p:pic>
          <p:nvPicPr>
            <p:cNvPr id="262" name="Google Shape;262;p18" title="Chart"/>
            <p:cNvPicPr preferRelativeResize="0"/>
            <p:nvPr/>
          </p:nvPicPr>
          <p:blipFill>
            <a:blip r:embed="rId7">
              <a:alphaModFix/>
            </a:blip>
            <a:stretch>
              <a:fillRect/>
            </a:stretch>
          </p:blipFill>
          <p:spPr>
            <a:xfrm>
              <a:off x="13667218" y="11890397"/>
              <a:ext cx="3408664" cy="2107570"/>
            </a:xfrm>
            <a:prstGeom prst="rect">
              <a:avLst/>
            </a:prstGeom>
            <a:noFill/>
            <a:ln>
              <a:noFill/>
            </a:ln>
          </p:spPr>
        </p:pic>
        <p:pic>
          <p:nvPicPr>
            <p:cNvPr id="263" name="Google Shape;263;p18" title="Chart"/>
            <p:cNvPicPr preferRelativeResize="0"/>
            <p:nvPr/>
          </p:nvPicPr>
          <p:blipFill>
            <a:blip r:embed="rId8">
              <a:alphaModFix/>
            </a:blip>
            <a:stretch>
              <a:fillRect/>
            </a:stretch>
          </p:blipFill>
          <p:spPr>
            <a:xfrm>
              <a:off x="18270223" y="14511872"/>
              <a:ext cx="3286440" cy="2032074"/>
            </a:xfrm>
            <a:prstGeom prst="rect">
              <a:avLst/>
            </a:prstGeom>
            <a:noFill/>
            <a:ln>
              <a:noFill/>
            </a:ln>
          </p:spPr>
        </p:pic>
        <p:pic>
          <p:nvPicPr>
            <p:cNvPr id="264" name="Google Shape;264;p18" title="Chart"/>
            <p:cNvPicPr preferRelativeResize="0"/>
            <p:nvPr/>
          </p:nvPicPr>
          <p:blipFill>
            <a:blip r:embed="rId9">
              <a:alphaModFix/>
            </a:blip>
            <a:stretch>
              <a:fillRect/>
            </a:stretch>
          </p:blipFill>
          <p:spPr>
            <a:xfrm>
              <a:off x="23120010" y="14409833"/>
              <a:ext cx="3507840" cy="2168982"/>
            </a:xfrm>
            <a:prstGeom prst="rect">
              <a:avLst/>
            </a:prstGeom>
            <a:noFill/>
            <a:ln>
              <a:noFill/>
            </a:ln>
          </p:spPr>
        </p:pic>
        <p:pic>
          <p:nvPicPr>
            <p:cNvPr id="265" name="Google Shape;265;p18" title="Chart"/>
            <p:cNvPicPr preferRelativeResize="0"/>
            <p:nvPr/>
          </p:nvPicPr>
          <p:blipFill>
            <a:blip r:embed="rId10">
              <a:alphaModFix/>
            </a:blip>
            <a:stretch>
              <a:fillRect/>
            </a:stretch>
          </p:blipFill>
          <p:spPr>
            <a:xfrm>
              <a:off x="27935100" y="14499148"/>
              <a:ext cx="3286440" cy="2031962"/>
            </a:xfrm>
            <a:prstGeom prst="rect">
              <a:avLst/>
            </a:prstGeom>
            <a:noFill/>
            <a:ln>
              <a:noFill/>
            </a:ln>
          </p:spPr>
        </p:pic>
        <p:sp>
          <p:nvSpPr>
            <p:cNvPr id="266" name="Google Shape;266;p18"/>
            <p:cNvSpPr txBox="1"/>
            <p:nvPr/>
          </p:nvSpPr>
          <p:spPr>
            <a:xfrm>
              <a:off x="30362310" y="8828100"/>
              <a:ext cx="1819800" cy="760320"/>
            </a:xfrm>
            <a:prstGeom prst="rect">
              <a:avLst/>
            </a:prstGeom>
            <a:noFill/>
            <a:ln>
              <a:noFill/>
            </a:ln>
          </p:spPr>
          <p:txBody>
            <a:bodyPr spcFirstLastPara="1" wrap="square" lIns="329130" tIns="329130" rIns="329130" bIns="329130" anchor="ctr" anchorCtr="0">
              <a:noAutofit/>
            </a:bodyPr>
            <a:lstStyle/>
            <a:p>
              <a:r>
                <a:rPr lang="en" sz="1080">
                  <a:solidFill>
                    <a:schemeClr val="dk2"/>
                  </a:solidFill>
                </a:rPr>
                <a:t>To see full responses</a:t>
              </a:r>
              <a:endParaRPr sz="1080">
                <a:solidFill>
                  <a:schemeClr val="dk2"/>
                </a:solidFill>
              </a:endParaRPr>
            </a:p>
          </p:txBody>
        </p:sp>
        <p:sp>
          <p:nvSpPr>
            <p:cNvPr id="267" name="Google Shape;267;p18"/>
            <p:cNvSpPr/>
            <p:nvPr/>
          </p:nvSpPr>
          <p:spPr>
            <a:xfrm>
              <a:off x="31385520" y="9073260"/>
              <a:ext cx="276480" cy="23976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329130" tIns="329130" rIns="329130" bIns="329130" anchor="ctr" anchorCtr="0">
              <a:noAutofit/>
            </a:bodyPr>
            <a:lstStyle/>
            <a:p>
              <a:pPr algn="ctr"/>
              <a:endParaRPr sz="19354"/>
            </a:p>
          </p:txBody>
        </p:sp>
        <p:pic>
          <p:nvPicPr>
            <p:cNvPr id="268" name="Google Shape;268;p18"/>
            <p:cNvPicPr preferRelativeResize="0"/>
            <p:nvPr/>
          </p:nvPicPr>
          <p:blipFill rotWithShape="1">
            <a:blip r:embed="rId11">
              <a:alphaModFix/>
            </a:blip>
            <a:srcRect l="7819" t="3448" r="6159" b="2830"/>
            <a:stretch/>
          </p:blipFill>
          <p:spPr>
            <a:xfrm>
              <a:off x="13551302" y="9452747"/>
              <a:ext cx="3408664" cy="2090491"/>
            </a:xfrm>
            <a:prstGeom prst="rect">
              <a:avLst/>
            </a:prstGeom>
            <a:noFill/>
            <a:ln>
              <a:noFill/>
            </a:ln>
          </p:spPr>
        </p:pic>
        <p:pic>
          <p:nvPicPr>
            <p:cNvPr id="269" name="Google Shape;269;p18"/>
            <p:cNvPicPr preferRelativeResize="0"/>
            <p:nvPr/>
          </p:nvPicPr>
          <p:blipFill rotWithShape="1">
            <a:blip r:embed="rId12">
              <a:alphaModFix/>
            </a:blip>
            <a:srcRect l="5650" t="3900" r="5365" b="1652"/>
            <a:stretch/>
          </p:blipFill>
          <p:spPr>
            <a:xfrm>
              <a:off x="18127579" y="11887378"/>
              <a:ext cx="3830036" cy="2280107"/>
            </a:xfrm>
            <a:prstGeom prst="rect">
              <a:avLst/>
            </a:prstGeom>
            <a:noFill/>
            <a:ln>
              <a:noFill/>
            </a:ln>
          </p:spPr>
        </p:pic>
        <p:pic>
          <p:nvPicPr>
            <p:cNvPr id="270" name="Google Shape;270;p18"/>
            <p:cNvPicPr preferRelativeResize="0"/>
            <p:nvPr/>
          </p:nvPicPr>
          <p:blipFill rotWithShape="1">
            <a:blip r:embed="rId13">
              <a:alphaModFix/>
            </a:blip>
            <a:srcRect l="2891" t="4006" r="8132" b="4527"/>
            <a:stretch/>
          </p:blipFill>
          <p:spPr>
            <a:xfrm>
              <a:off x="18313470" y="9429572"/>
              <a:ext cx="3507847" cy="2018063"/>
            </a:xfrm>
            <a:prstGeom prst="rect">
              <a:avLst/>
            </a:prstGeom>
            <a:noFill/>
            <a:ln>
              <a:noFill/>
            </a:ln>
          </p:spPr>
        </p:pic>
        <p:sp>
          <p:nvSpPr>
            <p:cNvPr id="271" name="Google Shape;271;p18"/>
            <p:cNvSpPr txBox="1"/>
            <p:nvPr/>
          </p:nvSpPr>
          <p:spPr>
            <a:xfrm>
              <a:off x="19157490" y="9011160"/>
              <a:ext cx="1819800" cy="394200"/>
            </a:xfrm>
            <a:prstGeom prst="rect">
              <a:avLst/>
            </a:prstGeom>
            <a:noFill/>
            <a:ln>
              <a:noFill/>
            </a:ln>
          </p:spPr>
          <p:txBody>
            <a:bodyPr spcFirstLastPara="1" wrap="square" lIns="329130" tIns="329130" rIns="329130" bIns="329130" anchor="ctr" anchorCtr="0">
              <a:noAutofit/>
            </a:bodyPr>
            <a:lstStyle/>
            <a:p>
              <a:pPr algn="ctr"/>
              <a:r>
                <a:rPr lang="en" sz="1800" i="1">
                  <a:solidFill>
                    <a:schemeClr val="dk2"/>
                  </a:solidFill>
                </a:rPr>
                <a:t>Figure B:</a:t>
              </a:r>
              <a:endParaRPr sz="1800" i="1">
                <a:solidFill>
                  <a:schemeClr val="dk2"/>
                </a:solidFill>
              </a:endParaRPr>
            </a:p>
          </p:txBody>
        </p:sp>
        <p:sp>
          <p:nvSpPr>
            <p:cNvPr id="272" name="Google Shape;272;p18"/>
            <p:cNvSpPr txBox="1"/>
            <p:nvPr/>
          </p:nvSpPr>
          <p:spPr>
            <a:xfrm>
              <a:off x="23767697" y="9010350"/>
              <a:ext cx="1819800" cy="394200"/>
            </a:xfrm>
            <a:prstGeom prst="rect">
              <a:avLst/>
            </a:prstGeom>
            <a:noFill/>
            <a:ln>
              <a:noFill/>
            </a:ln>
          </p:spPr>
          <p:txBody>
            <a:bodyPr spcFirstLastPara="1" wrap="square" lIns="329130" tIns="329130" rIns="329130" bIns="329130" anchor="ctr" anchorCtr="0">
              <a:noAutofit/>
            </a:bodyPr>
            <a:lstStyle/>
            <a:p>
              <a:pPr algn="ctr"/>
              <a:r>
                <a:rPr lang="en" sz="1800" i="1">
                  <a:solidFill>
                    <a:schemeClr val="dk2"/>
                  </a:solidFill>
                </a:rPr>
                <a:t>Figure C:</a:t>
              </a:r>
              <a:endParaRPr sz="1800" i="1">
                <a:solidFill>
                  <a:schemeClr val="dk2"/>
                </a:solidFill>
              </a:endParaRPr>
            </a:p>
          </p:txBody>
        </p:sp>
        <p:sp>
          <p:nvSpPr>
            <p:cNvPr id="273" name="Google Shape;273;p18"/>
            <p:cNvSpPr txBox="1"/>
            <p:nvPr/>
          </p:nvSpPr>
          <p:spPr>
            <a:xfrm>
              <a:off x="28542510" y="8991540"/>
              <a:ext cx="1819800" cy="394200"/>
            </a:xfrm>
            <a:prstGeom prst="rect">
              <a:avLst/>
            </a:prstGeom>
            <a:noFill/>
            <a:ln>
              <a:noFill/>
            </a:ln>
          </p:spPr>
          <p:txBody>
            <a:bodyPr spcFirstLastPara="1" wrap="square" lIns="329130" tIns="329130" rIns="329130" bIns="329130" anchor="ctr" anchorCtr="0">
              <a:noAutofit/>
            </a:bodyPr>
            <a:lstStyle/>
            <a:p>
              <a:pPr algn="ctr"/>
              <a:r>
                <a:rPr lang="en" sz="1800" i="1">
                  <a:solidFill>
                    <a:schemeClr val="dk2"/>
                  </a:solidFill>
                </a:rPr>
                <a:t>Figure D:</a:t>
              </a:r>
              <a:endParaRPr sz="1800" i="1">
                <a:solidFill>
                  <a:schemeClr val="dk2"/>
                </a:solidFill>
              </a:endParaRPr>
            </a:p>
          </p:txBody>
        </p:sp>
        <p:sp>
          <p:nvSpPr>
            <p:cNvPr id="274" name="Google Shape;274;p18"/>
            <p:cNvSpPr txBox="1"/>
            <p:nvPr/>
          </p:nvSpPr>
          <p:spPr>
            <a:xfrm>
              <a:off x="14461650" y="11517977"/>
              <a:ext cx="1819800" cy="394200"/>
            </a:xfrm>
            <a:prstGeom prst="rect">
              <a:avLst/>
            </a:prstGeom>
            <a:noFill/>
            <a:ln>
              <a:noFill/>
            </a:ln>
          </p:spPr>
          <p:txBody>
            <a:bodyPr spcFirstLastPara="1" wrap="square" lIns="329130" tIns="329130" rIns="329130" bIns="329130" anchor="ctr" anchorCtr="0">
              <a:noAutofit/>
            </a:bodyPr>
            <a:lstStyle/>
            <a:p>
              <a:pPr algn="ctr"/>
              <a:r>
                <a:rPr lang="en" sz="1800" i="1">
                  <a:solidFill>
                    <a:schemeClr val="dk2"/>
                  </a:solidFill>
                </a:rPr>
                <a:t>Figure E:</a:t>
              </a:r>
              <a:endParaRPr sz="1800" i="1">
                <a:solidFill>
                  <a:schemeClr val="dk2"/>
                </a:solidFill>
              </a:endParaRPr>
            </a:p>
          </p:txBody>
        </p:sp>
        <p:sp>
          <p:nvSpPr>
            <p:cNvPr id="275" name="Google Shape;275;p18"/>
            <p:cNvSpPr txBox="1"/>
            <p:nvPr/>
          </p:nvSpPr>
          <p:spPr>
            <a:xfrm>
              <a:off x="19003457" y="11470410"/>
              <a:ext cx="1819800" cy="394200"/>
            </a:xfrm>
            <a:prstGeom prst="rect">
              <a:avLst/>
            </a:prstGeom>
            <a:noFill/>
            <a:ln>
              <a:noFill/>
            </a:ln>
          </p:spPr>
          <p:txBody>
            <a:bodyPr spcFirstLastPara="1" wrap="square" lIns="329130" tIns="329130" rIns="329130" bIns="329130" anchor="ctr" anchorCtr="0">
              <a:noAutofit/>
            </a:bodyPr>
            <a:lstStyle/>
            <a:p>
              <a:pPr algn="ctr"/>
              <a:r>
                <a:rPr lang="en" sz="1800" i="1">
                  <a:solidFill>
                    <a:schemeClr val="dk2"/>
                  </a:solidFill>
                </a:rPr>
                <a:t>Figure F:</a:t>
              </a:r>
              <a:endParaRPr sz="1800" i="1">
                <a:solidFill>
                  <a:schemeClr val="dk2"/>
                </a:solidFill>
              </a:endParaRPr>
            </a:p>
          </p:txBody>
        </p:sp>
        <p:sp>
          <p:nvSpPr>
            <p:cNvPr id="276" name="Google Shape;276;p18"/>
            <p:cNvSpPr txBox="1"/>
            <p:nvPr/>
          </p:nvSpPr>
          <p:spPr>
            <a:xfrm>
              <a:off x="23853330" y="11517930"/>
              <a:ext cx="1819800" cy="394200"/>
            </a:xfrm>
            <a:prstGeom prst="rect">
              <a:avLst/>
            </a:prstGeom>
            <a:noFill/>
            <a:ln>
              <a:noFill/>
            </a:ln>
          </p:spPr>
          <p:txBody>
            <a:bodyPr spcFirstLastPara="1" wrap="square" lIns="329130" tIns="329130" rIns="329130" bIns="329130" anchor="ctr" anchorCtr="0">
              <a:noAutofit/>
            </a:bodyPr>
            <a:lstStyle/>
            <a:p>
              <a:pPr algn="ctr"/>
              <a:r>
                <a:rPr lang="en" sz="1800" i="1">
                  <a:solidFill>
                    <a:schemeClr val="dk2"/>
                  </a:solidFill>
                </a:rPr>
                <a:t>Figure G:</a:t>
              </a:r>
              <a:endParaRPr sz="1800" i="1">
                <a:solidFill>
                  <a:schemeClr val="dk2"/>
                </a:solidFill>
              </a:endParaRPr>
            </a:p>
          </p:txBody>
        </p:sp>
        <p:sp>
          <p:nvSpPr>
            <p:cNvPr id="277" name="Google Shape;277;p18"/>
            <p:cNvSpPr txBox="1"/>
            <p:nvPr/>
          </p:nvSpPr>
          <p:spPr>
            <a:xfrm>
              <a:off x="28542510" y="11491967"/>
              <a:ext cx="1819800" cy="394200"/>
            </a:xfrm>
            <a:prstGeom prst="rect">
              <a:avLst/>
            </a:prstGeom>
            <a:noFill/>
            <a:ln>
              <a:noFill/>
            </a:ln>
          </p:spPr>
          <p:txBody>
            <a:bodyPr spcFirstLastPara="1" wrap="square" lIns="329130" tIns="329130" rIns="329130" bIns="329130" anchor="ctr" anchorCtr="0">
              <a:noAutofit/>
            </a:bodyPr>
            <a:lstStyle/>
            <a:p>
              <a:pPr algn="ctr"/>
              <a:r>
                <a:rPr lang="en" sz="1800" i="1">
                  <a:solidFill>
                    <a:schemeClr val="dk2"/>
                  </a:solidFill>
                </a:rPr>
                <a:t>Figure H:</a:t>
              </a:r>
              <a:endParaRPr sz="1800" i="1">
                <a:solidFill>
                  <a:schemeClr val="dk2"/>
                </a:solidFill>
              </a:endParaRPr>
            </a:p>
          </p:txBody>
        </p:sp>
        <p:sp>
          <p:nvSpPr>
            <p:cNvPr id="278" name="Google Shape;278;p18"/>
            <p:cNvSpPr txBox="1"/>
            <p:nvPr/>
          </p:nvSpPr>
          <p:spPr>
            <a:xfrm>
              <a:off x="14345730" y="14140307"/>
              <a:ext cx="1819800" cy="394200"/>
            </a:xfrm>
            <a:prstGeom prst="rect">
              <a:avLst/>
            </a:prstGeom>
            <a:noFill/>
            <a:ln>
              <a:noFill/>
            </a:ln>
          </p:spPr>
          <p:txBody>
            <a:bodyPr spcFirstLastPara="1" wrap="square" lIns="329130" tIns="329130" rIns="329130" bIns="329130" anchor="ctr" anchorCtr="0">
              <a:noAutofit/>
            </a:bodyPr>
            <a:lstStyle/>
            <a:p>
              <a:pPr algn="ctr"/>
              <a:r>
                <a:rPr lang="en" sz="1800" i="1">
                  <a:solidFill>
                    <a:schemeClr val="dk2"/>
                  </a:solidFill>
                </a:rPr>
                <a:t>Figure I:</a:t>
              </a:r>
              <a:endParaRPr sz="1800" i="1">
                <a:solidFill>
                  <a:schemeClr val="dk2"/>
                </a:solidFill>
              </a:endParaRPr>
            </a:p>
          </p:txBody>
        </p:sp>
        <p:sp>
          <p:nvSpPr>
            <p:cNvPr id="279" name="Google Shape;279;p18"/>
            <p:cNvSpPr txBox="1"/>
            <p:nvPr/>
          </p:nvSpPr>
          <p:spPr>
            <a:xfrm>
              <a:off x="19003500" y="14140350"/>
              <a:ext cx="1819800" cy="394200"/>
            </a:xfrm>
            <a:prstGeom prst="rect">
              <a:avLst/>
            </a:prstGeom>
            <a:noFill/>
            <a:ln>
              <a:noFill/>
            </a:ln>
          </p:spPr>
          <p:txBody>
            <a:bodyPr spcFirstLastPara="1" wrap="square" lIns="329130" tIns="329130" rIns="329130" bIns="329130" anchor="ctr" anchorCtr="0">
              <a:noAutofit/>
            </a:bodyPr>
            <a:lstStyle/>
            <a:p>
              <a:pPr algn="ctr"/>
              <a:r>
                <a:rPr lang="en" sz="1800" i="1">
                  <a:solidFill>
                    <a:schemeClr val="dk2"/>
                  </a:solidFill>
                </a:rPr>
                <a:t>Figure J:</a:t>
              </a:r>
              <a:endParaRPr sz="1800" i="1">
                <a:solidFill>
                  <a:schemeClr val="dk2"/>
                </a:solidFill>
              </a:endParaRPr>
            </a:p>
          </p:txBody>
        </p:sp>
        <p:sp>
          <p:nvSpPr>
            <p:cNvPr id="280" name="Google Shape;280;p18"/>
            <p:cNvSpPr txBox="1"/>
            <p:nvPr/>
          </p:nvSpPr>
          <p:spPr>
            <a:xfrm>
              <a:off x="23767740" y="14104937"/>
              <a:ext cx="1819800" cy="394200"/>
            </a:xfrm>
            <a:prstGeom prst="rect">
              <a:avLst/>
            </a:prstGeom>
            <a:noFill/>
            <a:ln>
              <a:noFill/>
            </a:ln>
          </p:spPr>
          <p:txBody>
            <a:bodyPr spcFirstLastPara="1" wrap="square" lIns="329130" tIns="329130" rIns="329130" bIns="329130" anchor="ctr" anchorCtr="0">
              <a:noAutofit/>
            </a:bodyPr>
            <a:lstStyle/>
            <a:p>
              <a:pPr algn="ctr"/>
              <a:r>
                <a:rPr lang="en" sz="1800" i="1">
                  <a:solidFill>
                    <a:schemeClr val="dk2"/>
                  </a:solidFill>
                </a:rPr>
                <a:t>Figure K:</a:t>
              </a:r>
              <a:endParaRPr sz="1800" i="1">
                <a:solidFill>
                  <a:schemeClr val="dk2"/>
                </a:solidFill>
              </a:endParaRPr>
            </a:p>
          </p:txBody>
        </p:sp>
        <p:sp>
          <p:nvSpPr>
            <p:cNvPr id="281" name="Google Shape;281;p18"/>
            <p:cNvSpPr txBox="1"/>
            <p:nvPr/>
          </p:nvSpPr>
          <p:spPr>
            <a:xfrm>
              <a:off x="28729530" y="14104980"/>
              <a:ext cx="1819800" cy="394200"/>
            </a:xfrm>
            <a:prstGeom prst="rect">
              <a:avLst/>
            </a:prstGeom>
            <a:noFill/>
            <a:ln>
              <a:noFill/>
            </a:ln>
          </p:spPr>
          <p:txBody>
            <a:bodyPr spcFirstLastPara="1" wrap="square" lIns="329130" tIns="329130" rIns="329130" bIns="329130" anchor="ctr" anchorCtr="0">
              <a:noAutofit/>
            </a:bodyPr>
            <a:lstStyle/>
            <a:p>
              <a:pPr algn="ctr"/>
              <a:r>
                <a:rPr lang="en" sz="1800" i="1">
                  <a:solidFill>
                    <a:schemeClr val="dk2"/>
                  </a:solidFill>
                </a:rPr>
                <a:t>Figure L:</a:t>
              </a:r>
              <a:endParaRPr sz="1800" i="1">
                <a:solidFill>
                  <a:schemeClr val="dk2"/>
                </a:solidFill>
              </a:endParaRPr>
            </a:p>
          </p:txBody>
        </p:sp>
        <p:pic>
          <p:nvPicPr>
            <p:cNvPr id="282" name="Google Shape;282;p18" title="Untitled 1.png"/>
            <p:cNvPicPr preferRelativeResize="0"/>
            <p:nvPr/>
          </p:nvPicPr>
          <p:blipFill>
            <a:blip r:embed="rId14">
              <a:alphaModFix/>
            </a:blip>
            <a:stretch>
              <a:fillRect/>
            </a:stretch>
          </p:blipFill>
          <p:spPr>
            <a:xfrm>
              <a:off x="31559861" y="19267782"/>
              <a:ext cx="719096" cy="719096"/>
            </a:xfrm>
            <a:prstGeom prst="rect">
              <a:avLst/>
            </a:prstGeom>
            <a:noFill/>
            <a:ln>
              <a:noFill/>
            </a:ln>
          </p:spPr>
        </p:pic>
        <p:sp>
          <p:nvSpPr>
            <p:cNvPr id="283" name="Google Shape;283;p18"/>
            <p:cNvSpPr txBox="1"/>
            <p:nvPr/>
          </p:nvSpPr>
          <p:spPr>
            <a:xfrm>
              <a:off x="7208100" y="13007430"/>
              <a:ext cx="4209840" cy="394200"/>
            </a:xfrm>
            <a:prstGeom prst="rect">
              <a:avLst/>
            </a:prstGeom>
            <a:noFill/>
            <a:ln>
              <a:noFill/>
            </a:ln>
          </p:spPr>
          <p:txBody>
            <a:bodyPr spcFirstLastPara="1" wrap="square" lIns="329130" tIns="329130" rIns="329130" bIns="329130" anchor="ctr" anchorCtr="0">
              <a:noAutofit/>
            </a:bodyPr>
            <a:lstStyle/>
            <a:p>
              <a:r>
                <a:rPr lang="en" sz="1800">
                  <a:solidFill>
                    <a:schemeClr val="dk2"/>
                  </a:solidFill>
                </a:rPr>
                <a:t>Figure 1: Methodology Flow Chart</a:t>
              </a:r>
              <a:endParaRPr sz="1800">
                <a:solidFill>
                  <a:schemeClr val="dk2"/>
                </a:solidFill>
              </a:endParaRPr>
            </a:p>
          </p:txBody>
        </p:sp>
        <p:pic>
          <p:nvPicPr>
            <p:cNvPr id="284" name="Google Shape;284;p18"/>
            <p:cNvPicPr preferRelativeResize="0"/>
            <p:nvPr/>
          </p:nvPicPr>
          <p:blipFill>
            <a:blip r:embed="rId15">
              <a:alphaModFix/>
            </a:blip>
            <a:stretch>
              <a:fillRect/>
            </a:stretch>
          </p:blipFill>
          <p:spPr>
            <a:xfrm>
              <a:off x="6734342" y="13401630"/>
              <a:ext cx="5157356" cy="2691360"/>
            </a:xfrm>
            <a:prstGeom prst="rect">
              <a:avLst/>
            </a:prstGeom>
            <a:noFill/>
            <a:ln>
              <a:noFill/>
            </a:ln>
          </p:spPr>
        </p:pic>
        <p:pic>
          <p:nvPicPr>
            <p:cNvPr id="285" name="Google Shape;285;p18"/>
            <p:cNvPicPr preferRelativeResize="0"/>
            <p:nvPr/>
          </p:nvPicPr>
          <p:blipFill rotWithShape="1">
            <a:blip r:embed="rId16">
              <a:alphaModFix/>
            </a:blip>
            <a:srcRect l="3587" t="2730" r="3224" b="5635"/>
            <a:stretch/>
          </p:blipFill>
          <p:spPr>
            <a:xfrm>
              <a:off x="23009310" y="11904709"/>
              <a:ext cx="3507833" cy="1947128"/>
            </a:xfrm>
            <a:prstGeom prst="rect">
              <a:avLst/>
            </a:prstGeom>
            <a:noFill/>
            <a:ln>
              <a:noFill/>
            </a:ln>
          </p:spPr>
        </p:pic>
        <p:pic>
          <p:nvPicPr>
            <p:cNvPr id="286" name="Google Shape;286;p18"/>
            <p:cNvPicPr preferRelativeResize="0"/>
            <p:nvPr/>
          </p:nvPicPr>
          <p:blipFill rotWithShape="1">
            <a:blip r:embed="rId17">
              <a:alphaModFix/>
            </a:blip>
            <a:srcRect l="3337" t="3769" r="3169" b="4284"/>
            <a:stretch/>
          </p:blipFill>
          <p:spPr>
            <a:xfrm>
              <a:off x="27698486" y="11975533"/>
              <a:ext cx="3507833" cy="1937318"/>
            </a:xfrm>
            <a:prstGeom prst="rect">
              <a:avLst/>
            </a:prstGeom>
            <a:gradFill>
              <a:gsLst>
                <a:gs pos="0">
                  <a:schemeClr val="lt1"/>
                </a:gs>
                <a:gs pos="100000">
                  <a:srgbClr val="D1F2F7"/>
                </a:gs>
              </a:gsLst>
              <a:lin ang="2700006" scaled="0"/>
            </a:gradFill>
            <a:ln>
              <a:noFill/>
            </a:ln>
          </p:spPr>
        </p:pic>
        <p:pic>
          <p:nvPicPr>
            <p:cNvPr id="287" name="Google Shape;287;p18"/>
            <p:cNvPicPr preferRelativeResize="0"/>
            <p:nvPr/>
          </p:nvPicPr>
          <p:blipFill rotWithShape="1">
            <a:blip r:embed="rId18">
              <a:alphaModFix/>
            </a:blip>
            <a:srcRect l="3083" t="4129" r="2336" b="4911"/>
            <a:stretch/>
          </p:blipFill>
          <p:spPr>
            <a:xfrm>
              <a:off x="13617630" y="14568797"/>
              <a:ext cx="3507833" cy="1892657"/>
            </a:xfrm>
            <a:prstGeom prst="rect">
              <a:avLst/>
            </a:prstGeom>
            <a:noFill/>
            <a:ln>
              <a:noFill/>
            </a:ln>
          </p:spPr>
        </p:pic>
      </p:grpSp>
      <p:pic>
        <p:nvPicPr>
          <p:cNvPr id="288" name="Picture 287" descr="3R.png"/>
          <p:cNvPicPr>
            <a:picLocks noChangeAspect="1"/>
          </p:cNvPicPr>
          <p:nvPr/>
        </p:nvPicPr>
        <p:blipFill>
          <a:blip r:embed="rId19"/>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753</Words>
  <Application>Microsoft Macintosh PowerPoint</Application>
  <PresentationFormat>Custom</PresentationFormat>
  <Paragraphs>39</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Libre Baskerville</vt:lpstr>
      <vt:lpstr>Montserrat</vt:lpstr>
      <vt:lpstr>Calibri</vt:lpstr>
      <vt:lpstr>Montserrat Light</vt:lpstr>
      <vt:lpstr>Arial</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2</cp:revision>
  <dcterms:modified xsi:type="dcterms:W3CDTF">2025-04-26T16:56:51Z</dcterms:modified>
</cp:coreProperties>
</file>