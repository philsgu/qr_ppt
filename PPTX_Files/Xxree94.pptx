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31954788" cy="50149125"/>
  <p:embeddedFontLst>
    <p:embeddedFont>
      <p:font typeface="Libre Baskerville" panose="02000000000000000000" pitchFamily="2" charset="0"/>
      <p:regular r:id="rId4"/>
      <p:bold r:id="rId5"/>
      <p:italic r:id="rId6"/>
    </p:embeddedFont>
    <p:embeddedFont>
      <p:font typeface="Montserrat Light" panose="020F0302020204030204" pitchFamily="34" charset="0"/>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312">
          <p15:clr>
            <a:srgbClr val="A4A3A4"/>
          </p15:clr>
        </p15:guide>
        <p15:guide id="2" orient="horz" pos="3755">
          <p15:clr>
            <a:srgbClr val="A4A3A4"/>
          </p15:clr>
        </p15:guide>
        <p15:guide id="3" orient="horz" pos="2355">
          <p15:clr>
            <a:srgbClr val="A4A3A4"/>
          </p15:clr>
        </p15:guide>
        <p15:guide id="4" orient="horz" pos="4164">
          <p15:clr>
            <a:srgbClr val="A4A3A4"/>
          </p15:clr>
        </p15:guide>
        <p15:guide id="5" pos="540">
          <p15:clr>
            <a:srgbClr val="A4A3A4"/>
          </p15:clr>
        </p15:guide>
        <p15:guide id="6" pos="5184">
          <p15:clr>
            <a:srgbClr val="A4A3A4"/>
          </p15:clr>
        </p15:guide>
        <p15:guide id="7" pos="5544">
          <p15:clr>
            <a:srgbClr val="A4A3A4"/>
          </p15:clr>
        </p15:guide>
        <p15:guide id="8" pos="10188">
          <p15:clr>
            <a:srgbClr val="A4A3A4"/>
          </p15:clr>
        </p15:guide>
        <p15:guide id="9" pos="10548">
          <p15:clr>
            <a:srgbClr val="A4A3A4"/>
          </p15:clr>
        </p15:guide>
        <p15:guide id="10" pos="15192">
          <p15:clr>
            <a:srgbClr val="A4A3A4"/>
          </p15:clr>
        </p15:guide>
        <p15:guide id="11" pos="15552">
          <p15:clr>
            <a:srgbClr val="A4A3A4"/>
          </p15:clr>
        </p15:guide>
        <p15:guide id="12" pos="20196">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hxHAvlpg7NKI8cDLkKvcqyYFacI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3"/>
    <p:restoredTop sz="94694"/>
  </p:normalViewPr>
  <p:slideViewPr>
    <p:cSldViewPr snapToGrid="0">
      <p:cViewPr varScale="1">
        <p:scale>
          <a:sx n="36" d="100"/>
          <a:sy n="36" d="100"/>
        </p:scale>
        <p:origin x="272" y="24"/>
      </p:cViewPr>
      <p:guideLst>
        <p:guide orient="horz" pos="13312"/>
        <p:guide orient="horz" pos="3755"/>
        <p:guide orient="horz" pos="2355"/>
        <p:guide orient="horz" pos="4164"/>
        <p:guide pos="540"/>
        <p:guide pos="5184"/>
        <p:guide pos="5544"/>
        <p:guide pos="10188"/>
        <p:guide pos="10548"/>
        <p:guide pos="15192"/>
        <p:guide pos="15552"/>
        <p:guide pos="2019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4" Type="http://customschemas.google.com/relationships/presentationmetadata" Target="meta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13804900" cy="2628900"/>
          </a:xfrm>
          <a:prstGeom prst="rect">
            <a:avLst/>
          </a:prstGeom>
          <a:noFill/>
          <a:ln>
            <a:noFill/>
          </a:ln>
        </p:spPr>
        <p:txBody>
          <a:bodyPr spcFirstLastPara="1" wrap="square" lIns="450025" tIns="225000" rIns="450025" bIns="225000" anchor="t" anchorCtr="0">
            <a:noAutofit/>
          </a:bodyPr>
          <a:lstStyle>
            <a:lvl1pPr marR="0" lvl="0" algn="l" rtl="0">
              <a:spcBef>
                <a:spcPts val="0"/>
              </a:spcBef>
              <a:spcAft>
                <a:spcPts val="0"/>
              </a:spcAft>
              <a:buSzPts val="1400"/>
              <a:buNone/>
              <a:defRPr sz="6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17941925" y="0"/>
            <a:ext cx="14135100" cy="2628900"/>
          </a:xfrm>
          <a:prstGeom prst="rect">
            <a:avLst/>
          </a:prstGeom>
          <a:noFill/>
          <a:ln>
            <a:noFill/>
          </a:ln>
        </p:spPr>
        <p:txBody>
          <a:bodyPr spcFirstLastPara="1" wrap="square" lIns="450025" tIns="225000" rIns="450025" bIns="225000" anchor="t" anchorCtr="0">
            <a:noAutofit/>
          </a:bodyPr>
          <a:lstStyle>
            <a:lvl1pPr marR="0" lvl="0" algn="r" rtl="0">
              <a:spcBef>
                <a:spcPts val="0"/>
              </a:spcBef>
              <a:spcAft>
                <a:spcPts val="0"/>
              </a:spcAft>
              <a:buSzPts val="1400"/>
              <a:buNone/>
              <a:defRPr sz="6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816100" y="3757613"/>
            <a:ext cx="28120975" cy="187483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4137025" y="24004588"/>
            <a:ext cx="23456900" cy="22512338"/>
          </a:xfrm>
          <a:prstGeom prst="rect">
            <a:avLst/>
          </a:prstGeom>
          <a:noFill/>
          <a:ln>
            <a:noFill/>
          </a:ln>
        </p:spPr>
        <p:txBody>
          <a:bodyPr spcFirstLastPara="1" wrap="square" lIns="450025" tIns="225000" rIns="450025" bIns="225000" anchor="t" anchorCtr="0">
            <a:noAutofit/>
          </a:bodyPr>
          <a:lstStyle>
            <a:lvl1pPr marL="457200" marR="0" lvl="0" indent="-228600" algn="l" rtl="0">
              <a:spcBef>
                <a:spcPts val="257"/>
              </a:spcBef>
              <a:spcAft>
                <a:spcPts val="0"/>
              </a:spcAft>
              <a:buSzPts val="1400"/>
              <a:buNone/>
              <a:defRPr sz="857"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257"/>
              </a:spcBef>
              <a:spcAft>
                <a:spcPts val="0"/>
              </a:spcAft>
              <a:buSzPts val="1400"/>
              <a:buNone/>
              <a:defRPr sz="857"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257"/>
              </a:spcBef>
              <a:spcAft>
                <a:spcPts val="0"/>
              </a:spcAft>
              <a:buSzPts val="1400"/>
              <a:buNone/>
              <a:defRPr sz="857"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57"/>
              </a:spcBef>
              <a:spcAft>
                <a:spcPts val="0"/>
              </a:spcAft>
              <a:buSzPts val="1400"/>
              <a:buNone/>
              <a:defRPr sz="857"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257"/>
              </a:spcBef>
              <a:spcAft>
                <a:spcPts val="0"/>
              </a:spcAft>
              <a:buSzPts val="1400"/>
              <a:buNone/>
              <a:defRPr sz="857"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7639288"/>
            <a:ext cx="13804900" cy="2628900"/>
          </a:xfrm>
          <a:prstGeom prst="rect">
            <a:avLst/>
          </a:prstGeom>
          <a:noFill/>
          <a:ln>
            <a:noFill/>
          </a:ln>
        </p:spPr>
        <p:txBody>
          <a:bodyPr spcFirstLastPara="1" wrap="square" lIns="450025" tIns="225000" rIns="450025" bIns="225000" anchor="b" anchorCtr="0">
            <a:noAutofit/>
          </a:bodyPr>
          <a:lstStyle>
            <a:lvl1pPr marR="0" lvl="0" algn="l" rtl="0">
              <a:spcBef>
                <a:spcPts val="0"/>
              </a:spcBef>
              <a:spcAft>
                <a:spcPts val="0"/>
              </a:spcAft>
              <a:buSzPts val="1400"/>
              <a:buNone/>
              <a:defRPr sz="6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17941925" y="47639288"/>
            <a:ext cx="14135100" cy="2628900"/>
          </a:xfrm>
          <a:prstGeom prst="rect">
            <a:avLst/>
          </a:prstGeom>
          <a:noFill/>
          <a:ln>
            <a:noFill/>
          </a:ln>
        </p:spPr>
        <p:txBody>
          <a:bodyPr spcFirstLastPara="1" wrap="square" lIns="450025" tIns="225000" rIns="450025" bIns="225000" anchor="b" anchorCtr="0">
            <a:noAutofit/>
          </a:bodyPr>
          <a:lstStyle/>
          <a:p>
            <a:pPr marL="0" marR="0" lvl="0" indent="0" algn="r" rtl="0">
              <a:spcBef>
                <a:spcPts val="0"/>
              </a:spcBef>
              <a:spcAft>
                <a:spcPts val="0"/>
              </a:spcAft>
              <a:buNone/>
            </a:pPr>
            <a:fld id="{00000000-1234-1234-1234-123412341234}" type="slidenum">
              <a:rPr lang="en-US" sz="6000" b="0" i="0" u="none" strike="noStrike" cap="none">
                <a:solidFill>
                  <a:schemeClr val="dk1"/>
                </a:solidFill>
                <a:latin typeface="Times New Roman"/>
                <a:ea typeface="Times New Roman"/>
                <a:cs typeface="Times New Roman"/>
                <a:sym typeface="Times New Roman"/>
              </a:rPr>
              <a:t>‹#›</a:t>
            </a:fld>
            <a:endParaRPr sz="60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17941925" y="47639288"/>
            <a:ext cx="14135100" cy="2628900"/>
          </a:xfrm>
          <a:prstGeom prst="rect">
            <a:avLst/>
          </a:prstGeom>
          <a:noFill/>
          <a:ln>
            <a:noFill/>
          </a:ln>
        </p:spPr>
        <p:txBody>
          <a:bodyPr spcFirstLastPara="1" wrap="square" lIns="450025" tIns="225000" rIns="450025" bIns="225000" anchor="b" anchorCtr="0">
            <a:noAutofit/>
          </a:bodyPr>
          <a:lstStyle/>
          <a:p>
            <a:pPr marL="0" lvl="0" indent="0" algn="r" rtl="0">
              <a:spcBef>
                <a:spcPts val="0"/>
              </a:spcBef>
              <a:spcAft>
                <a:spcPts val="0"/>
              </a:spcAft>
              <a:buNone/>
            </a:pPr>
            <a:fld id="{00000000-1234-1234-1234-123412341234}" type="slidenum">
              <a:rPr lang="en-US" sz="6000" b="0" i="0" u="none" strike="noStrike" cap="none">
                <a:solidFill>
                  <a:schemeClr val="dk1"/>
                </a:solidFill>
                <a:latin typeface="Times New Roman"/>
                <a:ea typeface="Times New Roman"/>
                <a:cs typeface="Times New Roman"/>
                <a:sym typeface="Times New Roman"/>
              </a:rPr>
              <a:t>1</a:t>
            </a:fld>
            <a:endParaRPr sz="6000" b="0" i="0" u="none" strike="noStrike" cap="none">
              <a:solidFill>
                <a:schemeClr val="dk1"/>
              </a:solidFill>
              <a:latin typeface="Times New Roman"/>
              <a:ea typeface="Times New Roman"/>
              <a:cs typeface="Times New Roman"/>
              <a:sym typeface="Times New Roman"/>
            </a:endParaRPr>
          </a:p>
        </p:txBody>
      </p:sp>
      <p:sp>
        <p:nvSpPr>
          <p:cNvPr id="90" name="Google Shape;90;p1:notes"/>
          <p:cNvSpPr>
            <a:spLocks noGrp="1" noRot="1" noChangeAspect="1"/>
          </p:cNvSpPr>
          <p:nvPr>
            <p:ph type="sldImg" idx="2"/>
          </p:nvPr>
        </p:nvSpPr>
        <p:spPr>
          <a:xfrm>
            <a:off x="1816100" y="3757613"/>
            <a:ext cx="28120975" cy="187483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1" name="Google Shape;91;p1:notes"/>
          <p:cNvSpPr txBox="1">
            <a:spLocks noGrp="1"/>
          </p:cNvSpPr>
          <p:nvPr>
            <p:ph type="body" idx="1"/>
          </p:nvPr>
        </p:nvSpPr>
        <p:spPr>
          <a:xfrm>
            <a:off x="4137025" y="24004588"/>
            <a:ext cx="23456900" cy="22512338"/>
          </a:xfrm>
          <a:prstGeom prst="rect">
            <a:avLst/>
          </a:prstGeom>
          <a:noFill/>
          <a:ln>
            <a:noFill/>
          </a:ln>
        </p:spPr>
        <p:txBody>
          <a:bodyPr spcFirstLastPara="1" wrap="square" lIns="450025" tIns="225000" rIns="450025" bIns="225000" anchor="t" anchorCtr="0">
            <a:noAutofit/>
          </a:bodyPr>
          <a:lstStyle/>
          <a:p>
            <a:pPr marL="0" lvl="0" indent="0" algn="l" rtl="0">
              <a:spcBef>
                <a:spcPts val="0"/>
              </a:spcBef>
              <a:spcAft>
                <a:spcPts val="0"/>
              </a:spcAft>
              <a:buNone/>
            </a:pPr>
            <a:endParaRPr sz="857"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
        <p:cNvGrpSpPr/>
        <p:nvPr/>
      </p:nvGrpSpPr>
      <p:grpSpPr>
        <a:xfrm>
          <a:off x="0" y="0"/>
          <a:ext cx="0" cy="0"/>
          <a:chOff x="0" y="0"/>
          <a:chExt cx="0" cy="0"/>
        </a:xfrm>
      </p:grpSpPr>
      <p:sp>
        <p:nvSpPr>
          <p:cNvPr id="20" name="Google Shape;20;p3"/>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2469093" y="6817784"/>
            <a:ext cx="27980218" cy="4703233"/>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4938184" y="12435417"/>
            <a:ext cx="23042032" cy="5609167"/>
          </a:xfrm>
          <a:prstGeom prst="rect">
            <a:avLst/>
          </a:prstGeom>
          <a:noFill/>
          <a:ln>
            <a:noFill/>
          </a:ln>
        </p:spPr>
        <p:txBody>
          <a:bodyPr spcFirstLastPara="1" wrap="square" lIns="426700" tIns="213350" rIns="426700" bIns="213350" anchor="t" anchorCtr="0">
            <a:noAutofit/>
          </a:bodyPr>
          <a:lstStyle>
            <a:lvl1pPr lvl="0" algn="ctr">
              <a:spcBef>
                <a:spcPts val="1987"/>
              </a:spcBef>
              <a:spcAft>
                <a:spcPts val="0"/>
              </a:spcAft>
              <a:buClr>
                <a:schemeClr val="dk1"/>
              </a:buClr>
              <a:buSzPts val="9934"/>
              <a:buFont typeface="Times New Roman"/>
              <a:buNone/>
              <a:defRPr/>
            </a:lvl1pPr>
            <a:lvl2pPr lvl="1" algn="ctr">
              <a:spcBef>
                <a:spcPts val="1747"/>
              </a:spcBef>
              <a:spcAft>
                <a:spcPts val="0"/>
              </a:spcAft>
              <a:buClr>
                <a:schemeClr val="dk1"/>
              </a:buClr>
              <a:buSzPts val="8734"/>
              <a:buFont typeface="Times New Roman"/>
              <a:buNone/>
              <a:defRPr/>
            </a:lvl2pPr>
            <a:lvl3pPr lvl="2" algn="ctr">
              <a:spcBef>
                <a:spcPts val="1493"/>
              </a:spcBef>
              <a:spcAft>
                <a:spcPts val="0"/>
              </a:spcAft>
              <a:buClr>
                <a:schemeClr val="dk1"/>
              </a:buClr>
              <a:buSzPts val="7467"/>
              <a:buFont typeface="Times New Roman"/>
              <a:buNone/>
              <a:defRPr/>
            </a:lvl3pPr>
            <a:lvl4pPr lvl="3" algn="ctr">
              <a:spcBef>
                <a:spcPts val="1240"/>
              </a:spcBef>
              <a:spcAft>
                <a:spcPts val="0"/>
              </a:spcAft>
              <a:buClr>
                <a:schemeClr val="dk1"/>
              </a:buClr>
              <a:buSzPts val="6200"/>
              <a:buFont typeface="Times New Roman"/>
              <a:buNone/>
              <a:defRPr/>
            </a:lvl4pPr>
            <a:lvl5pPr lvl="4" algn="ctr">
              <a:spcBef>
                <a:spcPts val="1240"/>
              </a:spcBef>
              <a:spcAft>
                <a:spcPts val="0"/>
              </a:spcAft>
              <a:buClr>
                <a:schemeClr val="dk1"/>
              </a:buClr>
              <a:buSzPts val="6200"/>
              <a:buFont typeface="Times New Roman"/>
              <a:buNone/>
              <a:defRPr/>
            </a:lvl5pPr>
            <a:lvl6pPr lvl="5" algn="ctr">
              <a:spcBef>
                <a:spcPts val="1240"/>
              </a:spcBef>
              <a:spcAft>
                <a:spcPts val="0"/>
              </a:spcAft>
              <a:buClr>
                <a:schemeClr val="dk1"/>
              </a:buClr>
              <a:buSzPts val="6200"/>
              <a:buFont typeface="Times New Roman"/>
              <a:buNone/>
              <a:defRPr/>
            </a:lvl6pPr>
            <a:lvl7pPr lvl="6" algn="ctr">
              <a:spcBef>
                <a:spcPts val="1240"/>
              </a:spcBef>
              <a:spcAft>
                <a:spcPts val="0"/>
              </a:spcAft>
              <a:buClr>
                <a:schemeClr val="dk1"/>
              </a:buClr>
              <a:buSzPts val="6200"/>
              <a:buFont typeface="Times New Roman"/>
              <a:buNone/>
              <a:defRPr/>
            </a:lvl7pPr>
            <a:lvl8pPr lvl="7" algn="ctr">
              <a:spcBef>
                <a:spcPts val="1240"/>
              </a:spcBef>
              <a:spcAft>
                <a:spcPts val="0"/>
              </a:spcAft>
              <a:buClr>
                <a:schemeClr val="dk1"/>
              </a:buClr>
              <a:buSzPts val="6200"/>
              <a:buFont typeface="Times New Roman"/>
              <a:buNone/>
              <a:defRPr/>
            </a:lvl8pPr>
            <a:lvl9pPr lvl="8" algn="ctr">
              <a:spcBef>
                <a:spcPts val="1240"/>
              </a:spcBef>
              <a:spcAft>
                <a:spcPts val="0"/>
              </a:spcAft>
              <a:buClr>
                <a:schemeClr val="dk1"/>
              </a:buClr>
              <a:buSzPts val="6200"/>
              <a:buFont typeface="Times New Roman"/>
              <a:buNone/>
              <a:defRPr/>
            </a:lvl9pPr>
          </a:lstStyle>
          <a:p>
            <a:endParaRPr/>
          </a:p>
        </p:txBody>
      </p:sp>
      <p:sp>
        <p:nvSpPr>
          <p:cNvPr id="26" name="Google Shape;26;p4"/>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2470548" y="1950509"/>
            <a:ext cx="27977306" cy="3657600"/>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2470548" y="6339417"/>
            <a:ext cx="27977306" cy="13167782"/>
          </a:xfrm>
          <a:prstGeom prst="rect">
            <a:avLst/>
          </a:prstGeom>
          <a:noFill/>
          <a:ln>
            <a:noFill/>
          </a:ln>
        </p:spPr>
        <p:txBody>
          <a:bodyPr spcFirstLastPara="1" wrap="square" lIns="426700" tIns="213350" rIns="426700" bIns="2133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 name="Google Shape;32;p5"/>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2600326" y="14102293"/>
            <a:ext cx="27980218" cy="43582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sz="2667"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2600326" y="9301692"/>
            <a:ext cx="27980218" cy="4800600"/>
          </a:xfrm>
          <a:prstGeom prst="rect">
            <a:avLst/>
          </a:prstGeom>
          <a:noFill/>
          <a:ln>
            <a:noFill/>
          </a:ln>
        </p:spPr>
        <p:txBody>
          <a:bodyPr spcFirstLastPara="1" wrap="square" lIns="426700" tIns="213350" rIns="426700" bIns="213350" anchor="b" anchorCtr="0">
            <a:noAutofit/>
          </a:bodyPr>
          <a:lstStyle>
            <a:lvl1pPr marL="457200" lvl="0" indent="-228600" algn="l">
              <a:spcBef>
                <a:spcPts val="267"/>
              </a:spcBef>
              <a:spcAft>
                <a:spcPts val="0"/>
              </a:spcAft>
              <a:buClr>
                <a:schemeClr val="dk1"/>
              </a:buClr>
              <a:buSzPts val="1333"/>
              <a:buFont typeface="Times New Roman"/>
              <a:buNone/>
              <a:defRPr sz="1333"/>
            </a:lvl1pPr>
            <a:lvl2pPr marL="914400" lvl="1" indent="-228600" algn="l">
              <a:spcBef>
                <a:spcPts val="240"/>
              </a:spcBef>
              <a:spcAft>
                <a:spcPts val="0"/>
              </a:spcAft>
              <a:buClr>
                <a:schemeClr val="dk1"/>
              </a:buClr>
              <a:buSzPts val="1200"/>
              <a:buFont typeface="Times New Roman"/>
              <a:buNone/>
              <a:defRPr sz="1200"/>
            </a:lvl2pPr>
            <a:lvl3pPr marL="1371600" lvl="2" indent="-228600" algn="l">
              <a:spcBef>
                <a:spcPts val="213"/>
              </a:spcBef>
              <a:spcAft>
                <a:spcPts val="0"/>
              </a:spcAft>
              <a:buClr>
                <a:schemeClr val="dk1"/>
              </a:buClr>
              <a:buSzPts val="1067"/>
              <a:buFont typeface="Times New Roman"/>
              <a:buNone/>
              <a:defRPr sz="1067"/>
            </a:lvl3pPr>
            <a:lvl4pPr marL="1828800" lvl="3" indent="-228600" algn="l">
              <a:spcBef>
                <a:spcPts val="187"/>
              </a:spcBef>
              <a:spcAft>
                <a:spcPts val="0"/>
              </a:spcAft>
              <a:buClr>
                <a:schemeClr val="dk1"/>
              </a:buClr>
              <a:buSzPts val="933"/>
              <a:buFont typeface="Times New Roman"/>
              <a:buNone/>
              <a:defRPr sz="933"/>
            </a:lvl4pPr>
            <a:lvl5pPr marL="2286000" lvl="4" indent="-228600" algn="l">
              <a:spcBef>
                <a:spcPts val="187"/>
              </a:spcBef>
              <a:spcAft>
                <a:spcPts val="0"/>
              </a:spcAft>
              <a:buClr>
                <a:schemeClr val="dk1"/>
              </a:buClr>
              <a:buSzPts val="933"/>
              <a:buFont typeface="Times New Roman"/>
              <a:buNone/>
              <a:defRPr sz="933"/>
            </a:lvl5pPr>
            <a:lvl6pPr marL="2743200" lvl="5" indent="-228600" algn="l">
              <a:spcBef>
                <a:spcPts val="187"/>
              </a:spcBef>
              <a:spcAft>
                <a:spcPts val="0"/>
              </a:spcAft>
              <a:buClr>
                <a:schemeClr val="dk1"/>
              </a:buClr>
              <a:buSzPts val="933"/>
              <a:buFont typeface="Times New Roman"/>
              <a:buNone/>
              <a:defRPr sz="933"/>
            </a:lvl6pPr>
            <a:lvl7pPr marL="3200400" lvl="6" indent="-228600" algn="l">
              <a:spcBef>
                <a:spcPts val="187"/>
              </a:spcBef>
              <a:spcAft>
                <a:spcPts val="0"/>
              </a:spcAft>
              <a:buClr>
                <a:schemeClr val="dk1"/>
              </a:buClr>
              <a:buSzPts val="933"/>
              <a:buFont typeface="Times New Roman"/>
              <a:buNone/>
              <a:defRPr sz="933"/>
            </a:lvl7pPr>
            <a:lvl8pPr marL="3657600" lvl="7" indent="-228600" algn="l">
              <a:spcBef>
                <a:spcPts val="187"/>
              </a:spcBef>
              <a:spcAft>
                <a:spcPts val="0"/>
              </a:spcAft>
              <a:buClr>
                <a:schemeClr val="dk1"/>
              </a:buClr>
              <a:buSzPts val="933"/>
              <a:buFont typeface="Times New Roman"/>
              <a:buNone/>
              <a:defRPr sz="933"/>
            </a:lvl8pPr>
            <a:lvl9pPr marL="4114800" lvl="8" indent="-228600" algn="l">
              <a:spcBef>
                <a:spcPts val="187"/>
              </a:spcBef>
              <a:spcAft>
                <a:spcPts val="0"/>
              </a:spcAft>
              <a:buClr>
                <a:schemeClr val="dk1"/>
              </a:buClr>
              <a:buSzPts val="933"/>
              <a:buFont typeface="Times New Roman"/>
              <a:buNone/>
              <a:defRPr sz="933"/>
            </a:lvl9pPr>
          </a:lstStyle>
          <a:p>
            <a:endParaRPr/>
          </a:p>
        </p:txBody>
      </p:sp>
      <p:sp>
        <p:nvSpPr>
          <p:cNvPr id="38" name="Google Shape;38;p6"/>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2470548" y="1950509"/>
            <a:ext cx="27977306" cy="3657600"/>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2470151" y="6339418"/>
            <a:ext cx="13938248" cy="13167782"/>
          </a:xfrm>
          <a:prstGeom prst="rect">
            <a:avLst/>
          </a:prstGeom>
          <a:noFill/>
          <a:ln>
            <a:noFill/>
          </a:ln>
        </p:spPr>
        <p:txBody>
          <a:bodyPr spcFirstLastPara="1" wrap="square" lIns="426700" tIns="213350" rIns="426700" bIns="213350" anchor="t" anchorCtr="0">
            <a:noAutofit/>
          </a:bodyPr>
          <a:lstStyle>
            <a:lvl1pPr marL="457200" lvl="0" indent="-347154" algn="l">
              <a:spcBef>
                <a:spcPts val="373"/>
              </a:spcBef>
              <a:spcAft>
                <a:spcPts val="0"/>
              </a:spcAft>
              <a:buClr>
                <a:schemeClr val="dk1"/>
              </a:buClr>
              <a:buSzPts val="1867"/>
              <a:buFont typeface="Times New Roman"/>
              <a:buChar char="•"/>
              <a:defRPr sz="1867"/>
            </a:lvl1pPr>
            <a:lvl2pPr marL="914400" lvl="1" indent="-330200" algn="l">
              <a:spcBef>
                <a:spcPts val="320"/>
              </a:spcBef>
              <a:spcAft>
                <a:spcPts val="0"/>
              </a:spcAft>
              <a:buClr>
                <a:schemeClr val="dk1"/>
              </a:buClr>
              <a:buSzPts val="1600"/>
              <a:buFont typeface="Times New Roman"/>
              <a:buChar char="–"/>
              <a:defRPr sz="1600"/>
            </a:lvl2pPr>
            <a:lvl3pPr marL="1371600" lvl="2" indent="-313245" algn="l">
              <a:spcBef>
                <a:spcPts val="267"/>
              </a:spcBef>
              <a:spcAft>
                <a:spcPts val="0"/>
              </a:spcAft>
              <a:buClr>
                <a:schemeClr val="dk1"/>
              </a:buClr>
              <a:buSzPts val="1333"/>
              <a:buFont typeface="Times New Roman"/>
              <a:buChar char="•"/>
              <a:defRPr sz="1333"/>
            </a:lvl3pPr>
            <a:lvl4pPr marL="1828800" lvl="3" indent="-304800" algn="l">
              <a:spcBef>
                <a:spcPts val="240"/>
              </a:spcBef>
              <a:spcAft>
                <a:spcPts val="0"/>
              </a:spcAft>
              <a:buClr>
                <a:schemeClr val="dk1"/>
              </a:buClr>
              <a:buSzPts val="1200"/>
              <a:buFont typeface="Times New Roman"/>
              <a:buChar char="–"/>
              <a:defRPr sz="1200"/>
            </a:lvl4pPr>
            <a:lvl5pPr marL="2286000" lvl="4" indent="-304800" algn="l">
              <a:spcBef>
                <a:spcPts val="240"/>
              </a:spcBef>
              <a:spcAft>
                <a:spcPts val="0"/>
              </a:spcAft>
              <a:buClr>
                <a:schemeClr val="dk1"/>
              </a:buClr>
              <a:buSzPts val="1200"/>
              <a:buFont typeface="Times New Roman"/>
              <a:buChar char="»"/>
              <a:defRPr sz="1200"/>
            </a:lvl5pPr>
            <a:lvl6pPr marL="2743200" lvl="5" indent="-304800" algn="l">
              <a:spcBef>
                <a:spcPts val="240"/>
              </a:spcBef>
              <a:spcAft>
                <a:spcPts val="0"/>
              </a:spcAft>
              <a:buClr>
                <a:schemeClr val="dk1"/>
              </a:buClr>
              <a:buSzPts val="1200"/>
              <a:buFont typeface="Times New Roman"/>
              <a:buChar char="»"/>
              <a:defRPr sz="1200"/>
            </a:lvl6pPr>
            <a:lvl7pPr marL="3200400" lvl="6" indent="-304800" algn="l">
              <a:spcBef>
                <a:spcPts val="240"/>
              </a:spcBef>
              <a:spcAft>
                <a:spcPts val="0"/>
              </a:spcAft>
              <a:buClr>
                <a:schemeClr val="dk1"/>
              </a:buClr>
              <a:buSzPts val="1200"/>
              <a:buFont typeface="Times New Roman"/>
              <a:buChar char="»"/>
              <a:defRPr sz="1200"/>
            </a:lvl7pPr>
            <a:lvl8pPr marL="3657600" lvl="7" indent="-304800" algn="l">
              <a:spcBef>
                <a:spcPts val="240"/>
              </a:spcBef>
              <a:spcAft>
                <a:spcPts val="0"/>
              </a:spcAft>
              <a:buClr>
                <a:schemeClr val="dk1"/>
              </a:buClr>
              <a:buSzPts val="1200"/>
              <a:buFont typeface="Times New Roman"/>
              <a:buChar char="»"/>
              <a:defRPr sz="1200"/>
            </a:lvl8pPr>
            <a:lvl9pPr marL="4114800" lvl="8" indent="-304800" algn="l">
              <a:spcBef>
                <a:spcPts val="240"/>
              </a:spcBef>
              <a:spcAft>
                <a:spcPts val="0"/>
              </a:spcAft>
              <a:buClr>
                <a:schemeClr val="dk1"/>
              </a:buClr>
              <a:buSzPts val="1200"/>
              <a:buFont typeface="Times New Roman"/>
              <a:buChar char="»"/>
              <a:defRPr sz="1200"/>
            </a:lvl9pPr>
          </a:lstStyle>
          <a:p>
            <a:endParaRPr/>
          </a:p>
        </p:txBody>
      </p:sp>
      <p:sp>
        <p:nvSpPr>
          <p:cNvPr id="44" name="Google Shape;44;p7"/>
          <p:cNvSpPr txBox="1">
            <a:spLocks noGrp="1"/>
          </p:cNvSpPr>
          <p:nvPr>
            <p:ph type="body" idx="2"/>
          </p:nvPr>
        </p:nvSpPr>
        <p:spPr>
          <a:xfrm>
            <a:off x="16510002" y="6339418"/>
            <a:ext cx="13938248" cy="13167782"/>
          </a:xfrm>
          <a:prstGeom prst="rect">
            <a:avLst/>
          </a:prstGeom>
          <a:noFill/>
          <a:ln>
            <a:noFill/>
          </a:ln>
        </p:spPr>
        <p:txBody>
          <a:bodyPr spcFirstLastPara="1" wrap="square" lIns="426700" tIns="213350" rIns="426700" bIns="213350" anchor="t" anchorCtr="0">
            <a:noAutofit/>
          </a:bodyPr>
          <a:lstStyle>
            <a:lvl1pPr marL="457200" lvl="0" indent="-347154" algn="l">
              <a:spcBef>
                <a:spcPts val="373"/>
              </a:spcBef>
              <a:spcAft>
                <a:spcPts val="0"/>
              </a:spcAft>
              <a:buClr>
                <a:schemeClr val="dk1"/>
              </a:buClr>
              <a:buSzPts val="1867"/>
              <a:buFont typeface="Times New Roman"/>
              <a:buChar char="•"/>
              <a:defRPr sz="1867"/>
            </a:lvl1pPr>
            <a:lvl2pPr marL="914400" lvl="1" indent="-330200" algn="l">
              <a:spcBef>
                <a:spcPts val="320"/>
              </a:spcBef>
              <a:spcAft>
                <a:spcPts val="0"/>
              </a:spcAft>
              <a:buClr>
                <a:schemeClr val="dk1"/>
              </a:buClr>
              <a:buSzPts val="1600"/>
              <a:buFont typeface="Times New Roman"/>
              <a:buChar char="–"/>
              <a:defRPr sz="1600"/>
            </a:lvl2pPr>
            <a:lvl3pPr marL="1371600" lvl="2" indent="-313245" algn="l">
              <a:spcBef>
                <a:spcPts val="267"/>
              </a:spcBef>
              <a:spcAft>
                <a:spcPts val="0"/>
              </a:spcAft>
              <a:buClr>
                <a:schemeClr val="dk1"/>
              </a:buClr>
              <a:buSzPts val="1333"/>
              <a:buFont typeface="Times New Roman"/>
              <a:buChar char="•"/>
              <a:defRPr sz="1333"/>
            </a:lvl3pPr>
            <a:lvl4pPr marL="1828800" lvl="3" indent="-304800" algn="l">
              <a:spcBef>
                <a:spcPts val="240"/>
              </a:spcBef>
              <a:spcAft>
                <a:spcPts val="0"/>
              </a:spcAft>
              <a:buClr>
                <a:schemeClr val="dk1"/>
              </a:buClr>
              <a:buSzPts val="1200"/>
              <a:buFont typeface="Times New Roman"/>
              <a:buChar char="–"/>
              <a:defRPr sz="1200"/>
            </a:lvl4pPr>
            <a:lvl5pPr marL="2286000" lvl="4" indent="-304800" algn="l">
              <a:spcBef>
                <a:spcPts val="240"/>
              </a:spcBef>
              <a:spcAft>
                <a:spcPts val="0"/>
              </a:spcAft>
              <a:buClr>
                <a:schemeClr val="dk1"/>
              </a:buClr>
              <a:buSzPts val="1200"/>
              <a:buFont typeface="Times New Roman"/>
              <a:buChar char="»"/>
              <a:defRPr sz="1200"/>
            </a:lvl5pPr>
            <a:lvl6pPr marL="2743200" lvl="5" indent="-304800" algn="l">
              <a:spcBef>
                <a:spcPts val="240"/>
              </a:spcBef>
              <a:spcAft>
                <a:spcPts val="0"/>
              </a:spcAft>
              <a:buClr>
                <a:schemeClr val="dk1"/>
              </a:buClr>
              <a:buSzPts val="1200"/>
              <a:buFont typeface="Times New Roman"/>
              <a:buChar char="»"/>
              <a:defRPr sz="1200"/>
            </a:lvl6pPr>
            <a:lvl7pPr marL="3200400" lvl="6" indent="-304800" algn="l">
              <a:spcBef>
                <a:spcPts val="240"/>
              </a:spcBef>
              <a:spcAft>
                <a:spcPts val="0"/>
              </a:spcAft>
              <a:buClr>
                <a:schemeClr val="dk1"/>
              </a:buClr>
              <a:buSzPts val="1200"/>
              <a:buFont typeface="Times New Roman"/>
              <a:buChar char="»"/>
              <a:defRPr sz="1200"/>
            </a:lvl7pPr>
            <a:lvl8pPr marL="3657600" lvl="7" indent="-304800" algn="l">
              <a:spcBef>
                <a:spcPts val="240"/>
              </a:spcBef>
              <a:spcAft>
                <a:spcPts val="0"/>
              </a:spcAft>
              <a:buClr>
                <a:schemeClr val="dk1"/>
              </a:buClr>
              <a:buSzPts val="1200"/>
              <a:buFont typeface="Times New Roman"/>
              <a:buChar char="»"/>
              <a:defRPr sz="1200"/>
            </a:lvl8pPr>
            <a:lvl9pPr marL="4114800" lvl="8" indent="-304800" algn="l">
              <a:spcBef>
                <a:spcPts val="240"/>
              </a:spcBef>
              <a:spcAft>
                <a:spcPts val="0"/>
              </a:spcAft>
              <a:buClr>
                <a:schemeClr val="dk1"/>
              </a:buClr>
              <a:buSzPts val="1200"/>
              <a:buFont typeface="Times New Roman"/>
              <a:buChar char="»"/>
              <a:defRPr sz="1200"/>
            </a:lvl9pPr>
          </a:lstStyle>
          <a:p>
            <a:endParaRPr/>
          </a:p>
        </p:txBody>
      </p:sp>
      <p:sp>
        <p:nvSpPr>
          <p:cNvPr id="45" name="Google Shape;45;p7"/>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645710" y="878417"/>
            <a:ext cx="29626982" cy="3657600"/>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 name="Google Shape;50;p8"/>
          <p:cNvSpPr txBox="1">
            <a:spLocks noGrp="1"/>
          </p:cNvSpPr>
          <p:nvPr>
            <p:ph type="body" idx="1"/>
          </p:nvPr>
        </p:nvSpPr>
        <p:spPr>
          <a:xfrm>
            <a:off x="1645709" y="4912784"/>
            <a:ext cx="14544675" cy="2046817"/>
          </a:xfrm>
          <a:prstGeom prst="rect">
            <a:avLst/>
          </a:prstGeom>
          <a:noFill/>
          <a:ln>
            <a:noFill/>
          </a:ln>
        </p:spPr>
        <p:txBody>
          <a:bodyPr spcFirstLastPara="1" wrap="square" lIns="426700" tIns="213350" rIns="426700" bIns="213350" anchor="b" anchorCtr="0">
            <a:noAutofit/>
          </a:bodyPr>
          <a:lstStyle>
            <a:lvl1pPr marL="457200" lvl="0" indent="-228600" algn="l">
              <a:spcBef>
                <a:spcPts val="320"/>
              </a:spcBef>
              <a:spcAft>
                <a:spcPts val="0"/>
              </a:spcAft>
              <a:buClr>
                <a:schemeClr val="dk1"/>
              </a:buClr>
              <a:buSzPts val="1600"/>
              <a:buFont typeface="Times New Roman"/>
              <a:buNone/>
              <a:defRPr sz="1600" b="1"/>
            </a:lvl1pPr>
            <a:lvl2pPr marL="914400" lvl="1" indent="-228600" algn="l">
              <a:spcBef>
                <a:spcPts val="267"/>
              </a:spcBef>
              <a:spcAft>
                <a:spcPts val="0"/>
              </a:spcAft>
              <a:buClr>
                <a:schemeClr val="dk1"/>
              </a:buClr>
              <a:buSzPts val="1333"/>
              <a:buFont typeface="Times New Roman"/>
              <a:buNone/>
              <a:defRPr sz="1333" b="1"/>
            </a:lvl2pPr>
            <a:lvl3pPr marL="1371600" lvl="2" indent="-228600" algn="l">
              <a:spcBef>
                <a:spcPts val="240"/>
              </a:spcBef>
              <a:spcAft>
                <a:spcPts val="0"/>
              </a:spcAft>
              <a:buClr>
                <a:schemeClr val="dk1"/>
              </a:buClr>
              <a:buSzPts val="1200"/>
              <a:buFont typeface="Times New Roman"/>
              <a:buNone/>
              <a:defRPr sz="1200" b="1"/>
            </a:lvl3pPr>
            <a:lvl4pPr marL="1828800" lvl="3" indent="-228600" algn="l">
              <a:spcBef>
                <a:spcPts val="213"/>
              </a:spcBef>
              <a:spcAft>
                <a:spcPts val="0"/>
              </a:spcAft>
              <a:buClr>
                <a:schemeClr val="dk1"/>
              </a:buClr>
              <a:buSzPts val="1067"/>
              <a:buFont typeface="Times New Roman"/>
              <a:buNone/>
              <a:defRPr sz="1067" b="1"/>
            </a:lvl4pPr>
            <a:lvl5pPr marL="2286000" lvl="4" indent="-228600" algn="l">
              <a:spcBef>
                <a:spcPts val="213"/>
              </a:spcBef>
              <a:spcAft>
                <a:spcPts val="0"/>
              </a:spcAft>
              <a:buClr>
                <a:schemeClr val="dk1"/>
              </a:buClr>
              <a:buSzPts val="1067"/>
              <a:buFont typeface="Times New Roman"/>
              <a:buNone/>
              <a:defRPr sz="1067" b="1"/>
            </a:lvl5pPr>
            <a:lvl6pPr marL="2743200" lvl="5" indent="-228600" algn="l">
              <a:spcBef>
                <a:spcPts val="213"/>
              </a:spcBef>
              <a:spcAft>
                <a:spcPts val="0"/>
              </a:spcAft>
              <a:buClr>
                <a:schemeClr val="dk1"/>
              </a:buClr>
              <a:buSzPts val="1067"/>
              <a:buFont typeface="Times New Roman"/>
              <a:buNone/>
              <a:defRPr sz="1067" b="1"/>
            </a:lvl6pPr>
            <a:lvl7pPr marL="3200400" lvl="6" indent="-228600" algn="l">
              <a:spcBef>
                <a:spcPts val="213"/>
              </a:spcBef>
              <a:spcAft>
                <a:spcPts val="0"/>
              </a:spcAft>
              <a:buClr>
                <a:schemeClr val="dk1"/>
              </a:buClr>
              <a:buSzPts val="1067"/>
              <a:buFont typeface="Times New Roman"/>
              <a:buNone/>
              <a:defRPr sz="1067" b="1"/>
            </a:lvl7pPr>
            <a:lvl8pPr marL="3657600" lvl="7" indent="-228600" algn="l">
              <a:spcBef>
                <a:spcPts val="213"/>
              </a:spcBef>
              <a:spcAft>
                <a:spcPts val="0"/>
              </a:spcAft>
              <a:buClr>
                <a:schemeClr val="dk1"/>
              </a:buClr>
              <a:buSzPts val="1067"/>
              <a:buFont typeface="Times New Roman"/>
              <a:buNone/>
              <a:defRPr sz="1067" b="1"/>
            </a:lvl8pPr>
            <a:lvl9pPr marL="4114800" lvl="8" indent="-228600" algn="l">
              <a:spcBef>
                <a:spcPts val="213"/>
              </a:spcBef>
              <a:spcAft>
                <a:spcPts val="0"/>
              </a:spcAft>
              <a:buClr>
                <a:schemeClr val="dk1"/>
              </a:buClr>
              <a:buSzPts val="1067"/>
              <a:buFont typeface="Times New Roman"/>
              <a:buNone/>
              <a:defRPr sz="1067" b="1"/>
            </a:lvl9pPr>
          </a:lstStyle>
          <a:p>
            <a:endParaRPr/>
          </a:p>
        </p:txBody>
      </p:sp>
      <p:sp>
        <p:nvSpPr>
          <p:cNvPr id="51" name="Google Shape;51;p8"/>
          <p:cNvSpPr txBox="1">
            <a:spLocks noGrp="1"/>
          </p:cNvSpPr>
          <p:nvPr>
            <p:ph type="body" idx="2"/>
          </p:nvPr>
        </p:nvSpPr>
        <p:spPr>
          <a:xfrm>
            <a:off x="1645709" y="6959600"/>
            <a:ext cx="14544675" cy="12643908"/>
          </a:xfrm>
          <a:prstGeom prst="rect">
            <a:avLst/>
          </a:prstGeom>
          <a:noFill/>
          <a:ln>
            <a:noFill/>
          </a:ln>
        </p:spPr>
        <p:txBody>
          <a:bodyPr spcFirstLastPara="1" wrap="square" lIns="426700" tIns="213350" rIns="426700" bIns="213350" anchor="t" anchorCtr="0">
            <a:noAutofit/>
          </a:bodyPr>
          <a:lstStyle>
            <a:lvl1pPr marL="457200" lvl="0" indent="-330200" algn="l">
              <a:spcBef>
                <a:spcPts val="320"/>
              </a:spcBef>
              <a:spcAft>
                <a:spcPts val="0"/>
              </a:spcAft>
              <a:buClr>
                <a:schemeClr val="dk1"/>
              </a:buClr>
              <a:buSzPts val="1600"/>
              <a:buFont typeface="Times New Roman"/>
              <a:buChar char="•"/>
              <a:defRPr sz="1600"/>
            </a:lvl1pPr>
            <a:lvl2pPr marL="914400" lvl="1" indent="-313245" algn="l">
              <a:spcBef>
                <a:spcPts val="267"/>
              </a:spcBef>
              <a:spcAft>
                <a:spcPts val="0"/>
              </a:spcAft>
              <a:buClr>
                <a:schemeClr val="dk1"/>
              </a:buClr>
              <a:buSzPts val="1333"/>
              <a:buFont typeface="Times New Roman"/>
              <a:buChar char="–"/>
              <a:defRPr sz="1333"/>
            </a:lvl2pPr>
            <a:lvl3pPr marL="1371600" lvl="2" indent="-304800" algn="l">
              <a:spcBef>
                <a:spcPts val="240"/>
              </a:spcBef>
              <a:spcAft>
                <a:spcPts val="0"/>
              </a:spcAft>
              <a:buClr>
                <a:schemeClr val="dk1"/>
              </a:buClr>
              <a:buSzPts val="1200"/>
              <a:buFont typeface="Times New Roman"/>
              <a:buChar char="•"/>
              <a:defRPr sz="1200"/>
            </a:lvl3pPr>
            <a:lvl4pPr marL="1828800" lvl="3" indent="-296354" algn="l">
              <a:spcBef>
                <a:spcPts val="213"/>
              </a:spcBef>
              <a:spcAft>
                <a:spcPts val="0"/>
              </a:spcAft>
              <a:buClr>
                <a:schemeClr val="dk1"/>
              </a:buClr>
              <a:buSzPts val="1067"/>
              <a:buFont typeface="Times New Roman"/>
              <a:buChar char="–"/>
              <a:defRPr sz="1067"/>
            </a:lvl4pPr>
            <a:lvl5pPr marL="2286000" lvl="4" indent="-296354" algn="l">
              <a:spcBef>
                <a:spcPts val="213"/>
              </a:spcBef>
              <a:spcAft>
                <a:spcPts val="0"/>
              </a:spcAft>
              <a:buClr>
                <a:schemeClr val="dk1"/>
              </a:buClr>
              <a:buSzPts val="1067"/>
              <a:buFont typeface="Times New Roman"/>
              <a:buChar char="»"/>
              <a:defRPr sz="1067"/>
            </a:lvl5pPr>
            <a:lvl6pPr marL="2743200" lvl="5" indent="-296354" algn="l">
              <a:spcBef>
                <a:spcPts val="213"/>
              </a:spcBef>
              <a:spcAft>
                <a:spcPts val="0"/>
              </a:spcAft>
              <a:buClr>
                <a:schemeClr val="dk1"/>
              </a:buClr>
              <a:buSzPts val="1067"/>
              <a:buFont typeface="Times New Roman"/>
              <a:buChar char="»"/>
              <a:defRPr sz="1067"/>
            </a:lvl6pPr>
            <a:lvl7pPr marL="3200400" lvl="6" indent="-296354" algn="l">
              <a:spcBef>
                <a:spcPts val="213"/>
              </a:spcBef>
              <a:spcAft>
                <a:spcPts val="0"/>
              </a:spcAft>
              <a:buClr>
                <a:schemeClr val="dk1"/>
              </a:buClr>
              <a:buSzPts val="1067"/>
              <a:buFont typeface="Times New Roman"/>
              <a:buChar char="»"/>
              <a:defRPr sz="1067"/>
            </a:lvl7pPr>
            <a:lvl8pPr marL="3657600" lvl="7" indent="-296354" algn="l">
              <a:spcBef>
                <a:spcPts val="213"/>
              </a:spcBef>
              <a:spcAft>
                <a:spcPts val="0"/>
              </a:spcAft>
              <a:buClr>
                <a:schemeClr val="dk1"/>
              </a:buClr>
              <a:buSzPts val="1067"/>
              <a:buFont typeface="Times New Roman"/>
              <a:buChar char="»"/>
              <a:defRPr sz="1067"/>
            </a:lvl8pPr>
            <a:lvl9pPr marL="4114800" lvl="8" indent="-296354" algn="l">
              <a:spcBef>
                <a:spcPts val="213"/>
              </a:spcBef>
              <a:spcAft>
                <a:spcPts val="0"/>
              </a:spcAft>
              <a:buClr>
                <a:schemeClr val="dk1"/>
              </a:buClr>
              <a:buSzPts val="1067"/>
              <a:buFont typeface="Times New Roman"/>
              <a:buChar char="»"/>
              <a:defRPr sz="1067"/>
            </a:lvl9pPr>
          </a:lstStyle>
          <a:p>
            <a:endParaRPr/>
          </a:p>
        </p:txBody>
      </p:sp>
      <p:sp>
        <p:nvSpPr>
          <p:cNvPr id="52" name="Google Shape;52;p8"/>
          <p:cNvSpPr txBox="1">
            <a:spLocks noGrp="1"/>
          </p:cNvSpPr>
          <p:nvPr>
            <p:ph type="body" idx="3"/>
          </p:nvPr>
        </p:nvSpPr>
        <p:spPr>
          <a:xfrm>
            <a:off x="16721666" y="4912784"/>
            <a:ext cx="14551027" cy="2046817"/>
          </a:xfrm>
          <a:prstGeom prst="rect">
            <a:avLst/>
          </a:prstGeom>
          <a:noFill/>
          <a:ln>
            <a:noFill/>
          </a:ln>
        </p:spPr>
        <p:txBody>
          <a:bodyPr spcFirstLastPara="1" wrap="square" lIns="426700" tIns="213350" rIns="426700" bIns="213350" anchor="b" anchorCtr="0">
            <a:noAutofit/>
          </a:bodyPr>
          <a:lstStyle>
            <a:lvl1pPr marL="457200" lvl="0" indent="-228600" algn="l">
              <a:spcBef>
                <a:spcPts val="320"/>
              </a:spcBef>
              <a:spcAft>
                <a:spcPts val="0"/>
              </a:spcAft>
              <a:buClr>
                <a:schemeClr val="dk1"/>
              </a:buClr>
              <a:buSzPts val="1600"/>
              <a:buFont typeface="Times New Roman"/>
              <a:buNone/>
              <a:defRPr sz="1600" b="1"/>
            </a:lvl1pPr>
            <a:lvl2pPr marL="914400" lvl="1" indent="-228600" algn="l">
              <a:spcBef>
                <a:spcPts val="267"/>
              </a:spcBef>
              <a:spcAft>
                <a:spcPts val="0"/>
              </a:spcAft>
              <a:buClr>
                <a:schemeClr val="dk1"/>
              </a:buClr>
              <a:buSzPts val="1333"/>
              <a:buFont typeface="Times New Roman"/>
              <a:buNone/>
              <a:defRPr sz="1333" b="1"/>
            </a:lvl2pPr>
            <a:lvl3pPr marL="1371600" lvl="2" indent="-228600" algn="l">
              <a:spcBef>
                <a:spcPts val="240"/>
              </a:spcBef>
              <a:spcAft>
                <a:spcPts val="0"/>
              </a:spcAft>
              <a:buClr>
                <a:schemeClr val="dk1"/>
              </a:buClr>
              <a:buSzPts val="1200"/>
              <a:buFont typeface="Times New Roman"/>
              <a:buNone/>
              <a:defRPr sz="1200" b="1"/>
            </a:lvl3pPr>
            <a:lvl4pPr marL="1828800" lvl="3" indent="-228600" algn="l">
              <a:spcBef>
                <a:spcPts val="213"/>
              </a:spcBef>
              <a:spcAft>
                <a:spcPts val="0"/>
              </a:spcAft>
              <a:buClr>
                <a:schemeClr val="dk1"/>
              </a:buClr>
              <a:buSzPts val="1067"/>
              <a:buFont typeface="Times New Roman"/>
              <a:buNone/>
              <a:defRPr sz="1067" b="1"/>
            </a:lvl4pPr>
            <a:lvl5pPr marL="2286000" lvl="4" indent="-228600" algn="l">
              <a:spcBef>
                <a:spcPts val="213"/>
              </a:spcBef>
              <a:spcAft>
                <a:spcPts val="0"/>
              </a:spcAft>
              <a:buClr>
                <a:schemeClr val="dk1"/>
              </a:buClr>
              <a:buSzPts val="1067"/>
              <a:buFont typeface="Times New Roman"/>
              <a:buNone/>
              <a:defRPr sz="1067" b="1"/>
            </a:lvl5pPr>
            <a:lvl6pPr marL="2743200" lvl="5" indent="-228600" algn="l">
              <a:spcBef>
                <a:spcPts val="213"/>
              </a:spcBef>
              <a:spcAft>
                <a:spcPts val="0"/>
              </a:spcAft>
              <a:buClr>
                <a:schemeClr val="dk1"/>
              </a:buClr>
              <a:buSzPts val="1067"/>
              <a:buFont typeface="Times New Roman"/>
              <a:buNone/>
              <a:defRPr sz="1067" b="1"/>
            </a:lvl6pPr>
            <a:lvl7pPr marL="3200400" lvl="6" indent="-228600" algn="l">
              <a:spcBef>
                <a:spcPts val="213"/>
              </a:spcBef>
              <a:spcAft>
                <a:spcPts val="0"/>
              </a:spcAft>
              <a:buClr>
                <a:schemeClr val="dk1"/>
              </a:buClr>
              <a:buSzPts val="1067"/>
              <a:buFont typeface="Times New Roman"/>
              <a:buNone/>
              <a:defRPr sz="1067" b="1"/>
            </a:lvl7pPr>
            <a:lvl8pPr marL="3657600" lvl="7" indent="-228600" algn="l">
              <a:spcBef>
                <a:spcPts val="213"/>
              </a:spcBef>
              <a:spcAft>
                <a:spcPts val="0"/>
              </a:spcAft>
              <a:buClr>
                <a:schemeClr val="dk1"/>
              </a:buClr>
              <a:buSzPts val="1067"/>
              <a:buFont typeface="Times New Roman"/>
              <a:buNone/>
              <a:defRPr sz="1067" b="1"/>
            </a:lvl8pPr>
            <a:lvl9pPr marL="4114800" lvl="8" indent="-228600" algn="l">
              <a:spcBef>
                <a:spcPts val="213"/>
              </a:spcBef>
              <a:spcAft>
                <a:spcPts val="0"/>
              </a:spcAft>
              <a:buClr>
                <a:schemeClr val="dk1"/>
              </a:buClr>
              <a:buSzPts val="1067"/>
              <a:buFont typeface="Times New Roman"/>
              <a:buNone/>
              <a:defRPr sz="1067" b="1"/>
            </a:lvl9pPr>
          </a:lstStyle>
          <a:p>
            <a:endParaRPr/>
          </a:p>
        </p:txBody>
      </p:sp>
      <p:sp>
        <p:nvSpPr>
          <p:cNvPr id="53" name="Google Shape;53;p8"/>
          <p:cNvSpPr txBox="1">
            <a:spLocks noGrp="1"/>
          </p:cNvSpPr>
          <p:nvPr>
            <p:ph type="body" idx="4"/>
          </p:nvPr>
        </p:nvSpPr>
        <p:spPr>
          <a:xfrm>
            <a:off x="16721666" y="6959600"/>
            <a:ext cx="14551027" cy="12643908"/>
          </a:xfrm>
          <a:prstGeom prst="rect">
            <a:avLst/>
          </a:prstGeom>
          <a:noFill/>
          <a:ln>
            <a:noFill/>
          </a:ln>
        </p:spPr>
        <p:txBody>
          <a:bodyPr spcFirstLastPara="1" wrap="square" lIns="426700" tIns="213350" rIns="426700" bIns="213350" anchor="t" anchorCtr="0">
            <a:noAutofit/>
          </a:bodyPr>
          <a:lstStyle>
            <a:lvl1pPr marL="457200" lvl="0" indent="-330200" algn="l">
              <a:spcBef>
                <a:spcPts val="320"/>
              </a:spcBef>
              <a:spcAft>
                <a:spcPts val="0"/>
              </a:spcAft>
              <a:buClr>
                <a:schemeClr val="dk1"/>
              </a:buClr>
              <a:buSzPts val="1600"/>
              <a:buFont typeface="Times New Roman"/>
              <a:buChar char="•"/>
              <a:defRPr sz="1600"/>
            </a:lvl1pPr>
            <a:lvl2pPr marL="914400" lvl="1" indent="-313245" algn="l">
              <a:spcBef>
                <a:spcPts val="267"/>
              </a:spcBef>
              <a:spcAft>
                <a:spcPts val="0"/>
              </a:spcAft>
              <a:buClr>
                <a:schemeClr val="dk1"/>
              </a:buClr>
              <a:buSzPts val="1333"/>
              <a:buFont typeface="Times New Roman"/>
              <a:buChar char="–"/>
              <a:defRPr sz="1333"/>
            </a:lvl2pPr>
            <a:lvl3pPr marL="1371600" lvl="2" indent="-304800" algn="l">
              <a:spcBef>
                <a:spcPts val="240"/>
              </a:spcBef>
              <a:spcAft>
                <a:spcPts val="0"/>
              </a:spcAft>
              <a:buClr>
                <a:schemeClr val="dk1"/>
              </a:buClr>
              <a:buSzPts val="1200"/>
              <a:buFont typeface="Times New Roman"/>
              <a:buChar char="•"/>
              <a:defRPr sz="1200"/>
            </a:lvl3pPr>
            <a:lvl4pPr marL="1828800" lvl="3" indent="-296354" algn="l">
              <a:spcBef>
                <a:spcPts val="213"/>
              </a:spcBef>
              <a:spcAft>
                <a:spcPts val="0"/>
              </a:spcAft>
              <a:buClr>
                <a:schemeClr val="dk1"/>
              </a:buClr>
              <a:buSzPts val="1067"/>
              <a:buFont typeface="Times New Roman"/>
              <a:buChar char="–"/>
              <a:defRPr sz="1067"/>
            </a:lvl4pPr>
            <a:lvl5pPr marL="2286000" lvl="4" indent="-296354" algn="l">
              <a:spcBef>
                <a:spcPts val="213"/>
              </a:spcBef>
              <a:spcAft>
                <a:spcPts val="0"/>
              </a:spcAft>
              <a:buClr>
                <a:schemeClr val="dk1"/>
              </a:buClr>
              <a:buSzPts val="1067"/>
              <a:buFont typeface="Times New Roman"/>
              <a:buChar char="»"/>
              <a:defRPr sz="1067"/>
            </a:lvl5pPr>
            <a:lvl6pPr marL="2743200" lvl="5" indent="-296354" algn="l">
              <a:spcBef>
                <a:spcPts val="213"/>
              </a:spcBef>
              <a:spcAft>
                <a:spcPts val="0"/>
              </a:spcAft>
              <a:buClr>
                <a:schemeClr val="dk1"/>
              </a:buClr>
              <a:buSzPts val="1067"/>
              <a:buFont typeface="Times New Roman"/>
              <a:buChar char="»"/>
              <a:defRPr sz="1067"/>
            </a:lvl6pPr>
            <a:lvl7pPr marL="3200400" lvl="6" indent="-296354" algn="l">
              <a:spcBef>
                <a:spcPts val="213"/>
              </a:spcBef>
              <a:spcAft>
                <a:spcPts val="0"/>
              </a:spcAft>
              <a:buClr>
                <a:schemeClr val="dk1"/>
              </a:buClr>
              <a:buSzPts val="1067"/>
              <a:buFont typeface="Times New Roman"/>
              <a:buChar char="»"/>
              <a:defRPr sz="1067"/>
            </a:lvl7pPr>
            <a:lvl8pPr marL="3657600" lvl="7" indent="-296354" algn="l">
              <a:spcBef>
                <a:spcPts val="213"/>
              </a:spcBef>
              <a:spcAft>
                <a:spcPts val="0"/>
              </a:spcAft>
              <a:buClr>
                <a:schemeClr val="dk1"/>
              </a:buClr>
              <a:buSzPts val="1067"/>
              <a:buFont typeface="Times New Roman"/>
              <a:buChar char="»"/>
              <a:defRPr sz="1067"/>
            </a:lvl8pPr>
            <a:lvl9pPr marL="4114800" lvl="8" indent="-296354" algn="l">
              <a:spcBef>
                <a:spcPts val="213"/>
              </a:spcBef>
              <a:spcAft>
                <a:spcPts val="0"/>
              </a:spcAft>
              <a:buClr>
                <a:schemeClr val="dk1"/>
              </a:buClr>
              <a:buSzPts val="1067"/>
              <a:buFont typeface="Times New Roman"/>
              <a:buChar char="»"/>
              <a:defRPr sz="1067"/>
            </a:lvl9pPr>
          </a:lstStyle>
          <a:p>
            <a:endParaRPr/>
          </a:p>
        </p:txBody>
      </p:sp>
      <p:sp>
        <p:nvSpPr>
          <p:cNvPr id="54" name="Google Shape;54;p8"/>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2470548" y="1950509"/>
            <a:ext cx="27977306" cy="3657600"/>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9" name="Google Shape;59;p9"/>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1645709" y="874184"/>
            <a:ext cx="10829925" cy="3717925"/>
          </a:xfrm>
          <a:prstGeom prst="rect">
            <a:avLst/>
          </a:prstGeom>
          <a:noFill/>
          <a:ln>
            <a:noFill/>
          </a:ln>
        </p:spPr>
        <p:txBody>
          <a:bodyPr spcFirstLastPara="1" wrap="square" lIns="426700" tIns="213350" rIns="426700" bIns="213350" anchor="b" anchorCtr="0">
            <a:noAutofit/>
          </a:bodyPr>
          <a:lstStyle>
            <a:lvl1pPr lvl="0" algn="l">
              <a:spcBef>
                <a:spcPts val="0"/>
              </a:spcBef>
              <a:spcAft>
                <a:spcPts val="0"/>
              </a:spcAft>
              <a:buSzPts val="1400"/>
              <a:buNone/>
              <a:defRPr sz="133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12870392" y="874184"/>
            <a:ext cx="18402300" cy="18729325"/>
          </a:xfrm>
          <a:prstGeom prst="rect">
            <a:avLst/>
          </a:prstGeom>
          <a:noFill/>
          <a:ln>
            <a:noFill/>
          </a:ln>
        </p:spPr>
        <p:txBody>
          <a:bodyPr spcFirstLastPara="1" wrap="square" lIns="426700" tIns="213350" rIns="426700" bIns="213350" anchor="t" anchorCtr="0">
            <a:noAutofit/>
          </a:bodyPr>
          <a:lstStyle>
            <a:lvl1pPr marL="457200" lvl="0" indent="-364045" algn="l">
              <a:spcBef>
                <a:spcPts val="427"/>
              </a:spcBef>
              <a:spcAft>
                <a:spcPts val="0"/>
              </a:spcAft>
              <a:buClr>
                <a:schemeClr val="dk1"/>
              </a:buClr>
              <a:buSzPts val="2133"/>
              <a:buFont typeface="Times New Roman"/>
              <a:buChar char="•"/>
              <a:defRPr sz="2133"/>
            </a:lvl1pPr>
            <a:lvl2pPr marL="914400" lvl="1" indent="-347154" algn="l">
              <a:spcBef>
                <a:spcPts val="373"/>
              </a:spcBef>
              <a:spcAft>
                <a:spcPts val="0"/>
              </a:spcAft>
              <a:buClr>
                <a:schemeClr val="dk1"/>
              </a:buClr>
              <a:buSzPts val="1867"/>
              <a:buFont typeface="Times New Roman"/>
              <a:buChar char="–"/>
              <a:defRPr sz="1867"/>
            </a:lvl2pPr>
            <a:lvl3pPr marL="1371600" lvl="2" indent="-330200" algn="l">
              <a:spcBef>
                <a:spcPts val="320"/>
              </a:spcBef>
              <a:spcAft>
                <a:spcPts val="0"/>
              </a:spcAft>
              <a:buClr>
                <a:schemeClr val="dk1"/>
              </a:buClr>
              <a:buSzPts val="1600"/>
              <a:buFont typeface="Times New Roman"/>
              <a:buChar char="•"/>
              <a:defRPr sz="1600"/>
            </a:lvl3pPr>
            <a:lvl4pPr marL="1828800" lvl="3" indent="-313245" algn="l">
              <a:spcBef>
                <a:spcPts val="267"/>
              </a:spcBef>
              <a:spcAft>
                <a:spcPts val="0"/>
              </a:spcAft>
              <a:buClr>
                <a:schemeClr val="dk1"/>
              </a:buClr>
              <a:buSzPts val="1333"/>
              <a:buFont typeface="Times New Roman"/>
              <a:buChar char="–"/>
              <a:defRPr sz="1333"/>
            </a:lvl4pPr>
            <a:lvl5pPr marL="2286000" lvl="4" indent="-313245" algn="l">
              <a:spcBef>
                <a:spcPts val="267"/>
              </a:spcBef>
              <a:spcAft>
                <a:spcPts val="0"/>
              </a:spcAft>
              <a:buClr>
                <a:schemeClr val="dk1"/>
              </a:buClr>
              <a:buSzPts val="1333"/>
              <a:buFont typeface="Times New Roman"/>
              <a:buChar char="»"/>
              <a:defRPr sz="1333"/>
            </a:lvl5pPr>
            <a:lvl6pPr marL="2743200" lvl="5" indent="-313245" algn="l">
              <a:spcBef>
                <a:spcPts val="267"/>
              </a:spcBef>
              <a:spcAft>
                <a:spcPts val="0"/>
              </a:spcAft>
              <a:buClr>
                <a:schemeClr val="dk1"/>
              </a:buClr>
              <a:buSzPts val="1333"/>
              <a:buFont typeface="Times New Roman"/>
              <a:buChar char="»"/>
              <a:defRPr sz="1333"/>
            </a:lvl6pPr>
            <a:lvl7pPr marL="3200400" lvl="6" indent="-313245" algn="l">
              <a:spcBef>
                <a:spcPts val="267"/>
              </a:spcBef>
              <a:spcAft>
                <a:spcPts val="0"/>
              </a:spcAft>
              <a:buClr>
                <a:schemeClr val="dk1"/>
              </a:buClr>
              <a:buSzPts val="1333"/>
              <a:buFont typeface="Times New Roman"/>
              <a:buChar char="»"/>
              <a:defRPr sz="1333"/>
            </a:lvl7pPr>
            <a:lvl8pPr marL="3657600" lvl="7" indent="-313245" algn="l">
              <a:spcBef>
                <a:spcPts val="267"/>
              </a:spcBef>
              <a:spcAft>
                <a:spcPts val="0"/>
              </a:spcAft>
              <a:buClr>
                <a:schemeClr val="dk1"/>
              </a:buClr>
              <a:buSzPts val="1333"/>
              <a:buFont typeface="Times New Roman"/>
              <a:buChar char="»"/>
              <a:defRPr sz="1333"/>
            </a:lvl8pPr>
            <a:lvl9pPr marL="4114800" lvl="8" indent="-313245" algn="l">
              <a:spcBef>
                <a:spcPts val="267"/>
              </a:spcBef>
              <a:spcAft>
                <a:spcPts val="0"/>
              </a:spcAft>
              <a:buClr>
                <a:schemeClr val="dk1"/>
              </a:buClr>
              <a:buSzPts val="1333"/>
              <a:buFont typeface="Times New Roman"/>
              <a:buChar char="»"/>
              <a:defRPr sz="1333"/>
            </a:lvl9pPr>
          </a:lstStyle>
          <a:p>
            <a:endParaRPr/>
          </a:p>
        </p:txBody>
      </p:sp>
      <p:sp>
        <p:nvSpPr>
          <p:cNvPr id="65" name="Google Shape;65;p10"/>
          <p:cNvSpPr txBox="1">
            <a:spLocks noGrp="1"/>
          </p:cNvSpPr>
          <p:nvPr>
            <p:ph type="body" idx="2"/>
          </p:nvPr>
        </p:nvSpPr>
        <p:spPr>
          <a:xfrm>
            <a:off x="1645709" y="4592109"/>
            <a:ext cx="10829925" cy="15011400"/>
          </a:xfrm>
          <a:prstGeom prst="rect">
            <a:avLst/>
          </a:prstGeom>
          <a:noFill/>
          <a:ln>
            <a:noFill/>
          </a:ln>
        </p:spPr>
        <p:txBody>
          <a:bodyPr spcFirstLastPara="1" wrap="square" lIns="426700" tIns="213350" rIns="426700" bIns="213350" anchor="t" anchorCtr="0">
            <a:noAutofit/>
          </a:bodyPr>
          <a:lstStyle>
            <a:lvl1pPr marL="457200" lvl="0" indent="-228600" algn="l">
              <a:spcBef>
                <a:spcPts val="187"/>
              </a:spcBef>
              <a:spcAft>
                <a:spcPts val="0"/>
              </a:spcAft>
              <a:buClr>
                <a:schemeClr val="dk1"/>
              </a:buClr>
              <a:buSzPts val="933"/>
              <a:buFont typeface="Times New Roman"/>
              <a:buNone/>
              <a:defRPr sz="933"/>
            </a:lvl1pPr>
            <a:lvl2pPr marL="914400" lvl="1" indent="-228600" algn="l">
              <a:spcBef>
                <a:spcPts val="160"/>
              </a:spcBef>
              <a:spcAft>
                <a:spcPts val="0"/>
              </a:spcAft>
              <a:buClr>
                <a:schemeClr val="dk1"/>
              </a:buClr>
              <a:buSzPts val="800"/>
              <a:buFont typeface="Times New Roman"/>
              <a:buNone/>
              <a:defRPr sz="800"/>
            </a:lvl2pPr>
            <a:lvl3pPr marL="1371600" lvl="2" indent="-228600" algn="l">
              <a:spcBef>
                <a:spcPts val="133"/>
              </a:spcBef>
              <a:spcAft>
                <a:spcPts val="0"/>
              </a:spcAft>
              <a:buClr>
                <a:schemeClr val="dk1"/>
              </a:buClr>
              <a:buSzPts val="667"/>
              <a:buFont typeface="Times New Roman"/>
              <a:buNone/>
              <a:defRPr sz="667"/>
            </a:lvl3pPr>
            <a:lvl4pPr marL="1828800" lvl="3" indent="-228600" algn="l">
              <a:spcBef>
                <a:spcPts val="120"/>
              </a:spcBef>
              <a:spcAft>
                <a:spcPts val="0"/>
              </a:spcAft>
              <a:buClr>
                <a:schemeClr val="dk1"/>
              </a:buClr>
              <a:buSzPts val="600"/>
              <a:buFont typeface="Times New Roman"/>
              <a:buNone/>
              <a:defRPr sz="600"/>
            </a:lvl4pPr>
            <a:lvl5pPr marL="2286000" lvl="4" indent="-228600" algn="l">
              <a:spcBef>
                <a:spcPts val="120"/>
              </a:spcBef>
              <a:spcAft>
                <a:spcPts val="0"/>
              </a:spcAft>
              <a:buClr>
                <a:schemeClr val="dk1"/>
              </a:buClr>
              <a:buSzPts val="600"/>
              <a:buFont typeface="Times New Roman"/>
              <a:buNone/>
              <a:defRPr sz="600"/>
            </a:lvl5pPr>
            <a:lvl6pPr marL="2743200" lvl="5" indent="-228600" algn="l">
              <a:spcBef>
                <a:spcPts val="120"/>
              </a:spcBef>
              <a:spcAft>
                <a:spcPts val="0"/>
              </a:spcAft>
              <a:buClr>
                <a:schemeClr val="dk1"/>
              </a:buClr>
              <a:buSzPts val="600"/>
              <a:buFont typeface="Times New Roman"/>
              <a:buNone/>
              <a:defRPr sz="600"/>
            </a:lvl6pPr>
            <a:lvl7pPr marL="3200400" lvl="6" indent="-228600" algn="l">
              <a:spcBef>
                <a:spcPts val="120"/>
              </a:spcBef>
              <a:spcAft>
                <a:spcPts val="0"/>
              </a:spcAft>
              <a:buClr>
                <a:schemeClr val="dk1"/>
              </a:buClr>
              <a:buSzPts val="600"/>
              <a:buFont typeface="Times New Roman"/>
              <a:buNone/>
              <a:defRPr sz="600"/>
            </a:lvl7pPr>
            <a:lvl8pPr marL="3657600" lvl="7" indent="-228600" algn="l">
              <a:spcBef>
                <a:spcPts val="120"/>
              </a:spcBef>
              <a:spcAft>
                <a:spcPts val="0"/>
              </a:spcAft>
              <a:buClr>
                <a:schemeClr val="dk1"/>
              </a:buClr>
              <a:buSzPts val="600"/>
              <a:buFont typeface="Times New Roman"/>
              <a:buNone/>
              <a:defRPr sz="600"/>
            </a:lvl8pPr>
            <a:lvl9pPr marL="4114800" lvl="8" indent="-228600" algn="l">
              <a:spcBef>
                <a:spcPts val="120"/>
              </a:spcBef>
              <a:spcAft>
                <a:spcPts val="0"/>
              </a:spcAft>
              <a:buClr>
                <a:schemeClr val="dk1"/>
              </a:buClr>
              <a:buSzPts val="600"/>
              <a:buFont typeface="Times New Roman"/>
              <a:buNone/>
              <a:defRPr sz="600"/>
            </a:lvl9pPr>
          </a:lstStyle>
          <a:p>
            <a:endParaRPr/>
          </a:p>
        </p:txBody>
      </p:sp>
      <p:sp>
        <p:nvSpPr>
          <p:cNvPr id="66" name="Google Shape;66;p10"/>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6452659" y="15361710"/>
            <a:ext cx="19750618" cy="1813983"/>
          </a:xfrm>
          <a:prstGeom prst="rect">
            <a:avLst/>
          </a:prstGeom>
          <a:noFill/>
          <a:ln>
            <a:noFill/>
          </a:ln>
        </p:spPr>
        <p:txBody>
          <a:bodyPr spcFirstLastPara="1" wrap="square" lIns="426700" tIns="213350" rIns="426700" bIns="213350" anchor="b" anchorCtr="0">
            <a:noAutofit/>
          </a:bodyPr>
          <a:lstStyle>
            <a:lvl1pPr lvl="0" algn="l">
              <a:spcBef>
                <a:spcPts val="0"/>
              </a:spcBef>
              <a:spcAft>
                <a:spcPts val="0"/>
              </a:spcAft>
              <a:buSzPts val="1400"/>
              <a:buNone/>
              <a:defRPr sz="133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1"/>
          <p:cNvSpPr>
            <a:spLocks noGrp="1"/>
          </p:cNvSpPr>
          <p:nvPr>
            <p:ph type="pic" idx="2"/>
          </p:nvPr>
        </p:nvSpPr>
        <p:spPr>
          <a:xfrm>
            <a:off x="6452659" y="1961092"/>
            <a:ext cx="19750618" cy="13166725"/>
          </a:xfrm>
          <a:prstGeom prst="rect">
            <a:avLst/>
          </a:prstGeom>
          <a:noFill/>
          <a:ln>
            <a:noFill/>
          </a:ln>
        </p:spPr>
      </p:sp>
      <p:sp>
        <p:nvSpPr>
          <p:cNvPr id="72" name="Google Shape;72;p11"/>
          <p:cNvSpPr txBox="1">
            <a:spLocks noGrp="1"/>
          </p:cNvSpPr>
          <p:nvPr>
            <p:ph type="body" idx="1"/>
          </p:nvPr>
        </p:nvSpPr>
        <p:spPr>
          <a:xfrm>
            <a:off x="6452659" y="17175693"/>
            <a:ext cx="19750618" cy="2574925"/>
          </a:xfrm>
          <a:prstGeom prst="rect">
            <a:avLst/>
          </a:prstGeom>
          <a:noFill/>
          <a:ln>
            <a:noFill/>
          </a:ln>
        </p:spPr>
        <p:txBody>
          <a:bodyPr spcFirstLastPara="1" wrap="square" lIns="426700" tIns="213350" rIns="426700" bIns="213350" anchor="t" anchorCtr="0">
            <a:noAutofit/>
          </a:bodyPr>
          <a:lstStyle>
            <a:lvl1pPr marL="457200" lvl="0" indent="-228600" algn="l">
              <a:spcBef>
                <a:spcPts val="187"/>
              </a:spcBef>
              <a:spcAft>
                <a:spcPts val="0"/>
              </a:spcAft>
              <a:buClr>
                <a:schemeClr val="dk1"/>
              </a:buClr>
              <a:buSzPts val="933"/>
              <a:buFont typeface="Times New Roman"/>
              <a:buNone/>
              <a:defRPr sz="933"/>
            </a:lvl1pPr>
            <a:lvl2pPr marL="914400" lvl="1" indent="-228600" algn="l">
              <a:spcBef>
                <a:spcPts val="160"/>
              </a:spcBef>
              <a:spcAft>
                <a:spcPts val="0"/>
              </a:spcAft>
              <a:buClr>
                <a:schemeClr val="dk1"/>
              </a:buClr>
              <a:buSzPts val="800"/>
              <a:buFont typeface="Times New Roman"/>
              <a:buNone/>
              <a:defRPr sz="800"/>
            </a:lvl2pPr>
            <a:lvl3pPr marL="1371600" lvl="2" indent="-228600" algn="l">
              <a:spcBef>
                <a:spcPts val="133"/>
              </a:spcBef>
              <a:spcAft>
                <a:spcPts val="0"/>
              </a:spcAft>
              <a:buClr>
                <a:schemeClr val="dk1"/>
              </a:buClr>
              <a:buSzPts val="667"/>
              <a:buFont typeface="Times New Roman"/>
              <a:buNone/>
              <a:defRPr sz="667"/>
            </a:lvl3pPr>
            <a:lvl4pPr marL="1828800" lvl="3" indent="-228600" algn="l">
              <a:spcBef>
                <a:spcPts val="120"/>
              </a:spcBef>
              <a:spcAft>
                <a:spcPts val="0"/>
              </a:spcAft>
              <a:buClr>
                <a:schemeClr val="dk1"/>
              </a:buClr>
              <a:buSzPts val="600"/>
              <a:buFont typeface="Times New Roman"/>
              <a:buNone/>
              <a:defRPr sz="600"/>
            </a:lvl4pPr>
            <a:lvl5pPr marL="2286000" lvl="4" indent="-228600" algn="l">
              <a:spcBef>
                <a:spcPts val="120"/>
              </a:spcBef>
              <a:spcAft>
                <a:spcPts val="0"/>
              </a:spcAft>
              <a:buClr>
                <a:schemeClr val="dk1"/>
              </a:buClr>
              <a:buSzPts val="600"/>
              <a:buFont typeface="Times New Roman"/>
              <a:buNone/>
              <a:defRPr sz="600"/>
            </a:lvl5pPr>
            <a:lvl6pPr marL="2743200" lvl="5" indent="-228600" algn="l">
              <a:spcBef>
                <a:spcPts val="120"/>
              </a:spcBef>
              <a:spcAft>
                <a:spcPts val="0"/>
              </a:spcAft>
              <a:buClr>
                <a:schemeClr val="dk1"/>
              </a:buClr>
              <a:buSzPts val="600"/>
              <a:buFont typeface="Times New Roman"/>
              <a:buNone/>
              <a:defRPr sz="600"/>
            </a:lvl6pPr>
            <a:lvl7pPr marL="3200400" lvl="6" indent="-228600" algn="l">
              <a:spcBef>
                <a:spcPts val="120"/>
              </a:spcBef>
              <a:spcAft>
                <a:spcPts val="0"/>
              </a:spcAft>
              <a:buClr>
                <a:schemeClr val="dk1"/>
              </a:buClr>
              <a:buSzPts val="600"/>
              <a:buFont typeface="Times New Roman"/>
              <a:buNone/>
              <a:defRPr sz="600"/>
            </a:lvl7pPr>
            <a:lvl8pPr marL="3657600" lvl="7" indent="-228600" algn="l">
              <a:spcBef>
                <a:spcPts val="120"/>
              </a:spcBef>
              <a:spcAft>
                <a:spcPts val="0"/>
              </a:spcAft>
              <a:buClr>
                <a:schemeClr val="dk1"/>
              </a:buClr>
              <a:buSzPts val="600"/>
              <a:buFont typeface="Times New Roman"/>
              <a:buNone/>
              <a:defRPr sz="600"/>
            </a:lvl8pPr>
            <a:lvl9pPr marL="4114800" lvl="8" indent="-228600" algn="l">
              <a:spcBef>
                <a:spcPts val="120"/>
              </a:spcBef>
              <a:spcAft>
                <a:spcPts val="0"/>
              </a:spcAft>
              <a:buClr>
                <a:schemeClr val="dk1"/>
              </a:buClr>
              <a:buSzPts val="600"/>
              <a:buFont typeface="Times New Roman"/>
              <a:buNone/>
              <a:defRPr sz="600"/>
            </a:lvl9pPr>
          </a:lstStyle>
          <a:p>
            <a:endParaRPr/>
          </a:p>
        </p:txBody>
      </p:sp>
      <p:sp>
        <p:nvSpPr>
          <p:cNvPr id="73" name="Google Shape;73;p11"/>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2470548" y="1950509"/>
            <a:ext cx="27977306" cy="3657600"/>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9875310" y="-1065345"/>
            <a:ext cx="13167782" cy="27977306"/>
          </a:xfrm>
          <a:prstGeom prst="rect">
            <a:avLst/>
          </a:prstGeom>
          <a:noFill/>
          <a:ln>
            <a:noFill/>
          </a:ln>
        </p:spPr>
        <p:txBody>
          <a:bodyPr spcFirstLastPara="1" wrap="square" lIns="426700" tIns="213350" rIns="426700" bIns="2133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2"/>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rot="5400000">
            <a:off x="18172643" y="7231593"/>
            <a:ext cx="17556693" cy="6994525"/>
          </a:xfrm>
          <a:prstGeom prst="rect">
            <a:avLst/>
          </a:prstGeom>
          <a:noFill/>
          <a:ln>
            <a:noFill/>
          </a:ln>
        </p:spPr>
        <p:txBody>
          <a:bodyPr spcFirstLastPara="1" wrap="square" lIns="426700" tIns="213350" rIns="426700" bIns="2133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13"/>
          <p:cNvSpPr txBox="1">
            <a:spLocks noGrp="1"/>
          </p:cNvSpPr>
          <p:nvPr>
            <p:ph type="body" idx="1"/>
          </p:nvPr>
        </p:nvSpPr>
        <p:spPr>
          <a:xfrm rot="5400000">
            <a:off x="4132793" y="287867"/>
            <a:ext cx="17556693" cy="20881977"/>
          </a:xfrm>
          <a:prstGeom prst="rect">
            <a:avLst/>
          </a:prstGeom>
          <a:noFill/>
          <a:ln>
            <a:noFill/>
          </a:ln>
        </p:spPr>
        <p:txBody>
          <a:bodyPr spcFirstLastPara="1" wrap="square" lIns="426700" tIns="213350" rIns="426700" bIns="2133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3"/>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0094B3"/>
            </a:gs>
          </a:gsLst>
          <a:lin ang="5400000" scaled="0"/>
        </a:gra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470548" y="1950509"/>
            <a:ext cx="27977306" cy="3657600"/>
          </a:xfrm>
          <a:prstGeom prst="rect">
            <a:avLst/>
          </a:prstGeom>
          <a:noFill/>
          <a:ln>
            <a:noFill/>
          </a:ln>
        </p:spPr>
        <p:txBody>
          <a:bodyPr spcFirstLastPara="1" wrap="square" lIns="426700" tIns="213350" rIns="426700" bIns="213350" anchor="ctr" anchorCtr="0">
            <a:noAutofit/>
          </a:bodyPr>
          <a:lstStyle>
            <a:lvl1pPr marR="0" lvl="0"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1400"/>
              <a:buNone/>
              <a:defRPr sz="13667"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
          <p:cNvSpPr txBox="1">
            <a:spLocks noGrp="1"/>
          </p:cNvSpPr>
          <p:nvPr>
            <p:ph type="body" idx="1"/>
          </p:nvPr>
        </p:nvSpPr>
        <p:spPr>
          <a:xfrm>
            <a:off x="2470548" y="6339417"/>
            <a:ext cx="27977306" cy="13167782"/>
          </a:xfrm>
          <a:prstGeom prst="rect">
            <a:avLst/>
          </a:prstGeom>
          <a:noFill/>
          <a:ln>
            <a:noFill/>
          </a:ln>
        </p:spPr>
        <p:txBody>
          <a:bodyPr spcFirstLastPara="1" wrap="square" lIns="426700" tIns="213350" rIns="426700" bIns="213350" anchor="t" anchorCtr="0">
            <a:noAutofit/>
          </a:bodyPr>
          <a:lstStyle>
            <a:lvl1pPr marL="457200" marR="0" lvl="0" indent="-859409" algn="l" rtl="0">
              <a:spcBef>
                <a:spcPts val="1987"/>
              </a:spcBef>
              <a:spcAft>
                <a:spcPts val="0"/>
              </a:spcAft>
              <a:buClr>
                <a:schemeClr val="dk1"/>
              </a:buClr>
              <a:buSzPts val="9934"/>
              <a:buFont typeface="Times New Roman"/>
              <a:buChar char="•"/>
              <a:defRPr sz="9934" b="0" i="0" u="none" strike="noStrike" cap="none">
                <a:solidFill>
                  <a:schemeClr val="dk1"/>
                </a:solidFill>
                <a:latin typeface="Times New Roman"/>
                <a:ea typeface="Times New Roman"/>
                <a:cs typeface="Times New Roman"/>
                <a:sym typeface="Times New Roman"/>
              </a:defRPr>
            </a:lvl1pPr>
            <a:lvl2pPr marL="914400" marR="0" lvl="1" indent="-783209" algn="l" rtl="0">
              <a:spcBef>
                <a:spcPts val="1747"/>
              </a:spcBef>
              <a:spcAft>
                <a:spcPts val="0"/>
              </a:spcAft>
              <a:buClr>
                <a:schemeClr val="dk1"/>
              </a:buClr>
              <a:buSzPts val="8734"/>
              <a:buFont typeface="Times New Roman"/>
              <a:buChar char="–"/>
              <a:defRPr sz="8734" b="0" i="0" u="none" strike="noStrike" cap="none">
                <a:solidFill>
                  <a:schemeClr val="dk1"/>
                </a:solidFill>
                <a:latin typeface="Times New Roman"/>
                <a:ea typeface="Times New Roman"/>
                <a:cs typeface="Times New Roman"/>
                <a:sym typeface="Times New Roman"/>
              </a:defRPr>
            </a:lvl2pPr>
            <a:lvl3pPr marL="1371600" marR="0" lvl="2" indent="-702754" algn="l" rtl="0">
              <a:spcBef>
                <a:spcPts val="1493"/>
              </a:spcBef>
              <a:spcAft>
                <a:spcPts val="0"/>
              </a:spcAft>
              <a:buClr>
                <a:schemeClr val="dk1"/>
              </a:buClr>
              <a:buSzPts val="7467"/>
              <a:buFont typeface="Times New Roman"/>
              <a:buChar char="•"/>
              <a:defRPr sz="7467" b="0" i="0" u="none" strike="noStrike" cap="none">
                <a:solidFill>
                  <a:schemeClr val="dk1"/>
                </a:solidFill>
                <a:latin typeface="Times New Roman"/>
                <a:ea typeface="Times New Roman"/>
                <a:cs typeface="Times New Roman"/>
                <a:sym typeface="Times New Roman"/>
              </a:defRPr>
            </a:lvl3pPr>
            <a:lvl4pPr marL="1828800" marR="0" lvl="3" indent="-622300" algn="l" rtl="0">
              <a:spcBef>
                <a:spcPts val="1240"/>
              </a:spcBef>
              <a:spcAft>
                <a:spcPts val="0"/>
              </a:spcAft>
              <a:buClr>
                <a:schemeClr val="dk1"/>
              </a:buClr>
              <a:buSzPts val="6200"/>
              <a:buFont typeface="Times New Roman"/>
              <a:buChar char="–"/>
              <a:defRPr sz="6200" b="0" i="0" u="none" strike="noStrike" cap="none">
                <a:solidFill>
                  <a:schemeClr val="dk1"/>
                </a:solidFill>
                <a:latin typeface="Times New Roman"/>
                <a:ea typeface="Times New Roman"/>
                <a:cs typeface="Times New Roman"/>
                <a:sym typeface="Times New Roman"/>
              </a:defRPr>
            </a:lvl4pPr>
            <a:lvl5pPr marL="2286000" marR="0" lvl="4" indent="-622300" algn="l" rtl="0">
              <a:spcBef>
                <a:spcPts val="1240"/>
              </a:spcBef>
              <a:spcAft>
                <a:spcPts val="0"/>
              </a:spcAft>
              <a:buClr>
                <a:schemeClr val="dk1"/>
              </a:buClr>
              <a:buSzPts val="6200"/>
              <a:buFont typeface="Times New Roman"/>
              <a:buChar char="»"/>
              <a:defRPr sz="6200" b="0" i="0" u="none" strike="noStrike" cap="none">
                <a:solidFill>
                  <a:schemeClr val="dk1"/>
                </a:solidFill>
                <a:latin typeface="Times New Roman"/>
                <a:ea typeface="Times New Roman"/>
                <a:cs typeface="Times New Roman"/>
                <a:sym typeface="Times New Roman"/>
              </a:defRPr>
            </a:lvl5pPr>
            <a:lvl6pPr marL="2743200" marR="0" lvl="5" indent="-622300" algn="l" rtl="0">
              <a:spcBef>
                <a:spcPts val="1240"/>
              </a:spcBef>
              <a:spcAft>
                <a:spcPts val="0"/>
              </a:spcAft>
              <a:buClr>
                <a:schemeClr val="dk1"/>
              </a:buClr>
              <a:buSzPts val="6200"/>
              <a:buFont typeface="Times New Roman"/>
              <a:buChar char="»"/>
              <a:defRPr sz="6200" b="0" i="0" u="none" strike="noStrike" cap="none">
                <a:solidFill>
                  <a:schemeClr val="dk1"/>
                </a:solidFill>
                <a:latin typeface="Times New Roman"/>
                <a:ea typeface="Times New Roman"/>
                <a:cs typeface="Times New Roman"/>
                <a:sym typeface="Times New Roman"/>
              </a:defRPr>
            </a:lvl6pPr>
            <a:lvl7pPr marL="3200400" marR="0" lvl="6" indent="-622300" algn="l" rtl="0">
              <a:spcBef>
                <a:spcPts val="1240"/>
              </a:spcBef>
              <a:spcAft>
                <a:spcPts val="0"/>
              </a:spcAft>
              <a:buClr>
                <a:schemeClr val="dk1"/>
              </a:buClr>
              <a:buSzPts val="6200"/>
              <a:buFont typeface="Times New Roman"/>
              <a:buChar char="»"/>
              <a:defRPr sz="6200" b="0" i="0" u="none" strike="noStrike" cap="none">
                <a:solidFill>
                  <a:schemeClr val="dk1"/>
                </a:solidFill>
                <a:latin typeface="Times New Roman"/>
                <a:ea typeface="Times New Roman"/>
                <a:cs typeface="Times New Roman"/>
                <a:sym typeface="Times New Roman"/>
              </a:defRPr>
            </a:lvl7pPr>
            <a:lvl8pPr marL="3657600" marR="0" lvl="7" indent="-622300" algn="l" rtl="0">
              <a:spcBef>
                <a:spcPts val="1240"/>
              </a:spcBef>
              <a:spcAft>
                <a:spcPts val="0"/>
              </a:spcAft>
              <a:buClr>
                <a:schemeClr val="dk1"/>
              </a:buClr>
              <a:buSzPts val="6200"/>
              <a:buFont typeface="Times New Roman"/>
              <a:buChar char="»"/>
              <a:defRPr sz="6200" b="0" i="0" u="none" strike="noStrike" cap="none">
                <a:solidFill>
                  <a:schemeClr val="dk1"/>
                </a:solidFill>
                <a:latin typeface="Times New Roman"/>
                <a:ea typeface="Times New Roman"/>
                <a:cs typeface="Times New Roman"/>
                <a:sym typeface="Times New Roman"/>
              </a:defRPr>
            </a:lvl8pPr>
            <a:lvl9pPr marL="4114800" marR="0" lvl="8" indent="-622300" algn="l" rtl="0">
              <a:spcBef>
                <a:spcPts val="1240"/>
              </a:spcBef>
              <a:spcAft>
                <a:spcPts val="0"/>
              </a:spcAft>
              <a:buClr>
                <a:schemeClr val="dk1"/>
              </a:buClr>
              <a:buSzPts val="6200"/>
              <a:buFont typeface="Times New Roman"/>
              <a:buChar char="»"/>
              <a:defRPr sz="62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
          <p:cNvSpPr txBox="1">
            <a:spLocks noGrp="1"/>
          </p:cNvSpPr>
          <p:nvPr>
            <p:ph type="dt" idx="10"/>
          </p:nvPr>
        </p:nvSpPr>
        <p:spPr>
          <a:xfrm>
            <a:off x="2470547" y="19995093"/>
            <a:ext cx="6858000" cy="1462617"/>
          </a:xfrm>
          <a:prstGeom prst="rect">
            <a:avLst/>
          </a:prstGeom>
          <a:noFill/>
          <a:ln>
            <a:noFill/>
          </a:ln>
        </p:spPr>
        <p:txBody>
          <a:bodyPr spcFirstLastPara="1" wrap="square" lIns="426700" tIns="213350" rIns="426700" bIns="213350" anchor="t" anchorCtr="0">
            <a:noAutofit/>
          </a:bodyPr>
          <a:lstStyle>
            <a:lvl1pPr marR="0" lvl="0" algn="l" rtl="0">
              <a:spcBef>
                <a:spcPts val="0"/>
              </a:spcBef>
              <a:spcAft>
                <a:spcPts val="0"/>
              </a:spcAft>
              <a:buSzPts val="1400"/>
              <a:buNone/>
              <a:defRPr sz="4334"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2"/>
          <p:cNvSpPr txBox="1">
            <a:spLocks noGrp="1"/>
          </p:cNvSpPr>
          <p:nvPr>
            <p:ph type="ftr" idx="11"/>
          </p:nvPr>
        </p:nvSpPr>
        <p:spPr>
          <a:xfrm>
            <a:off x="11245454" y="19995093"/>
            <a:ext cx="10427494" cy="1462617"/>
          </a:xfrm>
          <a:prstGeom prst="rect">
            <a:avLst/>
          </a:prstGeom>
          <a:noFill/>
          <a:ln>
            <a:noFill/>
          </a:ln>
        </p:spPr>
        <p:txBody>
          <a:bodyPr spcFirstLastPara="1" wrap="square" lIns="426700" tIns="213350" rIns="426700" bIns="213350" anchor="t" anchorCtr="0">
            <a:noAutofit/>
          </a:bodyPr>
          <a:lstStyle>
            <a:lvl1pPr marR="0" lvl="0" algn="ctr" rtl="0">
              <a:spcBef>
                <a:spcPts val="0"/>
              </a:spcBef>
              <a:spcAft>
                <a:spcPts val="0"/>
              </a:spcAft>
              <a:buSzPts val="1400"/>
              <a:buNone/>
              <a:defRPr sz="4334"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14"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
          <p:cNvSpPr txBox="1">
            <a:spLocks noGrp="1"/>
          </p:cNvSpPr>
          <p:nvPr>
            <p:ph type="sldNum" idx="12"/>
          </p:nvPr>
        </p:nvSpPr>
        <p:spPr>
          <a:xfrm>
            <a:off x="23589855" y="19995093"/>
            <a:ext cx="6858000" cy="1462617"/>
          </a:xfrm>
          <a:prstGeom prst="rect">
            <a:avLst/>
          </a:prstGeom>
          <a:noFill/>
          <a:ln>
            <a:noFill/>
          </a:ln>
        </p:spPr>
        <p:txBody>
          <a:bodyPr spcFirstLastPara="1" wrap="square" lIns="426700" tIns="213350" rIns="426700" bIns="213350" anchor="t" anchorCtr="0">
            <a:noAutofit/>
          </a:bodyPr>
          <a:lstStyle>
            <a:lvl1pPr marL="0" marR="0" lvl="0"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1pPr>
            <a:lvl2pPr marL="0" marR="0" lvl="1"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spcAft>
                <a:spcPts val="0"/>
              </a:spcAft>
              <a:buNone/>
              <a:defRPr sz="4334"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2"/>
          <p:cNvPicPr preferRelativeResize="0"/>
          <p:nvPr/>
        </p:nvPicPr>
        <p:blipFill rotWithShape="1">
          <a:blip r:embed="rId13">
            <a:alphaModFix/>
          </a:blip>
          <a:srcRect/>
          <a:stretch/>
        </p:blipFill>
        <p:spPr>
          <a:xfrm rot="-5400000">
            <a:off x="-11074400" y="10972800"/>
            <a:ext cx="14274800" cy="3937000"/>
          </a:xfrm>
          <a:prstGeom prst="rect">
            <a:avLst/>
          </a:prstGeom>
          <a:noFill/>
          <a:ln>
            <a:noFill/>
          </a:ln>
        </p:spPr>
      </p:pic>
      <p:pic>
        <p:nvPicPr>
          <p:cNvPr id="16" name="Google Shape;16;p2"/>
          <p:cNvPicPr preferRelativeResize="0"/>
          <p:nvPr/>
        </p:nvPicPr>
        <p:blipFill rotWithShape="1">
          <a:blip r:embed="rId13">
            <a:alphaModFix/>
          </a:blip>
          <a:srcRect/>
          <a:stretch/>
        </p:blipFill>
        <p:spPr>
          <a:xfrm rot="5400000">
            <a:off x="29718000" y="10972800"/>
            <a:ext cx="14274800" cy="3937000"/>
          </a:xfrm>
          <a:prstGeom prst="rect">
            <a:avLst/>
          </a:prstGeom>
          <a:noFill/>
          <a:ln>
            <a:noFill/>
          </a:ln>
        </p:spPr>
      </p:pic>
      <p:pic>
        <p:nvPicPr>
          <p:cNvPr id="17" name="Google Shape;17;p2"/>
          <p:cNvPicPr preferRelativeResize="0"/>
          <p:nvPr/>
        </p:nvPicPr>
        <p:blipFill rotWithShape="1">
          <a:blip r:embed="rId14">
            <a:alphaModFix/>
          </a:blip>
          <a:srcRect/>
          <a:stretch/>
        </p:blipFill>
        <p:spPr>
          <a:xfrm>
            <a:off x="1460500" y="22453600"/>
            <a:ext cx="29997400" cy="1447800"/>
          </a:xfrm>
          <a:prstGeom prst="rect">
            <a:avLst/>
          </a:prstGeom>
          <a:noFill/>
          <a:ln>
            <a:noFill/>
          </a:ln>
        </p:spPr>
      </p:pic>
      <p:sp>
        <p:nvSpPr>
          <p:cNvPr id="18" name="Google Shape;18;p2"/>
          <p:cNvSpPr/>
          <p:nvPr/>
        </p:nvSpPr>
        <p:spPr>
          <a:xfrm>
            <a:off x="1460500" y="23025100"/>
            <a:ext cx="164592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Times New Roman"/>
                <a:ea typeface="Times New Roman"/>
                <a:cs typeface="Times New Roman"/>
                <a:sym typeface="Times New Roman"/>
              </a:rPr>
              <a:t>Template ID: persuadingsapphire  Size: 36x24</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1482A5"/>
            </a:gs>
          </a:gsLst>
          <a:lin ang="5400000" scaled="0"/>
        </a:gradFill>
        <a:effectLst/>
      </p:bgPr>
    </p:bg>
    <p:spTree>
      <p:nvGrpSpPr>
        <p:cNvPr id="1" name="Shape 92"/>
        <p:cNvGrpSpPr/>
        <p:nvPr/>
      </p:nvGrpSpPr>
      <p:grpSpPr>
        <a:xfrm>
          <a:off x="0" y="0"/>
          <a:ext cx="0" cy="0"/>
          <a:chOff x="0" y="0"/>
          <a:chExt cx="0" cy="0"/>
        </a:xfrm>
      </p:grpSpPr>
      <p:sp>
        <p:nvSpPr>
          <p:cNvPr id="93" name="Google Shape;93;p1"/>
          <p:cNvSpPr txBox="1"/>
          <p:nvPr/>
        </p:nvSpPr>
        <p:spPr>
          <a:xfrm>
            <a:off x="4465675" y="330174"/>
            <a:ext cx="21759317" cy="2067901"/>
          </a:xfrm>
          <a:prstGeom prst="rect">
            <a:avLst/>
          </a:prstGeom>
          <a:noFill/>
          <a:ln>
            <a:noFill/>
          </a:ln>
        </p:spPr>
        <p:txBody>
          <a:bodyPr spcFirstLastPara="1" wrap="square" lIns="85325" tIns="42650" rIns="85325" bIns="42650" anchor="t" anchorCtr="0">
            <a:noAutofit/>
          </a:bodyPr>
          <a:lstStyle/>
          <a:p>
            <a:pPr>
              <a:lnSpc>
                <a:spcPct val="115000"/>
              </a:lnSpc>
              <a:buClr>
                <a:schemeClr val="dk1"/>
              </a:buClr>
              <a:buSzPts val="1100"/>
            </a:pPr>
            <a:r>
              <a:rPr lang="en-US" sz="5800" dirty="0">
                <a:solidFill>
                  <a:schemeClr val="dk1"/>
                </a:solidFill>
              </a:rPr>
              <a:t>Quantitative susceptibility mapping (QSM) correlates with cerebral blood flow (CBF) in temporal and parietal regions, possibly reflecting Alzheimer’s Disease (AD) pathology</a:t>
            </a:r>
          </a:p>
          <a:p>
            <a:pPr marL="0" lvl="0" indent="0" algn="l" rtl="0">
              <a:lnSpc>
                <a:spcPct val="115000"/>
              </a:lnSpc>
              <a:spcBef>
                <a:spcPts val="0"/>
              </a:spcBef>
              <a:spcAft>
                <a:spcPts val="0"/>
              </a:spcAft>
              <a:buClr>
                <a:schemeClr val="dk1"/>
              </a:buClr>
              <a:buSzPts val="1100"/>
              <a:buFont typeface="Arial"/>
              <a:buNone/>
            </a:pPr>
            <a:endParaRPr sz="5800" dirty="0">
              <a:solidFill>
                <a:schemeClr val="dk1"/>
              </a:solidFill>
            </a:endParaRPr>
          </a:p>
          <a:p>
            <a:pPr marL="0" lvl="0" indent="0" algn="ctr" rtl="0">
              <a:spcBef>
                <a:spcPts val="0"/>
              </a:spcBef>
              <a:spcAft>
                <a:spcPts val="0"/>
              </a:spcAft>
              <a:buClr>
                <a:srgbClr val="235078"/>
              </a:buClr>
              <a:buSzPts val="6400"/>
              <a:buFont typeface="Libre Baskerville"/>
              <a:buNone/>
            </a:pPr>
            <a:endParaRPr sz="5800" dirty="0">
              <a:solidFill>
                <a:srgbClr val="235078"/>
              </a:solidFill>
              <a:latin typeface="Libre Baskerville"/>
              <a:ea typeface="Libre Baskerville"/>
              <a:cs typeface="Libre Baskerville"/>
              <a:sym typeface="Libre Baskerville"/>
            </a:endParaRPr>
          </a:p>
          <a:p>
            <a:pPr marL="0" marR="0" lvl="0" indent="0" algn="ctr" rtl="0">
              <a:spcBef>
                <a:spcPts val="0"/>
              </a:spcBef>
              <a:spcAft>
                <a:spcPts val="0"/>
              </a:spcAft>
              <a:buClr>
                <a:srgbClr val="235078"/>
              </a:buClr>
              <a:buSzPts val="5700"/>
              <a:buFont typeface="Libre Baskerville"/>
              <a:buNone/>
            </a:pPr>
            <a:endParaRPr sz="5700" dirty="0">
              <a:solidFill>
                <a:srgbClr val="235078"/>
              </a:solidFill>
              <a:latin typeface="Libre Baskerville"/>
              <a:ea typeface="Libre Baskerville"/>
              <a:cs typeface="Libre Baskerville"/>
              <a:sym typeface="Libre Baskerville"/>
            </a:endParaRPr>
          </a:p>
        </p:txBody>
      </p:sp>
      <p:sp>
        <p:nvSpPr>
          <p:cNvPr id="94" name="Google Shape;94;p1"/>
          <p:cNvSpPr txBox="1"/>
          <p:nvPr/>
        </p:nvSpPr>
        <p:spPr>
          <a:xfrm>
            <a:off x="4442700" y="3417988"/>
            <a:ext cx="24185400" cy="1635600"/>
          </a:xfrm>
          <a:prstGeom prst="rect">
            <a:avLst/>
          </a:prstGeom>
          <a:noFill/>
          <a:ln>
            <a:noFill/>
          </a:ln>
        </p:spPr>
        <p:txBody>
          <a:bodyPr spcFirstLastPara="1" wrap="square" lIns="85325" tIns="42650" rIns="85325" bIns="4265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000">
                <a:solidFill>
                  <a:schemeClr val="dk1"/>
                </a:solidFill>
              </a:rPr>
              <a:t>Kevin Lee</a:t>
            </a:r>
            <a:r>
              <a:rPr lang="en-US" sz="3000" baseline="30000">
                <a:solidFill>
                  <a:schemeClr val="dk1"/>
                </a:solidFill>
              </a:rPr>
              <a:t>1</a:t>
            </a:r>
            <a:r>
              <a:rPr lang="en-US" sz="3000">
                <a:solidFill>
                  <a:schemeClr val="dk1"/>
                </a:solidFill>
              </a:rPr>
              <a:t>, Jonathan P. Dyke</a:t>
            </a:r>
            <a:r>
              <a:rPr lang="en-US" sz="3000" baseline="30000">
                <a:solidFill>
                  <a:schemeClr val="dk1"/>
                </a:solidFill>
              </a:rPr>
              <a:t>1</a:t>
            </a:r>
            <a:r>
              <a:rPr lang="en-US" sz="3000">
                <a:solidFill>
                  <a:schemeClr val="dk1"/>
                </a:solidFill>
              </a:rPr>
              <a:t>, Yi Wang</a:t>
            </a:r>
            <a:r>
              <a:rPr lang="en-US" sz="3000" baseline="30000">
                <a:solidFill>
                  <a:schemeClr val="dk1"/>
                </a:solidFill>
              </a:rPr>
              <a:t>1</a:t>
            </a:r>
            <a:r>
              <a:rPr lang="en-US" sz="3000">
                <a:solidFill>
                  <a:schemeClr val="dk1"/>
                </a:solidFill>
              </a:rPr>
              <a:t>, Gloria C. Chiang</a:t>
            </a:r>
            <a:r>
              <a:rPr lang="en-US" sz="3000" baseline="30000">
                <a:solidFill>
                  <a:schemeClr val="dk1"/>
                </a:solidFill>
              </a:rPr>
              <a:t>1</a:t>
            </a:r>
            <a:endParaRPr sz="3000" baseline="300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2000" baseline="30000">
                <a:solidFill>
                  <a:schemeClr val="dk1"/>
                </a:solidFill>
              </a:rPr>
              <a:t>1</a:t>
            </a:r>
            <a:r>
              <a:rPr lang="en-US" sz="2000">
                <a:solidFill>
                  <a:schemeClr val="dk1"/>
                </a:solidFill>
                <a:latin typeface="Times New Roman"/>
                <a:ea typeface="Times New Roman"/>
                <a:cs typeface="Times New Roman"/>
                <a:sym typeface="Times New Roman"/>
              </a:rPr>
              <a:t>Weill Cornell Medicine, New York, NY</a:t>
            </a:r>
            <a:endParaRPr sz="2000">
              <a:solidFill>
                <a:schemeClr val="dk1"/>
              </a:solidFill>
            </a:endParaRPr>
          </a:p>
          <a:p>
            <a:pPr marL="0" marR="0" lvl="0" indent="0" algn="ctr" rtl="0">
              <a:spcBef>
                <a:spcPts val="740"/>
              </a:spcBef>
              <a:spcAft>
                <a:spcPts val="0"/>
              </a:spcAft>
              <a:buClr>
                <a:srgbClr val="1482A5"/>
              </a:buClr>
              <a:buSzPts val="3700"/>
              <a:buFont typeface="Arial"/>
              <a:buNone/>
            </a:pPr>
            <a:endParaRPr sz="3700">
              <a:solidFill>
                <a:srgbClr val="1482A5"/>
              </a:solidFill>
              <a:latin typeface="Montserrat Light"/>
              <a:ea typeface="Montserrat Light"/>
              <a:cs typeface="Montserrat Light"/>
              <a:sym typeface="Montserrat Light"/>
            </a:endParaRPr>
          </a:p>
        </p:txBody>
      </p:sp>
      <p:sp>
        <p:nvSpPr>
          <p:cNvPr id="95" name="Google Shape;95;p1"/>
          <p:cNvSpPr txBox="1"/>
          <p:nvPr/>
        </p:nvSpPr>
        <p:spPr>
          <a:xfrm>
            <a:off x="25021459" y="19800075"/>
            <a:ext cx="719229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1482A5"/>
                </a:solidFill>
                <a:latin typeface="Montserrat Light"/>
                <a:ea typeface="Montserrat Light"/>
                <a:cs typeface="Montserrat Light"/>
                <a:sym typeface="Montserrat Light"/>
              </a:rPr>
              <a:t>Add your information, graphs and images to this section.</a:t>
            </a:r>
            <a:endParaRPr/>
          </a:p>
        </p:txBody>
      </p:sp>
      <p:sp>
        <p:nvSpPr>
          <p:cNvPr id="96" name="Google Shape;96;p1"/>
          <p:cNvSpPr/>
          <p:nvPr/>
        </p:nvSpPr>
        <p:spPr>
          <a:xfrm>
            <a:off x="217925" y="5052900"/>
            <a:ext cx="11392800" cy="784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rgbClr val="000000"/>
              </a:solidFill>
              <a:latin typeface="Times New Roman"/>
              <a:ea typeface="Times New Roman"/>
              <a:cs typeface="Times New Roman"/>
              <a:sym typeface="Times New Roman"/>
            </a:endParaRPr>
          </a:p>
        </p:txBody>
      </p:sp>
      <p:sp>
        <p:nvSpPr>
          <p:cNvPr id="97" name="Google Shape;97;p1"/>
          <p:cNvSpPr txBox="1"/>
          <p:nvPr/>
        </p:nvSpPr>
        <p:spPr>
          <a:xfrm>
            <a:off x="217913" y="5052892"/>
            <a:ext cx="14525100" cy="86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a:solidFill>
                  <a:srgbClr val="235078"/>
                </a:solidFill>
                <a:latin typeface="Libre Baskerville"/>
                <a:ea typeface="Libre Baskerville"/>
                <a:cs typeface="Libre Baskerville"/>
                <a:sym typeface="Libre Baskerville"/>
              </a:rPr>
              <a:t>Purpose</a:t>
            </a:r>
            <a:endParaRPr sz="5000"/>
          </a:p>
        </p:txBody>
      </p:sp>
      <p:sp>
        <p:nvSpPr>
          <p:cNvPr id="98" name="Google Shape;98;p1"/>
          <p:cNvSpPr txBox="1"/>
          <p:nvPr/>
        </p:nvSpPr>
        <p:spPr>
          <a:xfrm>
            <a:off x="412175" y="5996000"/>
            <a:ext cx="10394700" cy="6926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rgbClr val="000000"/>
              </a:buClr>
              <a:buSzPts val="1100"/>
              <a:buFont typeface="Arial"/>
              <a:buNone/>
            </a:pPr>
            <a:r>
              <a:rPr lang="en-US" sz="3000">
                <a:solidFill>
                  <a:srgbClr val="000000"/>
                </a:solidFill>
              </a:rPr>
              <a:t>Prior studies have found that brain iron increases with age and Alzheimer’s disease (AD). It has been proposed that amyloid and hyperphosphorylated tau, two pathological hallmarks of AD, can promote iron deposition in the brain. ASL-MR has also been studied as a biomarker of AD, with reduced cerebral blood flow correlating with cerebral hypometabolism in AD. The pathology underlying CBF abnormalities in AD can be attributed to amyloid buildup in vessel walls and capillary stasis. However, whether these processes are related is unclear. We sought to determine whether QSM, as a noninvasive measure of brain iron, is associated with an AD-pattern of decreased cerebral blood flow. </a:t>
            </a:r>
            <a:endParaRPr sz="3000"/>
          </a:p>
        </p:txBody>
      </p:sp>
      <p:sp>
        <p:nvSpPr>
          <p:cNvPr id="99" name="Google Shape;99;p1"/>
          <p:cNvSpPr/>
          <p:nvPr/>
        </p:nvSpPr>
        <p:spPr>
          <a:xfrm>
            <a:off x="217925" y="13205400"/>
            <a:ext cx="11392800" cy="74487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rgbClr val="000000"/>
              </a:solidFill>
              <a:latin typeface="Times New Roman"/>
              <a:ea typeface="Times New Roman"/>
              <a:cs typeface="Times New Roman"/>
              <a:sym typeface="Times New Roman"/>
            </a:endParaRPr>
          </a:p>
        </p:txBody>
      </p:sp>
      <p:sp>
        <p:nvSpPr>
          <p:cNvPr id="100" name="Google Shape;100;p1"/>
          <p:cNvSpPr txBox="1"/>
          <p:nvPr/>
        </p:nvSpPr>
        <p:spPr>
          <a:xfrm>
            <a:off x="412163" y="13311978"/>
            <a:ext cx="14525100" cy="86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a:solidFill>
                  <a:srgbClr val="235078"/>
                </a:solidFill>
                <a:latin typeface="Libre Baskerville"/>
                <a:ea typeface="Libre Baskerville"/>
                <a:cs typeface="Libre Baskerville"/>
                <a:sym typeface="Libre Baskerville"/>
              </a:rPr>
              <a:t>Materials and Methods</a:t>
            </a:r>
            <a:endParaRPr sz="5000"/>
          </a:p>
        </p:txBody>
      </p:sp>
      <p:sp>
        <p:nvSpPr>
          <p:cNvPr id="101" name="Google Shape;101;p1"/>
          <p:cNvSpPr txBox="1"/>
          <p:nvPr/>
        </p:nvSpPr>
        <p:spPr>
          <a:xfrm>
            <a:off x="412175" y="14584950"/>
            <a:ext cx="10845000" cy="3209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rgbClr val="000000"/>
              </a:buClr>
              <a:buSzPts val="1100"/>
              <a:buFont typeface="Arial"/>
              <a:buNone/>
            </a:pPr>
            <a:r>
              <a:rPr lang="en-US" sz="3000">
                <a:solidFill>
                  <a:srgbClr val="000000"/>
                </a:solidFill>
              </a:rPr>
              <a:t>All subjects underwent a 3T standardized MRI protocol. 3D T1 MPRAGE and CBF maps were coregistered to QSM-MRI using the SPM12 software package in MATLAB. FreeSurfer was used to segment temporoparietal brain regions on both the QSM and CBF maps. Regression analysis was utilized to investigate the associations between QSM and CBF. </a:t>
            </a:r>
            <a:endParaRPr sz="3000"/>
          </a:p>
        </p:txBody>
      </p:sp>
      <p:sp>
        <p:nvSpPr>
          <p:cNvPr id="102" name="Google Shape;102;p1"/>
          <p:cNvSpPr/>
          <p:nvPr/>
        </p:nvSpPr>
        <p:spPr>
          <a:xfrm>
            <a:off x="22204675" y="4889125"/>
            <a:ext cx="10394700" cy="784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rgbClr val="000000"/>
              </a:solidFill>
              <a:latin typeface="Times New Roman"/>
              <a:ea typeface="Times New Roman"/>
              <a:cs typeface="Times New Roman"/>
              <a:sym typeface="Times New Roman"/>
            </a:endParaRPr>
          </a:p>
        </p:txBody>
      </p:sp>
      <p:sp>
        <p:nvSpPr>
          <p:cNvPr id="103" name="Google Shape;103;p1"/>
          <p:cNvSpPr txBox="1"/>
          <p:nvPr/>
        </p:nvSpPr>
        <p:spPr>
          <a:xfrm>
            <a:off x="22204668" y="5052909"/>
            <a:ext cx="14525100" cy="86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0" i="0" u="none" strike="noStrike" cap="none">
                <a:solidFill>
                  <a:srgbClr val="235078"/>
                </a:solidFill>
                <a:latin typeface="Libre Baskerville"/>
                <a:ea typeface="Libre Baskerville"/>
                <a:cs typeface="Libre Baskerville"/>
                <a:sym typeface="Libre Baskerville"/>
              </a:rPr>
              <a:t>Results</a:t>
            </a:r>
            <a:endParaRPr sz="5000"/>
          </a:p>
        </p:txBody>
      </p:sp>
      <p:sp>
        <p:nvSpPr>
          <p:cNvPr id="104" name="Google Shape;104;p1"/>
          <p:cNvSpPr txBox="1"/>
          <p:nvPr/>
        </p:nvSpPr>
        <p:spPr>
          <a:xfrm>
            <a:off x="22445127" y="6310200"/>
            <a:ext cx="9913800" cy="5333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rgbClr val="000000"/>
              </a:buClr>
              <a:buSzPts val="1100"/>
              <a:buFont typeface="Arial"/>
              <a:buNone/>
            </a:pPr>
            <a:r>
              <a:rPr lang="en-US" sz="3000">
                <a:solidFill>
                  <a:srgbClr val="000000"/>
                </a:solidFill>
              </a:rPr>
              <a:t>78 subjects (34 amyloid PET-negative cognitively normal individuals, 15 amyloid PET-positive cognitively normal individuals, 10 amyloid PET-negative MCI, 11 MCI, 8 AD) with a mean age of 69±9 (range 52-85; male:female 34:44) were included. Cerebral blood flow was negatively associated with QSM values in the posterior cingulate (p=0.001), isthmus cingulate (p=0.02), and superior temporal regions (p=0.037). QSM was not significantly associated with CBF in other brain regions (p&gt;0.05).</a:t>
            </a:r>
            <a:endParaRPr sz="3000">
              <a:solidFill>
                <a:srgbClr val="000000"/>
              </a:solidFill>
            </a:endParaRPr>
          </a:p>
          <a:p>
            <a:pPr marL="0" marR="0" lvl="0" indent="0" algn="l" rtl="0">
              <a:spcBef>
                <a:spcPts val="0"/>
              </a:spcBef>
              <a:spcAft>
                <a:spcPts val="0"/>
              </a:spcAft>
              <a:buNone/>
            </a:pPr>
            <a:endParaRPr sz="3000">
              <a:solidFill>
                <a:srgbClr val="1482A5"/>
              </a:solidFill>
              <a:latin typeface="Montserrat Light"/>
              <a:ea typeface="Montserrat Light"/>
              <a:cs typeface="Montserrat Light"/>
              <a:sym typeface="Montserrat Light"/>
            </a:endParaRPr>
          </a:p>
        </p:txBody>
      </p:sp>
      <p:sp>
        <p:nvSpPr>
          <p:cNvPr id="105" name="Google Shape;105;p1"/>
          <p:cNvSpPr/>
          <p:nvPr/>
        </p:nvSpPr>
        <p:spPr>
          <a:xfrm>
            <a:off x="22204675" y="12982100"/>
            <a:ext cx="10394700" cy="51039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rgbClr val="000000"/>
              </a:solidFill>
              <a:latin typeface="Times New Roman"/>
              <a:ea typeface="Times New Roman"/>
              <a:cs typeface="Times New Roman"/>
              <a:sym typeface="Times New Roman"/>
            </a:endParaRPr>
          </a:p>
        </p:txBody>
      </p:sp>
      <p:sp>
        <p:nvSpPr>
          <p:cNvPr id="106" name="Google Shape;106;p1"/>
          <p:cNvSpPr txBox="1"/>
          <p:nvPr/>
        </p:nvSpPr>
        <p:spPr>
          <a:xfrm>
            <a:off x="22445118" y="13311975"/>
            <a:ext cx="14525100" cy="86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0" i="0" u="none" strike="noStrike" cap="none">
                <a:solidFill>
                  <a:srgbClr val="235078"/>
                </a:solidFill>
                <a:latin typeface="Libre Baskerville"/>
                <a:ea typeface="Libre Baskerville"/>
                <a:cs typeface="Libre Baskerville"/>
                <a:sym typeface="Libre Baskerville"/>
              </a:rPr>
              <a:t>Conclusion</a:t>
            </a:r>
            <a:endParaRPr sz="5000"/>
          </a:p>
        </p:txBody>
      </p:sp>
      <p:sp>
        <p:nvSpPr>
          <p:cNvPr id="107" name="Google Shape;107;p1"/>
          <p:cNvSpPr txBox="1"/>
          <p:nvPr/>
        </p:nvSpPr>
        <p:spPr>
          <a:xfrm>
            <a:off x="22445123" y="14313025"/>
            <a:ext cx="9476700" cy="3209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rgbClr val="000000"/>
              </a:buClr>
              <a:buSzPts val="1100"/>
              <a:buFont typeface="Arial"/>
              <a:buNone/>
            </a:pPr>
            <a:r>
              <a:rPr lang="en-US" sz="3000">
                <a:solidFill>
                  <a:srgbClr val="000000"/>
                </a:solidFill>
              </a:rPr>
              <a:t>Higher QSM values, suggestive of increased brain iron, in the temporal and parietal regions, are associated with decreased blood flow, possibly reflecting greater underlying AD pathology. Future work will assess how QSM and CBF relate to underlying amyloid and tau pathology on PET.</a:t>
            </a:r>
            <a:endParaRPr sz="3000"/>
          </a:p>
        </p:txBody>
      </p:sp>
      <p:sp>
        <p:nvSpPr>
          <p:cNvPr id="109" name="Google Shape;109;p1"/>
          <p:cNvSpPr/>
          <p:nvPr/>
        </p:nvSpPr>
        <p:spPr>
          <a:xfrm>
            <a:off x="11950800" y="4971700"/>
            <a:ext cx="9913800" cy="15682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rgbClr val="000000"/>
              </a:solidFill>
              <a:latin typeface="Times New Roman"/>
              <a:ea typeface="Times New Roman"/>
              <a:cs typeface="Times New Roman"/>
              <a:sym typeface="Times New Roman"/>
            </a:endParaRPr>
          </a:p>
        </p:txBody>
      </p:sp>
      <p:pic>
        <p:nvPicPr>
          <p:cNvPr id="110" name="Google Shape;110;p1"/>
          <p:cNvPicPr preferRelativeResize="0"/>
          <p:nvPr/>
        </p:nvPicPr>
        <p:blipFill>
          <a:blip r:embed="rId3">
            <a:alphaModFix/>
          </a:blip>
          <a:stretch>
            <a:fillRect/>
          </a:stretch>
        </p:blipFill>
        <p:spPr>
          <a:xfrm>
            <a:off x="12629900" y="5651186"/>
            <a:ext cx="8555600" cy="9284627"/>
          </a:xfrm>
          <a:prstGeom prst="rect">
            <a:avLst/>
          </a:prstGeom>
          <a:noFill/>
          <a:ln>
            <a:noFill/>
          </a:ln>
        </p:spPr>
      </p:pic>
      <p:sp>
        <p:nvSpPr>
          <p:cNvPr id="111" name="Google Shape;111;p1"/>
          <p:cNvSpPr txBox="1"/>
          <p:nvPr/>
        </p:nvSpPr>
        <p:spPr>
          <a:xfrm>
            <a:off x="11900927" y="15268400"/>
            <a:ext cx="9866644" cy="5864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rgbClr val="000000"/>
              </a:buClr>
              <a:buSzPts val="1100"/>
              <a:buFont typeface="Arial"/>
              <a:buNone/>
            </a:pPr>
            <a:r>
              <a:rPr lang="en-US" sz="3000" b="1" dirty="0">
                <a:solidFill>
                  <a:srgbClr val="000000"/>
                </a:solidFill>
              </a:rPr>
              <a:t>(A)</a:t>
            </a:r>
            <a:r>
              <a:rPr lang="en-US" sz="3000" dirty="0">
                <a:solidFill>
                  <a:srgbClr val="000000"/>
                </a:solidFill>
              </a:rPr>
              <a:t> Quantitative susceptibility mapping (QSM)-MRI of Patient A demonstrating no significant QSM hyperintensity in the isthmus cingulate, indicating no significant iron deposition (red oval). </a:t>
            </a:r>
            <a:r>
              <a:rPr lang="en-US" sz="3000" b="1" dirty="0">
                <a:solidFill>
                  <a:srgbClr val="000000"/>
                </a:solidFill>
              </a:rPr>
              <a:t>(B) </a:t>
            </a:r>
            <a:r>
              <a:rPr lang="en-US" sz="3000" dirty="0">
                <a:solidFill>
                  <a:srgbClr val="000000"/>
                </a:solidFill>
              </a:rPr>
              <a:t>Cerebral blood flow (CBF) map showing normal preserved CBF in this same region and throughout the brain (white oval). </a:t>
            </a:r>
            <a:r>
              <a:rPr lang="en-US" sz="3000" b="1" dirty="0">
                <a:solidFill>
                  <a:srgbClr val="000000"/>
                </a:solidFill>
              </a:rPr>
              <a:t>(C) </a:t>
            </a:r>
            <a:r>
              <a:rPr lang="en-US" sz="3000" dirty="0">
                <a:solidFill>
                  <a:srgbClr val="000000"/>
                </a:solidFill>
              </a:rPr>
              <a:t>QSM-MRI of Patient B showing QSM hyperintensity in the isthmus cingulate, indicating increased iron deposition (red oval). </a:t>
            </a:r>
            <a:r>
              <a:rPr lang="en-US" sz="3000" b="1" dirty="0">
                <a:solidFill>
                  <a:srgbClr val="000000"/>
                </a:solidFill>
              </a:rPr>
              <a:t>(D)</a:t>
            </a:r>
            <a:r>
              <a:rPr lang="en-US" sz="3000" dirty="0">
                <a:solidFill>
                  <a:srgbClr val="000000"/>
                </a:solidFill>
              </a:rPr>
              <a:t> CBF map showing decreased CBF in this same region (white oval).</a:t>
            </a:r>
            <a:endParaRPr sz="3000" dirty="0">
              <a:solidFill>
                <a:srgbClr val="000000"/>
              </a:solidFill>
            </a:endParaRPr>
          </a:p>
          <a:p>
            <a:pPr marL="0" marR="0" lvl="0" indent="0" algn="l" rtl="0">
              <a:spcBef>
                <a:spcPts val="0"/>
              </a:spcBef>
              <a:spcAft>
                <a:spcPts val="0"/>
              </a:spcAft>
              <a:buNone/>
            </a:pPr>
            <a:endParaRPr sz="3000" dirty="0">
              <a:solidFill>
                <a:srgbClr val="1482A5"/>
              </a:solidFill>
              <a:latin typeface="Montserrat Light"/>
              <a:ea typeface="Montserrat Light"/>
              <a:cs typeface="Montserrat Light"/>
              <a:sym typeface="Montserrat Light"/>
            </a:endParaRPr>
          </a:p>
        </p:txBody>
      </p:sp>
      <p:sp>
        <p:nvSpPr>
          <p:cNvPr id="112" name="Google Shape;112;p1"/>
          <p:cNvSpPr/>
          <p:nvPr/>
        </p:nvSpPr>
        <p:spPr>
          <a:xfrm>
            <a:off x="22204675" y="18594000"/>
            <a:ext cx="10394700" cy="206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rgbClr val="000000"/>
              </a:solidFill>
              <a:latin typeface="Times New Roman"/>
              <a:ea typeface="Times New Roman"/>
              <a:cs typeface="Times New Roman"/>
              <a:sym typeface="Times New Roman"/>
            </a:endParaRPr>
          </a:p>
        </p:txBody>
      </p:sp>
      <p:sp>
        <p:nvSpPr>
          <p:cNvPr id="113" name="Google Shape;113;p1"/>
          <p:cNvSpPr txBox="1"/>
          <p:nvPr/>
        </p:nvSpPr>
        <p:spPr>
          <a:xfrm>
            <a:off x="22204675" y="18769800"/>
            <a:ext cx="10254000" cy="170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1482A5"/>
                </a:solidFill>
              </a:rPr>
              <a:t>Acknowledgements</a:t>
            </a:r>
            <a:endParaRPr sz="3000">
              <a:solidFill>
                <a:srgbClr val="1482A5"/>
              </a:solidFill>
            </a:endParaRPr>
          </a:p>
          <a:p>
            <a:pPr marL="0" marR="0" lvl="0" indent="0" algn="l" rtl="0">
              <a:spcBef>
                <a:spcPts val="0"/>
              </a:spcBef>
              <a:spcAft>
                <a:spcPts val="0"/>
              </a:spcAft>
              <a:buNone/>
            </a:pPr>
            <a:r>
              <a:rPr lang="en-US" sz="2500">
                <a:solidFill>
                  <a:srgbClr val="000000"/>
                </a:solidFill>
              </a:rPr>
              <a:t>Thank you to Dr. Van Putten and the Transitional Year Program for allowing me to partake in a research elective to conduct this research with my mentors at Weill Cornell and present our findings.</a:t>
            </a:r>
            <a:endParaRPr sz="2500">
              <a:solidFill>
                <a:srgbClr val="000000"/>
              </a:solidFill>
            </a:endParaRPr>
          </a:p>
        </p:txBody>
      </p:sp>
      <p:pic>
        <p:nvPicPr>
          <p:cNvPr id="114" name="Google Shape;114;p1"/>
          <p:cNvPicPr preferRelativeResize="0"/>
          <p:nvPr/>
        </p:nvPicPr>
        <p:blipFill>
          <a:blip r:embed="rId4">
            <a:alphaModFix/>
          </a:blip>
          <a:stretch>
            <a:fillRect/>
          </a:stretch>
        </p:blipFill>
        <p:spPr>
          <a:xfrm>
            <a:off x="217913" y="330175"/>
            <a:ext cx="4086199" cy="4086199"/>
          </a:xfrm>
          <a:prstGeom prst="rect">
            <a:avLst/>
          </a:prstGeom>
          <a:noFill/>
          <a:ln>
            <a:noFill/>
          </a:ln>
        </p:spPr>
      </p:pic>
      <p:pic>
        <p:nvPicPr>
          <p:cNvPr id="115" name="Picture 114" descr="15R.png"/>
          <p:cNvPicPr>
            <a:picLocks noChangeAspect="1"/>
          </p:cNvPicPr>
          <p:nvPr/>
        </p:nvPicPr>
        <p:blipFill>
          <a:blip r:embed="rId5"/>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Blank Presentation">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523</Words>
  <Application>Microsoft Macintosh PowerPoint</Application>
  <PresentationFormat>Custom</PresentationFormat>
  <Paragraphs>17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Libre Baskerville</vt:lpstr>
      <vt:lpstr>Montserrat Light</vt:lpstr>
      <vt:lpstr>Arial</vt:lpstr>
      <vt:lpstr>Times New Roman</vt:lpstr>
      <vt:lpstr>Blank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Graphicsland/MakeSigns.com</dc:creator>
  <cp:lastModifiedBy>Phil Kim</cp:lastModifiedBy>
  <cp:revision>1</cp:revision>
  <dcterms:modified xsi:type="dcterms:W3CDTF">2025-04-24T22:54:26Z</dcterms:modified>
</cp:coreProperties>
</file>