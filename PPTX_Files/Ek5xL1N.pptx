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32918400" cy="21945600"/>
  <p:notesSz cx="6881813" cy="9296400"/>
  <p:embeddedFontLst>
    <p:embeddedFont>
      <p:font typeface="Bree Serif" panose="02000503040000020004" pitchFamily="2" charset="77"/>
      <p:regular r:id="rId4"/>
    </p:embeddedFont>
    <p:embeddedFont>
      <p:font typeface="Gill Sans" panose="020B0502020104020203" pitchFamily="34" charset="-79"/>
      <p:regular r:id="rId5"/>
      <p:bold r:id="rId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p15:clr>
            <a:srgbClr val="A4A3A4"/>
          </p15:clr>
        </p15:guide>
        <p15:guide id="2" pos="10368">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1" roundtripDataSignature="AMtx7miuRI8tcm7LYmuWwZXNAdJ0jyxE9Q=="/>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abriel"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200"/>
    <p:restoredTop sz="94665"/>
  </p:normalViewPr>
  <p:slideViewPr>
    <p:cSldViewPr snapToGrid="0">
      <p:cViewPr>
        <p:scale>
          <a:sx n="37" d="100"/>
          <a:sy n="37" d="100"/>
        </p:scale>
        <p:origin x="3328" y="744"/>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font" Target="fonts/font1.fntdata"/><Relationship Id="rId5" Type="http://schemas.openxmlformats.org/officeDocument/2006/relationships/font" Target="fonts/font2.fntdata"/><Relationship Id="rId6" Type="http://schemas.openxmlformats.org/officeDocument/2006/relationships/font" Target="fonts/font3.fntdata"/><Relationship Id="rId11" Type="http://customschemas.google.com/relationships/presentationmetadata" Target="metadata"/><Relationship Id="rId12" Type="http://schemas.openxmlformats.org/officeDocument/2006/relationships/commentAuthors" Target="commentAuthors.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7175" y="697225"/>
            <a:ext cx="4588075"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8175" y="4415775"/>
            <a:ext cx="5505425" cy="418337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8175" y="4415775"/>
            <a:ext cx="5505425" cy="41833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827088" y="696913"/>
            <a:ext cx="5229225"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2468564" y="6817519"/>
            <a:ext cx="27981275" cy="4703763"/>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4937126" y="12435682"/>
            <a:ext cx="23044150" cy="5608637"/>
          </a:xfrm>
          <a:prstGeom prst="rect">
            <a:avLst/>
          </a:prstGeom>
          <a:noFill/>
          <a:ln>
            <a:noFill/>
          </a:ln>
        </p:spPr>
        <p:txBody>
          <a:bodyPr spcFirstLastPara="1" wrap="square" lIns="438900" tIns="219450" rIns="438900" bIns="219450" anchor="t" anchorCtr="0">
            <a:noAutofit/>
          </a:bodyPr>
          <a:lstStyle>
            <a:lvl1pPr lvl="0" algn="ctr">
              <a:spcBef>
                <a:spcPts val="1540"/>
              </a:spcBef>
              <a:spcAft>
                <a:spcPts val="0"/>
              </a:spcAft>
              <a:buClr>
                <a:schemeClr val="dk1"/>
              </a:buClr>
              <a:buSzPts val="7700"/>
              <a:buFont typeface="Arial"/>
              <a:buNone/>
              <a:defRPr/>
            </a:lvl1pPr>
            <a:lvl2pPr lvl="1" algn="ctr">
              <a:spcBef>
                <a:spcPts val="1350"/>
              </a:spcBef>
              <a:spcAft>
                <a:spcPts val="0"/>
              </a:spcAft>
              <a:buClr>
                <a:schemeClr val="dk1"/>
              </a:buClr>
              <a:buSzPts val="6750"/>
              <a:buFont typeface="Arial"/>
              <a:buNone/>
              <a:defRPr/>
            </a:lvl2pPr>
            <a:lvl3pPr lvl="2" algn="ctr">
              <a:spcBef>
                <a:spcPts val="1160"/>
              </a:spcBef>
              <a:spcAft>
                <a:spcPts val="0"/>
              </a:spcAft>
              <a:buClr>
                <a:schemeClr val="dk1"/>
              </a:buClr>
              <a:buSzPts val="5800"/>
              <a:buFont typeface="Arial"/>
              <a:buNone/>
              <a:defRPr/>
            </a:lvl3pPr>
            <a:lvl4pPr lvl="3" algn="ctr">
              <a:spcBef>
                <a:spcPts val="960"/>
              </a:spcBef>
              <a:spcAft>
                <a:spcPts val="0"/>
              </a:spcAft>
              <a:buClr>
                <a:schemeClr val="dk1"/>
              </a:buClr>
              <a:buSzPts val="4800"/>
              <a:buFont typeface="Arial"/>
              <a:buNone/>
              <a:defRPr/>
            </a:lvl4pPr>
            <a:lvl5pPr lvl="4" algn="ctr">
              <a:spcBef>
                <a:spcPts val="960"/>
              </a:spcBef>
              <a:spcAft>
                <a:spcPts val="0"/>
              </a:spcAft>
              <a:buClr>
                <a:schemeClr val="dk1"/>
              </a:buClr>
              <a:buSzPts val="4800"/>
              <a:buFont typeface="Arial"/>
              <a:buNone/>
              <a:defRPr/>
            </a:lvl5pPr>
            <a:lvl6pPr lvl="5" algn="ctr">
              <a:spcBef>
                <a:spcPts val="960"/>
              </a:spcBef>
              <a:spcAft>
                <a:spcPts val="0"/>
              </a:spcAft>
              <a:buClr>
                <a:schemeClr val="dk1"/>
              </a:buClr>
              <a:buSzPts val="4800"/>
              <a:buFont typeface="Arial"/>
              <a:buNone/>
              <a:defRPr/>
            </a:lvl6pPr>
            <a:lvl7pPr lvl="6" algn="ctr">
              <a:spcBef>
                <a:spcPts val="960"/>
              </a:spcBef>
              <a:spcAft>
                <a:spcPts val="0"/>
              </a:spcAft>
              <a:buClr>
                <a:schemeClr val="dk1"/>
              </a:buClr>
              <a:buSzPts val="4800"/>
              <a:buFont typeface="Arial"/>
              <a:buNone/>
              <a:defRPr/>
            </a:lvl7pPr>
            <a:lvl8pPr lvl="7" algn="ctr">
              <a:spcBef>
                <a:spcPts val="960"/>
              </a:spcBef>
              <a:spcAft>
                <a:spcPts val="0"/>
              </a:spcAft>
              <a:buClr>
                <a:schemeClr val="dk1"/>
              </a:buClr>
              <a:buSzPts val="4800"/>
              <a:buFont typeface="Arial"/>
              <a:buNone/>
              <a:defRPr/>
            </a:lvl8pPr>
            <a:lvl9pPr lvl="8" algn="ctr">
              <a:spcBef>
                <a:spcPts val="960"/>
              </a:spcBef>
              <a:spcAft>
                <a:spcPts val="0"/>
              </a:spcAft>
              <a:buClr>
                <a:schemeClr val="dk1"/>
              </a:buClr>
              <a:buSzPts val="4800"/>
              <a:buFont typeface="Arial"/>
              <a:buNone/>
              <a:defRPr/>
            </a:lvl9pPr>
          </a:lstStyle>
          <a:p>
            <a:endParaRPr/>
          </a:p>
        </p:txBody>
      </p:sp>
      <p:sp>
        <p:nvSpPr>
          <p:cNvPr id="18" name="Google Shape;18;p3"/>
          <p:cNvSpPr txBox="1">
            <a:spLocks noGrp="1"/>
          </p:cNvSpPr>
          <p:nvPr>
            <p:ph type="dt" idx="10"/>
          </p:nvPr>
        </p:nvSpPr>
        <p:spPr>
          <a:xfrm>
            <a:off x="1644651" y="19985038"/>
            <a:ext cx="7683500" cy="1524000"/>
          </a:xfrm>
          <a:prstGeom prst="rect">
            <a:avLst/>
          </a:prstGeom>
          <a:noFill/>
          <a:ln>
            <a:noFill/>
          </a:ln>
        </p:spPr>
        <p:txBody>
          <a:bodyPr spcFirstLastPara="1" wrap="square" lIns="438900" tIns="219450" rIns="438900" bIns="21945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11245851" y="19985038"/>
            <a:ext cx="10426700" cy="1524000"/>
          </a:xfrm>
          <a:prstGeom prst="rect">
            <a:avLst/>
          </a:prstGeom>
          <a:noFill/>
          <a:ln>
            <a:noFill/>
          </a:ln>
        </p:spPr>
        <p:txBody>
          <a:bodyPr spcFirstLastPara="1" wrap="square" lIns="438900" tIns="219450" rIns="438900" bIns="21945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23590252" y="19985038"/>
            <a:ext cx="7683500" cy="1524000"/>
          </a:xfrm>
          <a:prstGeom prst="rect">
            <a:avLst/>
          </a:prstGeom>
          <a:noFill/>
          <a:ln>
            <a:noFill/>
          </a:ln>
        </p:spPr>
        <p:txBody>
          <a:bodyPr spcFirstLastPara="1" wrap="square" lIns="438900" tIns="219450" rIns="438900" bIns="219450" anchor="t" anchorCtr="0">
            <a:noAutofit/>
          </a:bodyPr>
          <a:lstStyle>
            <a:lvl1pPr marL="0" marR="0" lvl="0" indent="0" algn="r">
              <a:spcBef>
                <a:spcPts val="0"/>
              </a:spcBef>
              <a:spcAft>
                <a:spcPts val="0"/>
              </a:spcAft>
              <a:buNone/>
              <a:defRPr sz="3350"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3350"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3350"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3350"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3350"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3350"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3350"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3350"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33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1644651" y="878681"/>
            <a:ext cx="29629100" cy="3657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1644651" y="5120481"/>
            <a:ext cx="29629100" cy="14483556"/>
          </a:xfrm>
          <a:prstGeom prst="rect">
            <a:avLst/>
          </a:prstGeom>
          <a:noFill/>
          <a:ln>
            <a:noFill/>
          </a:ln>
        </p:spPr>
        <p:txBody>
          <a:bodyPr spcFirstLastPara="1" wrap="square" lIns="438900" tIns="219450" rIns="438900" bIns="21945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1644651" y="19985038"/>
            <a:ext cx="7683500" cy="1524000"/>
          </a:xfrm>
          <a:prstGeom prst="rect">
            <a:avLst/>
          </a:prstGeom>
          <a:noFill/>
          <a:ln>
            <a:noFill/>
          </a:ln>
        </p:spPr>
        <p:txBody>
          <a:bodyPr spcFirstLastPara="1" wrap="square" lIns="438900" tIns="219450" rIns="438900" bIns="21945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11245851" y="19985038"/>
            <a:ext cx="10426700" cy="1524000"/>
          </a:xfrm>
          <a:prstGeom prst="rect">
            <a:avLst/>
          </a:prstGeom>
          <a:noFill/>
          <a:ln>
            <a:noFill/>
          </a:ln>
        </p:spPr>
        <p:txBody>
          <a:bodyPr spcFirstLastPara="1" wrap="square" lIns="438900" tIns="219450" rIns="438900" bIns="21945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23590252" y="19985038"/>
            <a:ext cx="7683500" cy="1524000"/>
          </a:xfrm>
          <a:prstGeom prst="rect">
            <a:avLst/>
          </a:prstGeom>
          <a:noFill/>
          <a:ln>
            <a:noFill/>
          </a:ln>
        </p:spPr>
        <p:txBody>
          <a:bodyPr spcFirstLastPara="1" wrap="square" lIns="438900" tIns="219450" rIns="438900" bIns="219450" anchor="t" anchorCtr="0">
            <a:noAutofit/>
          </a:bodyPr>
          <a:lstStyle>
            <a:lvl1pPr marL="0" marR="0" lvl="0" indent="0" algn="r">
              <a:spcBef>
                <a:spcPts val="0"/>
              </a:spcBef>
              <a:spcAft>
                <a:spcPts val="0"/>
              </a:spcAft>
              <a:buNone/>
              <a:defRPr sz="3350"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3350"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3350"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3350"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3350"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3350"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3350"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3350"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33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2600326" y="14101762"/>
            <a:ext cx="27981275" cy="4359275"/>
          </a:xfrm>
          <a:prstGeom prst="rect">
            <a:avLst/>
          </a:prstGeom>
          <a:noFill/>
          <a:ln>
            <a:noFill/>
          </a:ln>
        </p:spPr>
        <p:txBody>
          <a:bodyPr spcFirstLastPara="1" wrap="square" lIns="438900" tIns="219450" rIns="438900" bIns="219450" anchor="t" anchorCtr="0">
            <a:noAutofit/>
          </a:bodyPr>
          <a:lstStyle>
            <a:lvl1pPr lvl="0" algn="l">
              <a:spcBef>
                <a:spcPts val="0"/>
              </a:spcBef>
              <a:spcAft>
                <a:spcPts val="0"/>
              </a:spcAft>
              <a:buSzPts val="1400"/>
              <a:buNone/>
              <a:defRPr sz="2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2600326" y="9301163"/>
            <a:ext cx="27981275" cy="4800600"/>
          </a:xfrm>
          <a:prstGeom prst="rect">
            <a:avLst/>
          </a:prstGeom>
          <a:noFill/>
          <a:ln>
            <a:noFill/>
          </a:ln>
        </p:spPr>
        <p:txBody>
          <a:bodyPr spcFirstLastPara="1" wrap="square" lIns="438900" tIns="219450" rIns="438900" bIns="219450" anchor="b" anchorCtr="0">
            <a:noAutofit/>
          </a:bodyPr>
          <a:lstStyle>
            <a:lvl1pPr marL="457200" lvl="0" indent="-228600" algn="l">
              <a:spcBef>
                <a:spcPts val="200"/>
              </a:spcBef>
              <a:spcAft>
                <a:spcPts val="0"/>
              </a:spcAft>
              <a:buClr>
                <a:schemeClr val="dk1"/>
              </a:buClr>
              <a:buSzPts val="1000"/>
              <a:buFont typeface="Arial"/>
              <a:buNone/>
              <a:defRPr sz="1000"/>
            </a:lvl1pPr>
            <a:lvl2pPr marL="914400" lvl="1" indent="-228600" algn="l">
              <a:spcBef>
                <a:spcPts val="180"/>
              </a:spcBef>
              <a:spcAft>
                <a:spcPts val="0"/>
              </a:spcAft>
              <a:buClr>
                <a:schemeClr val="dk1"/>
              </a:buClr>
              <a:buSzPts val="900"/>
              <a:buFont typeface="Arial"/>
              <a:buNone/>
              <a:defRPr sz="900"/>
            </a:lvl2pPr>
            <a:lvl3pPr marL="1371600" lvl="2" indent="-228600" algn="l">
              <a:spcBef>
                <a:spcPts val="160"/>
              </a:spcBef>
              <a:spcAft>
                <a:spcPts val="0"/>
              </a:spcAft>
              <a:buClr>
                <a:schemeClr val="dk1"/>
              </a:buClr>
              <a:buSzPts val="800"/>
              <a:buFont typeface="Arial"/>
              <a:buNone/>
              <a:defRPr sz="800"/>
            </a:lvl3pPr>
            <a:lvl4pPr marL="1828800" lvl="3" indent="-228600" algn="l">
              <a:spcBef>
                <a:spcPts val="140"/>
              </a:spcBef>
              <a:spcAft>
                <a:spcPts val="0"/>
              </a:spcAft>
              <a:buClr>
                <a:schemeClr val="dk1"/>
              </a:buClr>
              <a:buSzPts val="700"/>
              <a:buFont typeface="Arial"/>
              <a:buNone/>
              <a:defRPr sz="700"/>
            </a:lvl4pPr>
            <a:lvl5pPr marL="2286000" lvl="4" indent="-228600" algn="l">
              <a:spcBef>
                <a:spcPts val="140"/>
              </a:spcBef>
              <a:spcAft>
                <a:spcPts val="0"/>
              </a:spcAft>
              <a:buClr>
                <a:schemeClr val="dk1"/>
              </a:buClr>
              <a:buSzPts val="700"/>
              <a:buFont typeface="Arial"/>
              <a:buNone/>
              <a:defRPr sz="700"/>
            </a:lvl5pPr>
            <a:lvl6pPr marL="2743200" lvl="5" indent="-228600" algn="l">
              <a:spcBef>
                <a:spcPts val="140"/>
              </a:spcBef>
              <a:spcAft>
                <a:spcPts val="0"/>
              </a:spcAft>
              <a:buClr>
                <a:schemeClr val="dk1"/>
              </a:buClr>
              <a:buSzPts val="700"/>
              <a:buFont typeface="Arial"/>
              <a:buNone/>
              <a:defRPr sz="700"/>
            </a:lvl6pPr>
            <a:lvl7pPr marL="3200400" lvl="6" indent="-228600" algn="l">
              <a:spcBef>
                <a:spcPts val="140"/>
              </a:spcBef>
              <a:spcAft>
                <a:spcPts val="0"/>
              </a:spcAft>
              <a:buClr>
                <a:schemeClr val="dk1"/>
              </a:buClr>
              <a:buSzPts val="700"/>
              <a:buFont typeface="Arial"/>
              <a:buNone/>
              <a:defRPr sz="700"/>
            </a:lvl7pPr>
            <a:lvl8pPr marL="3657600" lvl="7" indent="-228600" algn="l">
              <a:spcBef>
                <a:spcPts val="140"/>
              </a:spcBef>
              <a:spcAft>
                <a:spcPts val="0"/>
              </a:spcAft>
              <a:buClr>
                <a:schemeClr val="dk1"/>
              </a:buClr>
              <a:buSzPts val="700"/>
              <a:buFont typeface="Arial"/>
              <a:buNone/>
              <a:defRPr sz="700"/>
            </a:lvl8pPr>
            <a:lvl9pPr marL="4114800" lvl="8" indent="-228600" algn="l">
              <a:spcBef>
                <a:spcPts val="140"/>
              </a:spcBef>
              <a:spcAft>
                <a:spcPts val="0"/>
              </a:spcAft>
              <a:buClr>
                <a:schemeClr val="dk1"/>
              </a:buClr>
              <a:buSzPts val="700"/>
              <a:buFont typeface="Arial"/>
              <a:buNone/>
              <a:defRPr sz="700"/>
            </a:lvl9pPr>
          </a:lstStyle>
          <a:p>
            <a:endParaRPr/>
          </a:p>
        </p:txBody>
      </p:sp>
      <p:sp>
        <p:nvSpPr>
          <p:cNvPr id="30" name="Google Shape;30;p5"/>
          <p:cNvSpPr txBox="1">
            <a:spLocks noGrp="1"/>
          </p:cNvSpPr>
          <p:nvPr>
            <p:ph type="dt" idx="10"/>
          </p:nvPr>
        </p:nvSpPr>
        <p:spPr>
          <a:xfrm>
            <a:off x="1644651" y="19985038"/>
            <a:ext cx="7683500" cy="1524000"/>
          </a:xfrm>
          <a:prstGeom prst="rect">
            <a:avLst/>
          </a:prstGeom>
          <a:noFill/>
          <a:ln>
            <a:noFill/>
          </a:ln>
        </p:spPr>
        <p:txBody>
          <a:bodyPr spcFirstLastPara="1" wrap="square" lIns="438900" tIns="219450" rIns="438900" bIns="21945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11245851" y="19985038"/>
            <a:ext cx="10426700" cy="1524000"/>
          </a:xfrm>
          <a:prstGeom prst="rect">
            <a:avLst/>
          </a:prstGeom>
          <a:noFill/>
          <a:ln>
            <a:noFill/>
          </a:ln>
        </p:spPr>
        <p:txBody>
          <a:bodyPr spcFirstLastPara="1" wrap="square" lIns="438900" tIns="219450" rIns="438900" bIns="21945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23590252" y="19985038"/>
            <a:ext cx="7683500" cy="1524000"/>
          </a:xfrm>
          <a:prstGeom prst="rect">
            <a:avLst/>
          </a:prstGeom>
          <a:noFill/>
          <a:ln>
            <a:noFill/>
          </a:ln>
        </p:spPr>
        <p:txBody>
          <a:bodyPr spcFirstLastPara="1" wrap="square" lIns="438900" tIns="219450" rIns="438900" bIns="219450" anchor="t" anchorCtr="0">
            <a:noAutofit/>
          </a:bodyPr>
          <a:lstStyle>
            <a:lvl1pPr marL="0" marR="0" lvl="0" indent="0" algn="r">
              <a:spcBef>
                <a:spcPts val="0"/>
              </a:spcBef>
              <a:spcAft>
                <a:spcPts val="0"/>
              </a:spcAft>
              <a:buNone/>
              <a:defRPr sz="3350"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3350"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3350"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3350"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3350"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3350"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3350"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3350"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33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1644651" y="878681"/>
            <a:ext cx="29629100" cy="3657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1644651" y="5120481"/>
            <a:ext cx="14738350" cy="14483556"/>
          </a:xfrm>
          <a:prstGeom prst="rect">
            <a:avLst/>
          </a:prstGeom>
          <a:noFill/>
          <a:ln>
            <a:noFill/>
          </a:ln>
        </p:spPr>
        <p:txBody>
          <a:bodyPr spcFirstLastPara="1" wrap="square" lIns="438900" tIns="219450" rIns="438900" bIns="219450" anchor="t" anchorCtr="0">
            <a:noAutofit/>
          </a:bodyPr>
          <a:lstStyle>
            <a:lvl1pPr marL="457200" lvl="0" indent="-317500" algn="l">
              <a:spcBef>
                <a:spcPts val="280"/>
              </a:spcBef>
              <a:spcAft>
                <a:spcPts val="0"/>
              </a:spcAft>
              <a:buClr>
                <a:schemeClr val="dk1"/>
              </a:buClr>
              <a:buSzPts val="1400"/>
              <a:buFont typeface="Arial"/>
              <a:buChar char="•"/>
              <a:defRPr sz="1400"/>
            </a:lvl1pPr>
            <a:lvl2pPr marL="914400" lvl="1" indent="-304800" algn="l">
              <a:spcBef>
                <a:spcPts val="240"/>
              </a:spcBef>
              <a:spcAft>
                <a:spcPts val="0"/>
              </a:spcAft>
              <a:buClr>
                <a:schemeClr val="dk1"/>
              </a:buClr>
              <a:buSzPts val="1200"/>
              <a:buFont typeface="Arial"/>
              <a:buChar char="–"/>
              <a:defRPr sz="1200"/>
            </a:lvl2pPr>
            <a:lvl3pPr marL="1371600" lvl="2" indent="-292100" algn="l">
              <a:spcBef>
                <a:spcPts val="200"/>
              </a:spcBef>
              <a:spcAft>
                <a:spcPts val="0"/>
              </a:spcAft>
              <a:buClr>
                <a:schemeClr val="dk1"/>
              </a:buClr>
              <a:buSzPts val="1000"/>
              <a:buFont typeface="Arial"/>
              <a:buChar char="•"/>
              <a:defRPr sz="1000"/>
            </a:lvl3pPr>
            <a:lvl4pPr marL="1828800" lvl="3" indent="-285750" algn="l">
              <a:spcBef>
                <a:spcPts val="180"/>
              </a:spcBef>
              <a:spcAft>
                <a:spcPts val="0"/>
              </a:spcAft>
              <a:buClr>
                <a:schemeClr val="dk1"/>
              </a:buClr>
              <a:buSzPts val="900"/>
              <a:buFont typeface="Arial"/>
              <a:buChar char="–"/>
              <a:defRPr sz="900"/>
            </a:lvl4pPr>
            <a:lvl5pPr marL="2286000" lvl="4" indent="-285750" algn="l">
              <a:spcBef>
                <a:spcPts val="180"/>
              </a:spcBef>
              <a:spcAft>
                <a:spcPts val="0"/>
              </a:spcAft>
              <a:buClr>
                <a:schemeClr val="dk1"/>
              </a:buClr>
              <a:buSzPts val="900"/>
              <a:buFont typeface="Arial"/>
              <a:buChar char="»"/>
              <a:defRPr sz="900"/>
            </a:lvl5pPr>
            <a:lvl6pPr marL="2743200" lvl="5" indent="-285750" algn="l">
              <a:spcBef>
                <a:spcPts val="180"/>
              </a:spcBef>
              <a:spcAft>
                <a:spcPts val="0"/>
              </a:spcAft>
              <a:buClr>
                <a:schemeClr val="dk1"/>
              </a:buClr>
              <a:buSzPts val="900"/>
              <a:buFont typeface="Arial"/>
              <a:buChar char="»"/>
              <a:defRPr sz="900"/>
            </a:lvl6pPr>
            <a:lvl7pPr marL="3200400" lvl="6" indent="-285750" algn="l">
              <a:spcBef>
                <a:spcPts val="180"/>
              </a:spcBef>
              <a:spcAft>
                <a:spcPts val="0"/>
              </a:spcAft>
              <a:buClr>
                <a:schemeClr val="dk1"/>
              </a:buClr>
              <a:buSzPts val="900"/>
              <a:buFont typeface="Arial"/>
              <a:buChar char="»"/>
              <a:defRPr sz="900"/>
            </a:lvl7pPr>
            <a:lvl8pPr marL="3657600" lvl="7" indent="-285750" algn="l">
              <a:spcBef>
                <a:spcPts val="180"/>
              </a:spcBef>
              <a:spcAft>
                <a:spcPts val="0"/>
              </a:spcAft>
              <a:buClr>
                <a:schemeClr val="dk1"/>
              </a:buClr>
              <a:buSzPts val="900"/>
              <a:buFont typeface="Arial"/>
              <a:buChar char="»"/>
              <a:defRPr sz="900"/>
            </a:lvl8pPr>
            <a:lvl9pPr marL="4114800" lvl="8" indent="-285750" algn="l">
              <a:spcBef>
                <a:spcPts val="180"/>
              </a:spcBef>
              <a:spcAft>
                <a:spcPts val="0"/>
              </a:spcAft>
              <a:buClr>
                <a:schemeClr val="dk1"/>
              </a:buClr>
              <a:buSzPts val="900"/>
              <a:buFont typeface="Arial"/>
              <a:buChar char="»"/>
              <a:defRPr sz="900"/>
            </a:lvl9pPr>
          </a:lstStyle>
          <a:p>
            <a:endParaRPr/>
          </a:p>
        </p:txBody>
      </p:sp>
      <p:sp>
        <p:nvSpPr>
          <p:cNvPr id="36" name="Google Shape;36;p6"/>
          <p:cNvSpPr txBox="1">
            <a:spLocks noGrp="1"/>
          </p:cNvSpPr>
          <p:nvPr>
            <p:ph type="body" idx="2"/>
          </p:nvPr>
        </p:nvSpPr>
        <p:spPr>
          <a:xfrm>
            <a:off x="16535400" y="5120481"/>
            <a:ext cx="14738350" cy="14483556"/>
          </a:xfrm>
          <a:prstGeom prst="rect">
            <a:avLst/>
          </a:prstGeom>
          <a:noFill/>
          <a:ln>
            <a:noFill/>
          </a:ln>
        </p:spPr>
        <p:txBody>
          <a:bodyPr spcFirstLastPara="1" wrap="square" lIns="438900" tIns="219450" rIns="438900" bIns="219450" anchor="t" anchorCtr="0">
            <a:noAutofit/>
          </a:bodyPr>
          <a:lstStyle>
            <a:lvl1pPr marL="457200" lvl="0" indent="-317500" algn="l">
              <a:spcBef>
                <a:spcPts val="280"/>
              </a:spcBef>
              <a:spcAft>
                <a:spcPts val="0"/>
              </a:spcAft>
              <a:buClr>
                <a:schemeClr val="dk1"/>
              </a:buClr>
              <a:buSzPts val="1400"/>
              <a:buFont typeface="Arial"/>
              <a:buChar char="•"/>
              <a:defRPr sz="1400"/>
            </a:lvl1pPr>
            <a:lvl2pPr marL="914400" lvl="1" indent="-304800" algn="l">
              <a:spcBef>
                <a:spcPts val="240"/>
              </a:spcBef>
              <a:spcAft>
                <a:spcPts val="0"/>
              </a:spcAft>
              <a:buClr>
                <a:schemeClr val="dk1"/>
              </a:buClr>
              <a:buSzPts val="1200"/>
              <a:buFont typeface="Arial"/>
              <a:buChar char="–"/>
              <a:defRPr sz="1200"/>
            </a:lvl2pPr>
            <a:lvl3pPr marL="1371600" lvl="2" indent="-292100" algn="l">
              <a:spcBef>
                <a:spcPts val="200"/>
              </a:spcBef>
              <a:spcAft>
                <a:spcPts val="0"/>
              </a:spcAft>
              <a:buClr>
                <a:schemeClr val="dk1"/>
              </a:buClr>
              <a:buSzPts val="1000"/>
              <a:buFont typeface="Arial"/>
              <a:buChar char="•"/>
              <a:defRPr sz="1000"/>
            </a:lvl3pPr>
            <a:lvl4pPr marL="1828800" lvl="3" indent="-285750" algn="l">
              <a:spcBef>
                <a:spcPts val="180"/>
              </a:spcBef>
              <a:spcAft>
                <a:spcPts val="0"/>
              </a:spcAft>
              <a:buClr>
                <a:schemeClr val="dk1"/>
              </a:buClr>
              <a:buSzPts val="900"/>
              <a:buFont typeface="Arial"/>
              <a:buChar char="–"/>
              <a:defRPr sz="900"/>
            </a:lvl4pPr>
            <a:lvl5pPr marL="2286000" lvl="4" indent="-285750" algn="l">
              <a:spcBef>
                <a:spcPts val="180"/>
              </a:spcBef>
              <a:spcAft>
                <a:spcPts val="0"/>
              </a:spcAft>
              <a:buClr>
                <a:schemeClr val="dk1"/>
              </a:buClr>
              <a:buSzPts val="900"/>
              <a:buFont typeface="Arial"/>
              <a:buChar char="»"/>
              <a:defRPr sz="900"/>
            </a:lvl5pPr>
            <a:lvl6pPr marL="2743200" lvl="5" indent="-285750" algn="l">
              <a:spcBef>
                <a:spcPts val="180"/>
              </a:spcBef>
              <a:spcAft>
                <a:spcPts val="0"/>
              </a:spcAft>
              <a:buClr>
                <a:schemeClr val="dk1"/>
              </a:buClr>
              <a:buSzPts val="900"/>
              <a:buFont typeface="Arial"/>
              <a:buChar char="»"/>
              <a:defRPr sz="900"/>
            </a:lvl6pPr>
            <a:lvl7pPr marL="3200400" lvl="6" indent="-285750" algn="l">
              <a:spcBef>
                <a:spcPts val="180"/>
              </a:spcBef>
              <a:spcAft>
                <a:spcPts val="0"/>
              </a:spcAft>
              <a:buClr>
                <a:schemeClr val="dk1"/>
              </a:buClr>
              <a:buSzPts val="900"/>
              <a:buFont typeface="Arial"/>
              <a:buChar char="»"/>
              <a:defRPr sz="900"/>
            </a:lvl7pPr>
            <a:lvl8pPr marL="3657600" lvl="7" indent="-285750" algn="l">
              <a:spcBef>
                <a:spcPts val="180"/>
              </a:spcBef>
              <a:spcAft>
                <a:spcPts val="0"/>
              </a:spcAft>
              <a:buClr>
                <a:schemeClr val="dk1"/>
              </a:buClr>
              <a:buSzPts val="900"/>
              <a:buFont typeface="Arial"/>
              <a:buChar char="»"/>
              <a:defRPr sz="900"/>
            </a:lvl8pPr>
            <a:lvl9pPr marL="4114800" lvl="8" indent="-285750" algn="l">
              <a:spcBef>
                <a:spcPts val="180"/>
              </a:spcBef>
              <a:spcAft>
                <a:spcPts val="0"/>
              </a:spcAft>
              <a:buClr>
                <a:schemeClr val="dk1"/>
              </a:buClr>
              <a:buSzPts val="900"/>
              <a:buFont typeface="Arial"/>
              <a:buChar char="»"/>
              <a:defRPr sz="900"/>
            </a:lvl9pPr>
          </a:lstStyle>
          <a:p>
            <a:endParaRPr/>
          </a:p>
        </p:txBody>
      </p:sp>
      <p:sp>
        <p:nvSpPr>
          <p:cNvPr id="37" name="Google Shape;37;p6"/>
          <p:cNvSpPr txBox="1">
            <a:spLocks noGrp="1"/>
          </p:cNvSpPr>
          <p:nvPr>
            <p:ph type="dt" idx="10"/>
          </p:nvPr>
        </p:nvSpPr>
        <p:spPr>
          <a:xfrm>
            <a:off x="1644651" y="19985038"/>
            <a:ext cx="7683500" cy="1524000"/>
          </a:xfrm>
          <a:prstGeom prst="rect">
            <a:avLst/>
          </a:prstGeom>
          <a:noFill/>
          <a:ln>
            <a:noFill/>
          </a:ln>
        </p:spPr>
        <p:txBody>
          <a:bodyPr spcFirstLastPara="1" wrap="square" lIns="438900" tIns="219450" rIns="438900" bIns="21945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11245851" y="19985038"/>
            <a:ext cx="10426700" cy="1524000"/>
          </a:xfrm>
          <a:prstGeom prst="rect">
            <a:avLst/>
          </a:prstGeom>
          <a:noFill/>
          <a:ln>
            <a:noFill/>
          </a:ln>
        </p:spPr>
        <p:txBody>
          <a:bodyPr spcFirstLastPara="1" wrap="square" lIns="438900" tIns="219450" rIns="438900" bIns="21945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23590252" y="19985038"/>
            <a:ext cx="7683500" cy="1524000"/>
          </a:xfrm>
          <a:prstGeom prst="rect">
            <a:avLst/>
          </a:prstGeom>
          <a:noFill/>
          <a:ln>
            <a:noFill/>
          </a:ln>
        </p:spPr>
        <p:txBody>
          <a:bodyPr spcFirstLastPara="1" wrap="square" lIns="438900" tIns="219450" rIns="438900" bIns="219450" anchor="t" anchorCtr="0">
            <a:noAutofit/>
          </a:bodyPr>
          <a:lstStyle>
            <a:lvl1pPr marL="0" marR="0" lvl="0" indent="0" algn="r">
              <a:spcBef>
                <a:spcPts val="0"/>
              </a:spcBef>
              <a:spcAft>
                <a:spcPts val="0"/>
              </a:spcAft>
              <a:buNone/>
              <a:defRPr sz="3350"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3350"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3350"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3350"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3350"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3350"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3350"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3350"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33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1646239" y="878681"/>
            <a:ext cx="29625925" cy="3657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1646239" y="4912519"/>
            <a:ext cx="14544675" cy="2047081"/>
          </a:xfrm>
          <a:prstGeom prst="rect">
            <a:avLst/>
          </a:prstGeom>
          <a:noFill/>
          <a:ln>
            <a:noFill/>
          </a:ln>
        </p:spPr>
        <p:txBody>
          <a:bodyPr spcFirstLastPara="1" wrap="square" lIns="438900" tIns="219450" rIns="438900" bIns="219450" anchor="b" anchorCtr="0">
            <a:noAutofit/>
          </a:bodyPr>
          <a:lstStyle>
            <a:lvl1pPr marL="457200" lvl="0" indent="-228600" algn="l">
              <a:spcBef>
                <a:spcPts val="240"/>
              </a:spcBef>
              <a:spcAft>
                <a:spcPts val="0"/>
              </a:spcAft>
              <a:buClr>
                <a:schemeClr val="dk1"/>
              </a:buClr>
              <a:buSzPts val="1200"/>
              <a:buFont typeface="Arial"/>
              <a:buNone/>
              <a:defRPr sz="1200" b="1"/>
            </a:lvl1pPr>
            <a:lvl2pPr marL="914400" lvl="1" indent="-228600" algn="l">
              <a:spcBef>
                <a:spcPts val="200"/>
              </a:spcBef>
              <a:spcAft>
                <a:spcPts val="0"/>
              </a:spcAft>
              <a:buClr>
                <a:schemeClr val="dk1"/>
              </a:buClr>
              <a:buSzPts val="1000"/>
              <a:buFont typeface="Arial"/>
              <a:buNone/>
              <a:defRPr sz="1000" b="1"/>
            </a:lvl2pPr>
            <a:lvl3pPr marL="1371600" lvl="2" indent="-228600" algn="l">
              <a:spcBef>
                <a:spcPts val="180"/>
              </a:spcBef>
              <a:spcAft>
                <a:spcPts val="0"/>
              </a:spcAft>
              <a:buClr>
                <a:schemeClr val="dk1"/>
              </a:buClr>
              <a:buSzPts val="900"/>
              <a:buFont typeface="Arial"/>
              <a:buNone/>
              <a:defRPr sz="900" b="1"/>
            </a:lvl3pPr>
            <a:lvl4pPr marL="1828800" lvl="3" indent="-228600" algn="l">
              <a:spcBef>
                <a:spcPts val="160"/>
              </a:spcBef>
              <a:spcAft>
                <a:spcPts val="0"/>
              </a:spcAft>
              <a:buClr>
                <a:schemeClr val="dk1"/>
              </a:buClr>
              <a:buSzPts val="800"/>
              <a:buFont typeface="Arial"/>
              <a:buNone/>
              <a:defRPr sz="800" b="1"/>
            </a:lvl4pPr>
            <a:lvl5pPr marL="2286000" lvl="4" indent="-228600" algn="l">
              <a:spcBef>
                <a:spcPts val="160"/>
              </a:spcBef>
              <a:spcAft>
                <a:spcPts val="0"/>
              </a:spcAft>
              <a:buClr>
                <a:schemeClr val="dk1"/>
              </a:buClr>
              <a:buSzPts val="800"/>
              <a:buFont typeface="Arial"/>
              <a:buNone/>
              <a:defRPr sz="800" b="1"/>
            </a:lvl5pPr>
            <a:lvl6pPr marL="2743200" lvl="5" indent="-228600" algn="l">
              <a:spcBef>
                <a:spcPts val="160"/>
              </a:spcBef>
              <a:spcAft>
                <a:spcPts val="0"/>
              </a:spcAft>
              <a:buClr>
                <a:schemeClr val="dk1"/>
              </a:buClr>
              <a:buSzPts val="800"/>
              <a:buFont typeface="Arial"/>
              <a:buNone/>
              <a:defRPr sz="800" b="1"/>
            </a:lvl6pPr>
            <a:lvl7pPr marL="3200400" lvl="6" indent="-228600" algn="l">
              <a:spcBef>
                <a:spcPts val="160"/>
              </a:spcBef>
              <a:spcAft>
                <a:spcPts val="0"/>
              </a:spcAft>
              <a:buClr>
                <a:schemeClr val="dk1"/>
              </a:buClr>
              <a:buSzPts val="800"/>
              <a:buFont typeface="Arial"/>
              <a:buNone/>
              <a:defRPr sz="800" b="1"/>
            </a:lvl7pPr>
            <a:lvl8pPr marL="3657600" lvl="7" indent="-228600" algn="l">
              <a:spcBef>
                <a:spcPts val="160"/>
              </a:spcBef>
              <a:spcAft>
                <a:spcPts val="0"/>
              </a:spcAft>
              <a:buClr>
                <a:schemeClr val="dk1"/>
              </a:buClr>
              <a:buSzPts val="800"/>
              <a:buFont typeface="Arial"/>
              <a:buNone/>
              <a:defRPr sz="800" b="1"/>
            </a:lvl8pPr>
            <a:lvl9pPr marL="4114800" lvl="8" indent="-228600" algn="l">
              <a:spcBef>
                <a:spcPts val="160"/>
              </a:spcBef>
              <a:spcAft>
                <a:spcPts val="0"/>
              </a:spcAft>
              <a:buClr>
                <a:schemeClr val="dk1"/>
              </a:buClr>
              <a:buSzPts val="800"/>
              <a:buFont typeface="Arial"/>
              <a:buNone/>
              <a:defRPr sz="800" b="1"/>
            </a:lvl9pPr>
          </a:lstStyle>
          <a:p>
            <a:endParaRPr/>
          </a:p>
        </p:txBody>
      </p:sp>
      <p:sp>
        <p:nvSpPr>
          <p:cNvPr id="43" name="Google Shape;43;p7"/>
          <p:cNvSpPr txBox="1">
            <a:spLocks noGrp="1"/>
          </p:cNvSpPr>
          <p:nvPr>
            <p:ph type="body" idx="2"/>
          </p:nvPr>
        </p:nvSpPr>
        <p:spPr>
          <a:xfrm>
            <a:off x="1646239" y="6959601"/>
            <a:ext cx="14544675" cy="12644437"/>
          </a:xfrm>
          <a:prstGeom prst="rect">
            <a:avLst/>
          </a:prstGeom>
          <a:noFill/>
          <a:ln>
            <a:noFill/>
          </a:ln>
        </p:spPr>
        <p:txBody>
          <a:bodyPr spcFirstLastPara="1" wrap="square" lIns="438900" tIns="219450" rIns="438900" bIns="219450" anchor="t" anchorCtr="0">
            <a:noAutofit/>
          </a:bodyPr>
          <a:lstStyle>
            <a:lvl1pPr marL="457200" lvl="0" indent="-304800" algn="l">
              <a:spcBef>
                <a:spcPts val="240"/>
              </a:spcBef>
              <a:spcAft>
                <a:spcPts val="0"/>
              </a:spcAft>
              <a:buClr>
                <a:schemeClr val="dk1"/>
              </a:buClr>
              <a:buSzPts val="1200"/>
              <a:buFont typeface="Arial"/>
              <a:buChar char="•"/>
              <a:defRPr sz="1200"/>
            </a:lvl1pPr>
            <a:lvl2pPr marL="914400" lvl="1" indent="-292100" algn="l">
              <a:spcBef>
                <a:spcPts val="200"/>
              </a:spcBef>
              <a:spcAft>
                <a:spcPts val="0"/>
              </a:spcAft>
              <a:buClr>
                <a:schemeClr val="dk1"/>
              </a:buClr>
              <a:buSzPts val="1000"/>
              <a:buFont typeface="Arial"/>
              <a:buChar char="–"/>
              <a:defRPr sz="1000"/>
            </a:lvl2pPr>
            <a:lvl3pPr marL="1371600" lvl="2" indent="-285750" algn="l">
              <a:spcBef>
                <a:spcPts val="180"/>
              </a:spcBef>
              <a:spcAft>
                <a:spcPts val="0"/>
              </a:spcAft>
              <a:buClr>
                <a:schemeClr val="dk1"/>
              </a:buClr>
              <a:buSzPts val="900"/>
              <a:buFont typeface="Arial"/>
              <a:buChar char="•"/>
              <a:defRPr sz="900"/>
            </a:lvl3pPr>
            <a:lvl4pPr marL="1828800" lvl="3" indent="-279400" algn="l">
              <a:spcBef>
                <a:spcPts val="160"/>
              </a:spcBef>
              <a:spcAft>
                <a:spcPts val="0"/>
              </a:spcAft>
              <a:buClr>
                <a:schemeClr val="dk1"/>
              </a:buClr>
              <a:buSzPts val="800"/>
              <a:buFont typeface="Arial"/>
              <a:buChar char="–"/>
              <a:defRPr sz="800"/>
            </a:lvl4pPr>
            <a:lvl5pPr marL="2286000" lvl="4" indent="-279400" algn="l">
              <a:spcBef>
                <a:spcPts val="160"/>
              </a:spcBef>
              <a:spcAft>
                <a:spcPts val="0"/>
              </a:spcAft>
              <a:buClr>
                <a:schemeClr val="dk1"/>
              </a:buClr>
              <a:buSzPts val="800"/>
              <a:buFont typeface="Arial"/>
              <a:buChar char="»"/>
              <a:defRPr sz="800"/>
            </a:lvl5pPr>
            <a:lvl6pPr marL="2743200" lvl="5" indent="-279400" algn="l">
              <a:spcBef>
                <a:spcPts val="160"/>
              </a:spcBef>
              <a:spcAft>
                <a:spcPts val="0"/>
              </a:spcAft>
              <a:buClr>
                <a:schemeClr val="dk1"/>
              </a:buClr>
              <a:buSzPts val="800"/>
              <a:buFont typeface="Arial"/>
              <a:buChar char="»"/>
              <a:defRPr sz="800"/>
            </a:lvl6pPr>
            <a:lvl7pPr marL="3200400" lvl="6" indent="-279400" algn="l">
              <a:spcBef>
                <a:spcPts val="160"/>
              </a:spcBef>
              <a:spcAft>
                <a:spcPts val="0"/>
              </a:spcAft>
              <a:buClr>
                <a:schemeClr val="dk1"/>
              </a:buClr>
              <a:buSzPts val="800"/>
              <a:buFont typeface="Arial"/>
              <a:buChar char="»"/>
              <a:defRPr sz="800"/>
            </a:lvl7pPr>
            <a:lvl8pPr marL="3657600" lvl="7" indent="-279400" algn="l">
              <a:spcBef>
                <a:spcPts val="160"/>
              </a:spcBef>
              <a:spcAft>
                <a:spcPts val="0"/>
              </a:spcAft>
              <a:buClr>
                <a:schemeClr val="dk1"/>
              </a:buClr>
              <a:buSzPts val="800"/>
              <a:buFont typeface="Arial"/>
              <a:buChar char="»"/>
              <a:defRPr sz="800"/>
            </a:lvl8pPr>
            <a:lvl9pPr marL="4114800" lvl="8" indent="-279400" algn="l">
              <a:spcBef>
                <a:spcPts val="160"/>
              </a:spcBef>
              <a:spcAft>
                <a:spcPts val="0"/>
              </a:spcAft>
              <a:buClr>
                <a:schemeClr val="dk1"/>
              </a:buClr>
              <a:buSzPts val="800"/>
              <a:buFont typeface="Arial"/>
              <a:buChar char="»"/>
              <a:defRPr sz="800"/>
            </a:lvl9pPr>
          </a:lstStyle>
          <a:p>
            <a:endParaRPr/>
          </a:p>
        </p:txBody>
      </p:sp>
      <p:sp>
        <p:nvSpPr>
          <p:cNvPr id="44" name="Google Shape;44;p7"/>
          <p:cNvSpPr txBox="1">
            <a:spLocks noGrp="1"/>
          </p:cNvSpPr>
          <p:nvPr>
            <p:ph type="body" idx="3"/>
          </p:nvPr>
        </p:nvSpPr>
        <p:spPr>
          <a:xfrm>
            <a:off x="16722727" y="4912519"/>
            <a:ext cx="14549438" cy="2047081"/>
          </a:xfrm>
          <a:prstGeom prst="rect">
            <a:avLst/>
          </a:prstGeom>
          <a:noFill/>
          <a:ln>
            <a:noFill/>
          </a:ln>
        </p:spPr>
        <p:txBody>
          <a:bodyPr spcFirstLastPara="1" wrap="square" lIns="438900" tIns="219450" rIns="438900" bIns="219450" anchor="b" anchorCtr="0">
            <a:noAutofit/>
          </a:bodyPr>
          <a:lstStyle>
            <a:lvl1pPr marL="457200" lvl="0" indent="-228600" algn="l">
              <a:spcBef>
                <a:spcPts val="240"/>
              </a:spcBef>
              <a:spcAft>
                <a:spcPts val="0"/>
              </a:spcAft>
              <a:buClr>
                <a:schemeClr val="dk1"/>
              </a:buClr>
              <a:buSzPts val="1200"/>
              <a:buFont typeface="Arial"/>
              <a:buNone/>
              <a:defRPr sz="1200" b="1"/>
            </a:lvl1pPr>
            <a:lvl2pPr marL="914400" lvl="1" indent="-228600" algn="l">
              <a:spcBef>
                <a:spcPts val="200"/>
              </a:spcBef>
              <a:spcAft>
                <a:spcPts val="0"/>
              </a:spcAft>
              <a:buClr>
                <a:schemeClr val="dk1"/>
              </a:buClr>
              <a:buSzPts val="1000"/>
              <a:buFont typeface="Arial"/>
              <a:buNone/>
              <a:defRPr sz="1000" b="1"/>
            </a:lvl2pPr>
            <a:lvl3pPr marL="1371600" lvl="2" indent="-228600" algn="l">
              <a:spcBef>
                <a:spcPts val="180"/>
              </a:spcBef>
              <a:spcAft>
                <a:spcPts val="0"/>
              </a:spcAft>
              <a:buClr>
                <a:schemeClr val="dk1"/>
              </a:buClr>
              <a:buSzPts val="900"/>
              <a:buFont typeface="Arial"/>
              <a:buNone/>
              <a:defRPr sz="900" b="1"/>
            </a:lvl3pPr>
            <a:lvl4pPr marL="1828800" lvl="3" indent="-228600" algn="l">
              <a:spcBef>
                <a:spcPts val="160"/>
              </a:spcBef>
              <a:spcAft>
                <a:spcPts val="0"/>
              </a:spcAft>
              <a:buClr>
                <a:schemeClr val="dk1"/>
              </a:buClr>
              <a:buSzPts val="800"/>
              <a:buFont typeface="Arial"/>
              <a:buNone/>
              <a:defRPr sz="800" b="1"/>
            </a:lvl4pPr>
            <a:lvl5pPr marL="2286000" lvl="4" indent="-228600" algn="l">
              <a:spcBef>
                <a:spcPts val="160"/>
              </a:spcBef>
              <a:spcAft>
                <a:spcPts val="0"/>
              </a:spcAft>
              <a:buClr>
                <a:schemeClr val="dk1"/>
              </a:buClr>
              <a:buSzPts val="800"/>
              <a:buFont typeface="Arial"/>
              <a:buNone/>
              <a:defRPr sz="800" b="1"/>
            </a:lvl5pPr>
            <a:lvl6pPr marL="2743200" lvl="5" indent="-228600" algn="l">
              <a:spcBef>
                <a:spcPts val="160"/>
              </a:spcBef>
              <a:spcAft>
                <a:spcPts val="0"/>
              </a:spcAft>
              <a:buClr>
                <a:schemeClr val="dk1"/>
              </a:buClr>
              <a:buSzPts val="800"/>
              <a:buFont typeface="Arial"/>
              <a:buNone/>
              <a:defRPr sz="800" b="1"/>
            </a:lvl6pPr>
            <a:lvl7pPr marL="3200400" lvl="6" indent="-228600" algn="l">
              <a:spcBef>
                <a:spcPts val="160"/>
              </a:spcBef>
              <a:spcAft>
                <a:spcPts val="0"/>
              </a:spcAft>
              <a:buClr>
                <a:schemeClr val="dk1"/>
              </a:buClr>
              <a:buSzPts val="800"/>
              <a:buFont typeface="Arial"/>
              <a:buNone/>
              <a:defRPr sz="800" b="1"/>
            </a:lvl7pPr>
            <a:lvl8pPr marL="3657600" lvl="7" indent="-228600" algn="l">
              <a:spcBef>
                <a:spcPts val="160"/>
              </a:spcBef>
              <a:spcAft>
                <a:spcPts val="0"/>
              </a:spcAft>
              <a:buClr>
                <a:schemeClr val="dk1"/>
              </a:buClr>
              <a:buSzPts val="800"/>
              <a:buFont typeface="Arial"/>
              <a:buNone/>
              <a:defRPr sz="800" b="1"/>
            </a:lvl8pPr>
            <a:lvl9pPr marL="4114800" lvl="8" indent="-228600" algn="l">
              <a:spcBef>
                <a:spcPts val="160"/>
              </a:spcBef>
              <a:spcAft>
                <a:spcPts val="0"/>
              </a:spcAft>
              <a:buClr>
                <a:schemeClr val="dk1"/>
              </a:buClr>
              <a:buSzPts val="800"/>
              <a:buFont typeface="Arial"/>
              <a:buNone/>
              <a:defRPr sz="800" b="1"/>
            </a:lvl9pPr>
          </a:lstStyle>
          <a:p>
            <a:endParaRPr/>
          </a:p>
        </p:txBody>
      </p:sp>
      <p:sp>
        <p:nvSpPr>
          <p:cNvPr id="45" name="Google Shape;45;p7"/>
          <p:cNvSpPr txBox="1">
            <a:spLocks noGrp="1"/>
          </p:cNvSpPr>
          <p:nvPr>
            <p:ph type="body" idx="4"/>
          </p:nvPr>
        </p:nvSpPr>
        <p:spPr>
          <a:xfrm>
            <a:off x="16722727" y="6959601"/>
            <a:ext cx="14549438" cy="12644437"/>
          </a:xfrm>
          <a:prstGeom prst="rect">
            <a:avLst/>
          </a:prstGeom>
          <a:noFill/>
          <a:ln>
            <a:noFill/>
          </a:ln>
        </p:spPr>
        <p:txBody>
          <a:bodyPr spcFirstLastPara="1" wrap="square" lIns="438900" tIns="219450" rIns="438900" bIns="219450" anchor="t" anchorCtr="0">
            <a:noAutofit/>
          </a:bodyPr>
          <a:lstStyle>
            <a:lvl1pPr marL="457200" lvl="0" indent="-304800" algn="l">
              <a:spcBef>
                <a:spcPts val="240"/>
              </a:spcBef>
              <a:spcAft>
                <a:spcPts val="0"/>
              </a:spcAft>
              <a:buClr>
                <a:schemeClr val="dk1"/>
              </a:buClr>
              <a:buSzPts val="1200"/>
              <a:buFont typeface="Arial"/>
              <a:buChar char="•"/>
              <a:defRPr sz="1200"/>
            </a:lvl1pPr>
            <a:lvl2pPr marL="914400" lvl="1" indent="-292100" algn="l">
              <a:spcBef>
                <a:spcPts val="200"/>
              </a:spcBef>
              <a:spcAft>
                <a:spcPts val="0"/>
              </a:spcAft>
              <a:buClr>
                <a:schemeClr val="dk1"/>
              </a:buClr>
              <a:buSzPts val="1000"/>
              <a:buFont typeface="Arial"/>
              <a:buChar char="–"/>
              <a:defRPr sz="1000"/>
            </a:lvl2pPr>
            <a:lvl3pPr marL="1371600" lvl="2" indent="-285750" algn="l">
              <a:spcBef>
                <a:spcPts val="180"/>
              </a:spcBef>
              <a:spcAft>
                <a:spcPts val="0"/>
              </a:spcAft>
              <a:buClr>
                <a:schemeClr val="dk1"/>
              </a:buClr>
              <a:buSzPts val="900"/>
              <a:buFont typeface="Arial"/>
              <a:buChar char="•"/>
              <a:defRPr sz="900"/>
            </a:lvl3pPr>
            <a:lvl4pPr marL="1828800" lvl="3" indent="-279400" algn="l">
              <a:spcBef>
                <a:spcPts val="160"/>
              </a:spcBef>
              <a:spcAft>
                <a:spcPts val="0"/>
              </a:spcAft>
              <a:buClr>
                <a:schemeClr val="dk1"/>
              </a:buClr>
              <a:buSzPts val="800"/>
              <a:buFont typeface="Arial"/>
              <a:buChar char="–"/>
              <a:defRPr sz="800"/>
            </a:lvl4pPr>
            <a:lvl5pPr marL="2286000" lvl="4" indent="-279400" algn="l">
              <a:spcBef>
                <a:spcPts val="160"/>
              </a:spcBef>
              <a:spcAft>
                <a:spcPts val="0"/>
              </a:spcAft>
              <a:buClr>
                <a:schemeClr val="dk1"/>
              </a:buClr>
              <a:buSzPts val="800"/>
              <a:buFont typeface="Arial"/>
              <a:buChar char="»"/>
              <a:defRPr sz="800"/>
            </a:lvl5pPr>
            <a:lvl6pPr marL="2743200" lvl="5" indent="-279400" algn="l">
              <a:spcBef>
                <a:spcPts val="160"/>
              </a:spcBef>
              <a:spcAft>
                <a:spcPts val="0"/>
              </a:spcAft>
              <a:buClr>
                <a:schemeClr val="dk1"/>
              </a:buClr>
              <a:buSzPts val="800"/>
              <a:buFont typeface="Arial"/>
              <a:buChar char="»"/>
              <a:defRPr sz="800"/>
            </a:lvl6pPr>
            <a:lvl7pPr marL="3200400" lvl="6" indent="-279400" algn="l">
              <a:spcBef>
                <a:spcPts val="160"/>
              </a:spcBef>
              <a:spcAft>
                <a:spcPts val="0"/>
              </a:spcAft>
              <a:buClr>
                <a:schemeClr val="dk1"/>
              </a:buClr>
              <a:buSzPts val="800"/>
              <a:buFont typeface="Arial"/>
              <a:buChar char="»"/>
              <a:defRPr sz="800"/>
            </a:lvl7pPr>
            <a:lvl8pPr marL="3657600" lvl="7" indent="-279400" algn="l">
              <a:spcBef>
                <a:spcPts val="160"/>
              </a:spcBef>
              <a:spcAft>
                <a:spcPts val="0"/>
              </a:spcAft>
              <a:buClr>
                <a:schemeClr val="dk1"/>
              </a:buClr>
              <a:buSzPts val="800"/>
              <a:buFont typeface="Arial"/>
              <a:buChar char="»"/>
              <a:defRPr sz="800"/>
            </a:lvl8pPr>
            <a:lvl9pPr marL="4114800" lvl="8" indent="-279400" algn="l">
              <a:spcBef>
                <a:spcPts val="160"/>
              </a:spcBef>
              <a:spcAft>
                <a:spcPts val="0"/>
              </a:spcAft>
              <a:buClr>
                <a:schemeClr val="dk1"/>
              </a:buClr>
              <a:buSzPts val="800"/>
              <a:buFont typeface="Arial"/>
              <a:buChar char="»"/>
              <a:defRPr sz="800"/>
            </a:lvl9pPr>
          </a:lstStyle>
          <a:p>
            <a:endParaRPr/>
          </a:p>
        </p:txBody>
      </p:sp>
      <p:sp>
        <p:nvSpPr>
          <p:cNvPr id="46" name="Google Shape;46;p7"/>
          <p:cNvSpPr txBox="1">
            <a:spLocks noGrp="1"/>
          </p:cNvSpPr>
          <p:nvPr>
            <p:ph type="dt" idx="10"/>
          </p:nvPr>
        </p:nvSpPr>
        <p:spPr>
          <a:xfrm>
            <a:off x="1644651" y="19985038"/>
            <a:ext cx="7683500" cy="1524000"/>
          </a:xfrm>
          <a:prstGeom prst="rect">
            <a:avLst/>
          </a:prstGeom>
          <a:noFill/>
          <a:ln>
            <a:noFill/>
          </a:ln>
        </p:spPr>
        <p:txBody>
          <a:bodyPr spcFirstLastPara="1" wrap="square" lIns="438900" tIns="219450" rIns="438900" bIns="21945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11245851" y="19985038"/>
            <a:ext cx="10426700" cy="1524000"/>
          </a:xfrm>
          <a:prstGeom prst="rect">
            <a:avLst/>
          </a:prstGeom>
          <a:noFill/>
          <a:ln>
            <a:noFill/>
          </a:ln>
        </p:spPr>
        <p:txBody>
          <a:bodyPr spcFirstLastPara="1" wrap="square" lIns="438900" tIns="219450" rIns="438900" bIns="21945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23590252" y="19985038"/>
            <a:ext cx="7683500" cy="1524000"/>
          </a:xfrm>
          <a:prstGeom prst="rect">
            <a:avLst/>
          </a:prstGeom>
          <a:noFill/>
          <a:ln>
            <a:noFill/>
          </a:ln>
        </p:spPr>
        <p:txBody>
          <a:bodyPr spcFirstLastPara="1" wrap="square" lIns="438900" tIns="219450" rIns="438900" bIns="219450" anchor="t" anchorCtr="0">
            <a:noAutofit/>
          </a:bodyPr>
          <a:lstStyle>
            <a:lvl1pPr marL="0" marR="0" lvl="0" indent="0" algn="r">
              <a:spcBef>
                <a:spcPts val="0"/>
              </a:spcBef>
              <a:spcAft>
                <a:spcPts val="0"/>
              </a:spcAft>
              <a:buNone/>
              <a:defRPr sz="3350"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3350"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3350"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3350"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3350"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3350"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3350"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3350"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33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1644651" y="878681"/>
            <a:ext cx="29629100" cy="3657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1644651" y="19985038"/>
            <a:ext cx="7683500" cy="1524000"/>
          </a:xfrm>
          <a:prstGeom prst="rect">
            <a:avLst/>
          </a:prstGeom>
          <a:noFill/>
          <a:ln>
            <a:noFill/>
          </a:ln>
        </p:spPr>
        <p:txBody>
          <a:bodyPr spcFirstLastPara="1" wrap="square" lIns="438900" tIns="219450" rIns="438900" bIns="21945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11245851" y="19985038"/>
            <a:ext cx="10426700" cy="1524000"/>
          </a:xfrm>
          <a:prstGeom prst="rect">
            <a:avLst/>
          </a:prstGeom>
          <a:noFill/>
          <a:ln>
            <a:noFill/>
          </a:ln>
        </p:spPr>
        <p:txBody>
          <a:bodyPr spcFirstLastPara="1" wrap="square" lIns="438900" tIns="219450" rIns="438900" bIns="21945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23590252" y="19985038"/>
            <a:ext cx="7683500" cy="1524000"/>
          </a:xfrm>
          <a:prstGeom prst="rect">
            <a:avLst/>
          </a:prstGeom>
          <a:noFill/>
          <a:ln>
            <a:noFill/>
          </a:ln>
        </p:spPr>
        <p:txBody>
          <a:bodyPr spcFirstLastPara="1" wrap="square" lIns="438900" tIns="219450" rIns="438900" bIns="219450" anchor="t" anchorCtr="0">
            <a:noAutofit/>
          </a:bodyPr>
          <a:lstStyle>
            <a:lvl1pPr marL="0" marR="0" lvl="0" indent="0" algn="r">
              <a:spcBef>
                <a:spcPts val="0"/>
              </a:spcBef>
              <a:spcAft>
                <a:spcPts val="0"/>
              </a:spcAft>
              <a:buNone/>
              <a:defRPr sz="3350"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3350"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3350"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3350"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3350"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3350"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3350"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3350"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33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9"/>
          <p:cNvSpPr txBox="1">
            <a:spLocks noGrp="1"/>
          </p:cNvSpPr>
          <p:nvPr>
            <p:ph type="dt" idx="10"/>
          </p:nvPr>
        </p:nvSpPr>
        <p:spPr>
          <a:xfrm>
            <a:off x="1644651" y="19985038"/>
            <a:ext cx="7683500" cy="1524000"/>
          </a:xfrm>
          <a:prstGeom prst="rect">
            <a:avLst/>
          </a:prstGeom>
          <a:noFill/>
          <a:ln>
            <a:noFill/>
          </a:ln>
        </p:spPr>
        <p:txBody>
          <a:bodyPr spcFirstLastPara="1" wrap="square" lIns="438900" tIns="219450" rIns="438900" bIns="21945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9"/>
          <p:cNvSpPr txBox="1">
            <a:spLocks noGrp="1"/>
          </p:cNvSpPr>
          <p:nvPr>
            <p:ph type="ftr" idx="11"/>
          </p:nvPr>
        </p:nvSpPr>
        <p:spPr>
          <a:xfrm>
            <a:off x="11245851" y="19985038"/>
            <a:ext cx="10426700" cy="1524000"/>
          </a:xfrm>
          <a:prstGeom prst="rect">
            <a:avLst/>
          </a:prstGeom>
          <a:noFill/>
          <a:ln>
            <a:noFill/>
          </a:ln>
        </p:spPr>
        <p:txBody>
          <a:bodyPr spcFirstLastPara="1" wrap="square" lIns="438900" tIns="219450" rIns="438900" bIns="21945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9"/>
          <p:cNvSpPr txBox="1">
            <a:spLocks noGrp="1"/>
          </p:cNvSpPr>
          <p:nvPr>
            <p:ph type="sldNum" idx="12"/>
          </p:nvPr>
        </p:nvSpPr>
        <p:spPr>
          <a:xfrm>
            <a:off x="23590252" y="19985038"/>
            <a:ext cx="7683500" cy="1524000"/>
          </a:xfrm>
          <a:prstGeom prst="rect">
            <a:avLst/>
          </a:prstGeom>
          <a:noFill/>
          <a:ln>
            <a:noFill/>
          </a:ln>
        </p:spPr>
        <p:txBody>
          <a:bodyPr spcFirstLastPara="1" wrap="square" lIns="438900" tIns="219450" rIns="438900" bIns="219450" anchor="t" anchorCtr="0">
            <a:noAutofit/>
          </a:bodyPr>
          <a:lstStyle>
            <a:lvl1pPr marL="0" marR="0" lvl="0" indent="0" algn="r">
              <a:spcBef>
                <a:spcPts val="0"/>
              </a:spcBef>
              <a:spcAft>
                <a:spcPts val="0"/>
              </a:spcAft>
              <a:buNone/>
              <a:defRPr sz="3350"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3350"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3350"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3350"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3350"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3350"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3350"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3350"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33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0"/>
          <p:cNvSpPr txBox="1">
            <a:spLocks noGrp="1"/>
          </p:cNvSpPr>
          <p:nvPr>
            <p:ph type="title"/>
          </p:nvPr>
        </p:nvSpPr>
        <p:spPr>
          <a:xfrm>
            <a:off x="1646239" y="873919"/>
            <a:ext cx="10829925" cy="3718719"/>
          </a:xfrm>
          <a:prstGeom prst="rect">
            <a:avLst/>
          </a:prstGeom>
          <a:noFill/>
          <a:ln>
            <a:noFill/>
          </a:ln>
        </p:spPr>
        <p:txBody>
          <a:bodyPr spcFirstLastPara="1" wrap="square" lIns="438900" tIns="219450" rIns="438900" bIns="219450" anchor="b" anchorCtr="0">
            <a:noAutofit/>
          </a:bodyPr>
          <a:lstStyle>
            <a:lvl1pPr lvl="0" algn="l">
              <a:spcBef>
                <a:spcPts val="0"/>
              </a:spcBef>
              <a:spcAft>
                <a:spcPts val="0"/>
              </a:spcAft>
              <a:buSzPts val="1400"/>
              <a:buNone/>
              <a:defRPr sz="1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0" name="Google Shape;60;p10"/>
          <p:cNvSpPr txBox="1">
            <a:spLocks noGrp="1"/>
          </p:cNvSpPr>
          <p:nvPr>
            <p:ph type="body" idx="1"/>
          </p:nvPr>
        </p:nvSpPr>
        <p:spPr>
          <a:xfrm>
            <a:off x="12869863" y="873919"/>
            <a:ext cx="18402300" cy="18730119"/>
          </a:xfrm>
          <a:prstGeom prst="rect">
            <a:avLst/>
          </a:prstGeom>
          <a:noFill/>
          <a:ln>
            <a:noFill/>
          </a:ln>
        </p:spPr>
        <p:txBody>
          <a:bodyPr spcFirstLastPara="1" wrap="square" lIns="438900" tIns="219450" rIns="438900" bIns="219450" anchor="t" anchorCtr="0">
            <a:noAutofit/>
          </a:bodyPr>
          <a:lstStyle>
            <a:lvl1pPr marL="457200" lvl="0" indent="-330200" algn="l">
              <a:spcBef>
                <a:spcPts val="320"/>
              </a:spcBef>
              <a:spcAft>
                <a:spcPts val="0"/>
              </a:spcAft>
              <a:buClr>
                <a:schemeClr val="dk1"/>
              </a:buClr>
              <a:buSzPts val="1600"/>
              <a:buFont typeface="Arial"/>
              <a:buChar char="•"/>
              <a:defRPr sz="1600"/>
            </a:lvl1pPr>
            <a:lvl2pPr marL="914400" lvl="1" indent="-317500" algn="l">
              <a:spcBef>
                <a:spcPts val="280"/>
              </a:spcBef>
              <a:spcAft>
                <a:spcPts val="0"/>
              </a:spcAft>
              <a:buClr>
                <a:schemeClr val="dk1"/>
              </a:buClr>
              <a:buSzPts val="1400"/>
              <a:buFont typeface="Arial"/>
              <a:buChar char="–"/>
              <a:defRPr sz="1400"/>
            </a:lvl2pPr>
            <a:lvl3pPr marL="1371600" lvl="2" indent="-304800" algn="l">
              <a:spcBef>
                <a:spcPts val="240"/>
              </a:spcBef>
              <a:spcAft>
                <a:spcPts val="0"/>
              </a:spcAft>
              <a:buClr>
                <a:schemeClr val="dk1"/>
              </a:buClr>
              <a:buSzPts val="1200"/>
              <a:buFont typeface="Arial"/>
              <a:buChar char="•"/>
              <a:defRPr sz="1200"/>
            </a:lvl3pPr>
            <a:lvl4pPr marL="1828800" lvl="3" indent="-292100" algn="l">
              <a:spcBef>
                <a:spcPts val="200"/>
              </a:spcBef>
              <a:spcAft>
                <a:spcPts val="0"/>
              </a:spcAft>
              <a:buClr>
                <a:schemeClr val="dk1"/>
              </a:buClr>
              <a:buSzPts val="1000"/>
              <a:buFont typeface="Arial"/>
              <a:buChar char="–"/>
              <a:defRPr sz="1000"/>
            </a:lvl4pPr>
            <a:lvl5pPr marL="2286000" lvl="4" indent="-292100" algn="l">
              <a:spcBef>
                <a:spcPts val="200"/>
              </a:spcBef>
              <a:spcAft>
                <a:spcPts val="0"/>
              </a:spcAft>
              <a:buClr>
                <a:schemeClr val="dk1"/>
              </a:buClr>
              <a:buSzPts val="1000"/>
              <a:buFont typeface="Arial"/>
              <a:buChar char="»"/>
              <a:defRPr sz="1000"/>
            </a:lvl5pPr>
            <a:lvl6pPr marL="2743200" lvl="5" indent="-292100" algn="l">
              <a:spcBef>
                <a:spcPts val="200"/>
              </a:spcBef>
              <a:spcAft>
                <a:spcPts val="0"/>
              </a:spcAft>
              <a:buClr>
                <a:schemeClr val="dk1"/>
              </a:buClr>
              <a:buSzPts val="1000"/>
              <a:buFont typeface="Arial"/>
              <a:buChar char="»"/>
              <a:defRPr sz="1000"/>
            </a:lvl6pPr>
            <a:lvl7pPr marL="3200400" lvl="6" indent="-292100" algn="l">
              <a:spcBef>
                <a:spcPts val="200"/>
              </a:spcBef>
              <a:spcAft>
                <a:spcPts val="0"/>
              </a:spcAft>
              <a:buClr>
                <a:schemeClr val="dk1"/>
              </a:buClr>
              <a:buSzPts val="1000"/>
              <a:buFont typeface="Arial"/>
              <a:buChar char="»"/>
              <a:defRPr sz="1000"/>
            </a:lvl7pPr>
            <a:lvl8pPr marL="3657600" lvl="7" indent="-292100" algn="l">
              <a:spcBef>
                <a:spcPts val="200"/>
              </a:spcBef>
              <a:spcAft>
                <a:spcPts val="0"/>
              </a:spcAft>
              <a:buClr>
                <a:schemeClr val="dk1"/>
              </a:buClr>
              <a:buSzPts val="1000"/>
              <a:buFont typeface="Arial"/>
              <a:buChar char="»"/>
              <a:defRPr sz="1000"/>
            </a:lvl8pPr>
            <a:lvl9pPr marL="4114800" lvl="8" indent="-292100" algn="l">
              <a:spcBef>
                <a:spcPts val="200"/>
              </a:spcBef>
              <a:spcAft>
                <a:spcPts val="0"/>
              </a:spcAft>
              <a:buClr>
                <a:schemeClr val="dk1"/>
              </a:buClr>
              <a:buSzPts val="1000"/>
              <a:buFont typeface="Arial"/>
              <a:buChar char="»"/>
              <a:defRPr sz="1000"/>
            </a:lvl9pPr>
          </a:lstStyle>
          <a:p>
            <a:endParaRPr/>
          </a:p>
        </p:txBody>
      </p:sp>
      <p:sp>
        <p:nvSpPr>
          <p:cNvPr id="61" name="Google Shape;61;p10"/>
          <p:cNvSpPr txBox="1">
            <a:spLocks noGrp="1"/>
          </p:cNvSpPr>
          <p:nvPr>
            <p:ph type="body" idx="2"/>
          </p:nvPr>
        </p:nvSpPr>
        <p:spPr>
          <a:xfrm>
            <a:off x="1646239" y="4592637"/>
            <a:ext cx="10829925" cy="15011400"/>
          </a:xfrm>
          <a:prstGeom prst="rect">
            <a:avLst/>
          </a:prstGeom>
          <a:noFill/>
          <a:ln>
            <a:noFill/>
          </a:ln>
        </p:spPr>
        <p:txBody>
          <a:bodyPr spcFirstLastPara="1" wrap="square" lIns="438900" tIns="219450" rIns="438900" bIns="219450" anchor="t" anchorCtr="0">
            <a:noAutofit/>
          </a:bodyPr>
          <a:lstStyle>
            <a:lvl1pPr marL="457200" lvl="0" indent="-228600" algn="l">
              <a:spcBef>
                <a:spcPts val="140"/>
              </a:spcBef>
              <a:spcAft>
                <a:spcPts val="0"/>
              </a:spcAft>
              <a:buClr>
                <a:schemeClr val="dk1"/>
              </a:buClr>
              <a:buSzPts val="700"/>
              <a:buFont typeface="Arial"/>
              <a:buNone/>
              <a:defRPr sz="700"/>
            </a:lvl1pPr>
            <a:lvl2pPr marL="914400" lvl="1" indent="-228600" algn="l">
              <a:spcBef>
                <a:spcPts val="120"/>
              </a:spcBef>
              <a:spcAft>
                <a:spcPts val="0"/>
              </a:spcAft>
              <a:buClr>
                <a:schemeClr val="dk1"/>
              </a:buClr>
              <a:buSzPts val="600"/>
              <a:buFont typeface="Arial"/>
              <a:buNone/>
              <a:defRPr sz="600"/>
            </a:lvl2pPr>
            <a:lvl3pPr marL="1371600" lvl="2" indent="-228600" algn="l">
              <a:spcBef>
                <a:spcPts val="100"/>
              </a:spcBef>
              <a:spcAft>
                <a:spcPts val="0"/>
              </a:spcAft>
              <a:buClr>
                <a:schemeClr val="dk1"/>
              </a:buClr>
              <a:buSzPts val="500"/>
              <a:buFont typeface="Arial"/>
              <a:buNone/>
              <a:defRPr sz="500"/>
            </a:lvl3pPr>
            <a:lvl4pPr marL="1828800" lvl="3" indent="-228600" algn="l">
              <a:spcBef>
                <a:spcPts val="90"/>
              </a:spcBef>
              <a:spcAft>
                <a:spcPts val="0"/>
              </a:spcAft>
              <a:buClr>
                <a:schemeClr val="dk1"/>
              </a:buClr>
              <a:buSzPts val="450"/>
              <a:buFont typeface="Arial"/>
              <a:buNone/>
              <a:defRPr sz="450"/>
            </a:lvl4pPr>
            <a:lvl5pPr marL="2286000" lvl="4" indent="-228600" algn="l">
              <a:spcBef>
                <a:spcPts val="90"/>
              </a:spcBef>
              <a:spcAft>
                <a:spcPts val="0"/>
              </a:spcAft>
              <a:buClr>
                <a:schemeClr val="dk1"/>
              </a:buClr>
              <a:buSzPts val="450"/>
              <a:buFont typeface="Arial"/>
              <a:buNone/>
              <a:defRPr sz="450"/>
            </a:lvl5pPr>
            <a:lvl6pPr marL="2743200" lvl="5" indent="-228600" algn="l">
              <a:spcBef>
                <a:spcPts val="90"/>
              </a:spcBef>
              <a:spcAft>
                <a:spcPts val="0"/>
              </a:spcAft>
              <a:buClr>
                <a:schemeClr val="dk1"/>
              </a:buClr>
              <a:buSzPts val="450"/>
              <a:buFont typeface="Arial"/>
              <a:buNone/>
              <a:defRPr sz="450"/>
            </a:lvl6pPr>
            <a:lvl7pPr marL="3200400" lvl="6" indent="-228600" algn="l">
              <a:spcBef>
                <a:spcPts val="90"/>
              </a:spcBef>
              <a:spcAft>
                <a:spcPts val="0"/>
              </a:spcAft>
              <a:buClr>
                <a:schemeClr val="dk1"/>
              </a:buClr>
              <a:buSzPts val="450"/>
              <a:buFont typeface="Arial"/>
              <a:buNone/>
              <a:defRPr sz="450"/>
            </a:lvl7pPr>
            <a:lvl8pPr marL="3657600" lvl="7" indent="-228600" algn="l">
              <a:spcBef>
                <a:spcPts val="90"/>
              </a:spcBef>
              <a:spcAft>
                <a:spcPts val="0"/>
              </a:spcAft>
              <a:buClr>
                <a:schemeClr val="dk1"/>
              </a:buClr>
              <a:buSzPts val="450"/>
              <a:buFont typeface="Arial"/>
              <a:buNone/>
              <a:defRPr sz="450"/>
            </a:lvl8pPr>
            <a:lvl9pPr marL="4114800" lvl="8" indent="-228600" algn="l">
              <a:spcBef>
                <a:spcPts val="90"/>
              </a:spcBef>
              <a:spcAft>
                <a:spcPts val="0"/>
              </a:spcAft>
              <a:buClr>
                <a:schemeClr val="dk1"/>
              </a:buClr>
              <a:buSzPts val="450"/>
              <a:buFont typeface="Arial"/>
              <a:buNone/>
              <a:defRPr sz="450"/>
            </a:lvl9pPr>
          </a:lstStyle>
          <a:p>
            <a:endParaRPr/>
          </a:p>
        </p:txBody>
      </p:sp>
      <p:sp>
        <p:nvSpPr>
          <p:cNvPr id="62" name="Google Shape;62;p10"/>
          <p:cNvSpPr txBox="1">
            <a:spLocks noGrp="1"/>
          </p:cNvSpPr>
          <p:nvPr>
            <p:ph type="dt" idx="10"/>
          </p:nvPr>
        </p:nvSpPr>
        <p:spPr>
          <a:xfrm>
            <a:off x="1644651" y="19985038"/>
            <a:ext cx="7683500" cy="1524000"/>
          </a:xfrm>
          <a:prstGeom prst="rect">
            <a:avLst/>
          </a:prstGeom>
          <a:noFill/>
          <a:ln>
            <a:noFill/>
          </a:ln>
        </p:spPr>
        <p:txBody>
          <a:bodyPr spcFirstLastPara="1" wrap="square" lIns="438900" tIns="219450" rIns="438900" bIns="21945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0"/>
          <p:cNvSpPr txBox="1">
            <a:spLocks noGrp="1"/>
          </p:cNvSpPr>
          <p:nvPr>
            <p:ph type="ftr" idx="11"/>
          </p:nvPr>
        </p:nvSpPr>
        <p:spPr>
          <a:xfrm>
            <a:off x="11245851" y="19985038"/>
            <a:ext cx="10426700" cy="1524000"/>
          </a:xfrm>
          <a:prstGeom prst="rect">
            <a:avLst/>
          </a:prstGeom>
          <a:noFill/>
          <a:ln>
            <a:noFill/>
          </a:ln>
        </p:spPr>
        <p:txBody>
          <a:bodyPr spcFirstLastPara="1" wrap="square" lIns="438900" tIns="219450" rIns="438900" bIns="21945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0"/>
          <p:cNvSpPr txBox="1">
            <a:spLocks noGrp="1"/>
          </p:cNvSpPr>
          <p:nvPr>
            <p:ph type="sldNum" idx="12"/>
          </p:nvPr>
        </p:nvSpPr>
        <p:spPr>
          <a:xfrm>
            <a:off x="23590252" y="19985038"/>
            <a:ext cx="7683500" cy="1524000"/>
          </a:xfrm>
          <a:prstGeom prst="rect">
            <a:avLst/>
          </a:prstGeom>
          <a:noFill/>
          <a:ln>
            <a:noFill/>
          </a:ln>
        </p:spPr>
        <p:txBody>
          <a:bodyPr spcFirstLastPara="1" wrap="square" lIns="438900" tIns="219450" rIns="438900" bIns="219450" anchor="t" anchorCtr="0">
            <a:noAutofit/>
          </a:bodyPr>
          <a:lstStyle>
            <a:lvl1pPr marL="0" marR="0" lvl="0" indent="0" algn="r">
              <a:spcBef>
                <a:spcPts val="0"/>
              </a:spcBef>
              <a:spcAft>
                <a:spcPts val="0"/>
              </a:spcAft>
              <a:buNone/>
              <a:defRPr sz="3350"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3350"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3350"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3350"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3350"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3350"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3350"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3350"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33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1"/>
          <p:cNvSpPr txBox="1">
            <a:spLocks noGrp="1"/>
          </p:cNvSpPr>
          <p:nvPr>
            <p:ph type="title"/>
          </p:nvPr>
        </p:nvSpPr>
        <p:spPr>
          <a:xfrm>
            <a:off x="6451601" y="15362238"/>
            <a:ext cx="19751675" cy="1812925"/>
          </a:xfrm>
          <a:prstGeom prst="rect">
            <a:avLst/>
          </a:prstGeom>
          <a:noFill/>
          <a:ln>
            <a:noFill/>
          </a:ln>
        </p:spPr>
        <p:txBody>
          <a:bodyPr spcFirstLastPara="1" wrap="square" lIns="438900" tIns="219450" rIns="438900" bIns="219450" anchor="b" anchorCtr="0">
            <a:noAutofit/>
          </a:bodyPr>
          <a:lstStyle>
            <a:lvl1pPr lvl="0" algn="l">
              <a:spcBef>
                <a:spcPts val="0"/>
              </a:spcBef>
              <a:spcAft>
                <a:spcPts val="0"/>
              </a:spcAft>
              <a:buSzPts val="1400"/>
              <a:buNone/>
              <a:defRPr sz="1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7" name="Google Shape;67;p11"/>
          <p:cNvSpPr>
            <a:spLocks noGrp="1"/>
          </p:cNvSpPr>
          <p:nvPr>
            <p:ph type="pic" idx="2"/>
          </p:nvPr>
        </p:nvSpPr>
        <p:spPr>
          <a:xfrm>
            <a:off x="6451601" y="1960563"/>
            <a:ext cx="19751675" cy="13167519"/>
          </a:xfrm>
          <a:prstGeom prst="rect">
            <a:avLst/>
          </a:prstGeom>
          <a:noFill/>
          <a:ln>
            <a:noFill/>
          </a:ln>
        </p:spPr>
      </p:sp>
      <p:sp>
        <p:nvSpPr>
          <p:cNvPr id="68" name="Google Shape;68;p11"/>
          <p:cNvSpPr txBox="1">
            <a:spLocks noGrp="1"/>
          </p:cNvSpPr>
          <p:nvPr>
            <p:ph type="body" idx="1"/>
          </p:nvPr>
        </p:nvSpPr>
        <p:spPr>
          <a:xfrm>
            <a:off x="6451601" y="17175162"/>
            <a:ext cx="19751675" cy="2575719"/>
          </a:xfrm>
          <a:prstGeom prst="rect">
            <a:avLst/>
          </a:prstGeom>
          <a:noFill/>
          <a:ln>
            <a:noFill/>
          </a:ln>
        </p:spPr>
        <p:txBody>
          <a:bodyPr spcFirstLastPara="1" wrap="square" lIns="438900" tIns="219450" rIns="438900" bIns="219450" anchor="t" anchorCtr="0">
            <a:noAutofit/>
          </a:bodyPr>
          <a:lstStyle>
            <a:lvl1pPr marL="457200" lvl="0" indent="-228600" algn="l">
              <a:spcBef>
                <a:spcPts val="140"/>
              </a:spcBef>
              <a:spcAft>
                <a:spcPts val="0"/>
              </a:spcAft>
              <a:buClr>
                <a:schemeClr val="dk1"/>
              </a:buClr>
              <a:buSzPts val="700"/>
              <a:buFont typeface="Arial"/>
              <a:buNone/>
              <a:defRPr sz="700"/>
            </a:lvl1pPr>
            <a:lvl2pPr marL="914400" lvl="1" indent="-228600" algn="l">
              <a:spcBef>
                <a:spcPts val="120"/>
              </a:spcBef>
              <a:spcAft>
                <a:spcPts val="0"/>
              </a:spcAft>
              <a:buClr>
                <a:schemeClr val="dk1"/>
              </a:buClr>
              <a:buSzPts val="600"/>
              <a:buFont typeface="Arial"/>
              <a:buNone/>
              <a:defRPr sz="600"/>
            </a:lvl2pPr>
            <a:lvl3pPr marL="1371600" lvl="2" indent="-228600" algn="l">
              <a:spcBef>
                <a:spcPts val="100"/>
              </a:spcBef>
              <a:spcAft>
                <a:spcPts val="0"/>
              </a:spcAft>
              <a:buClr>
                <a:schemeClr val="dk1"/>
              </a:buClr>
              <a:buSzPts val="500"/>
              <a:buFont typeface="Arial"/>
              <a:buNone/>
              <a:defRPr sz="500"/>
            </a:lvl3pPr>
            <a:lvl4pPr marL="1828800" lvl="3" indent="-228600" algn="l">
              <a:spcBef>
                <a:spcPts val="90"/>
              </a:spcBef>
              <a:spcAft>
                <a:spcPts val="0"/>
              </a:spcAft>
              <a:buClr>
                <a:schemeClr val="dk1"/>
              </a:buClr>
              <a:buSzPts val="450"/>
              <a:buFont typeface="Arial"/>
              <a:buNone/>
              <a:defRPr sz="450"/>
            </a:lvl4pPr>
            <a:lvl5pPr marL="2286000" lvl="4" indent="-228600" algn="l">
              <a:spcBef>
                <a:spcPts val="90"/>
              </a:spcBef>
              <a:spcAft>
                <a:spcPts val="0"/>
              </a:spcAft>
              <a:buClr>
                <a:schemeClr val="dk1"/>
              </a:buClr>
              <a:buSzPts val="450"/>
              <a:buFont typeface="Arial"/>
              <a:buNone/>
              <a:defRPr sz="450"/>
            </a:lvl5pPr>
            <a:lvl6pPr marL="2743200" lvl="5" indent="-228600" algn="l">
              <a:spcBef>
                <a:spcPts val="90"/>
              </a:spcBef>
              <a:spcAft>
                <a:spcPts val="0"/>
              </a:spcAft>
              <a:buClr>
                <a:schemeClr val="dk1"/>
              </a:buClr>
              <a:buSzPts val="450"/>
              <a:buFont typeface="Arial"/>
              <a:buNone/>
              <a:defRPr sz="450"/>
            </a:lvl6pPr>
            <a:lvl7pPr marL="3200400" lvl="6" indent="-228600" algn="l">
              <a:spcBef>
                <a:spcPts val="90"/>
              </a:spcBef>
              <a:spcAft>
                <a:spcPts val="0"/>
              </a:spcAft>
              <a:buClr>
                <a:schemeClr val="dk1"/>
              </a:buClr>
              <a:buSzPts val="450"/>
              <a:buFont typeface="Arial"/>
              <a:buNone/>
              <a:defRPr sz="450"/>
            </a:lvl7pPr>
            <a:lvl8pPr marL="3657600" lvl="7" indent="-228600" algn="l">
              <a:spcBef>
                <a:spcPts val="90"/>
              </a:spcBef>
              <a:spcAft>
                <a:spcPts val="0"/>
              </a:spcAft>
              <a:buClr>
                <a:schemeClr val="dk1"/>
              </a:buClr>
              <a:buSzPts val="450"/>
              <a:buFont typeface="Arial"/>
              <a:buNone/>
              <a:defRPr sz="450"/>
            </a:lvl8pPr>
            <a:lvl9pPr marL="4114800" lvl="8" indent="-228600" algn="l">
              <a:spcBef>
                <a:spcPts val="90"/>
              </a:spcBef>
              <a:spcAft>
                <a:spcPts val="0"/>
              </a:spcAft>
              <a:buClr>
                <a:schemeClr val="dk1"/>
              </a:buClr>
              <a:buSzPts val="450"/>
              <a:buFont typeface="Arial"/>
              <a:buNone/>
              <a:defRPr sz="450"/>
            </a:lvl9pPr>
          </a:lstStyle>
          <a:p>
            <a:endParaRPr/>
          </a:p>
        </p:txBody>
      </p:sp>
      <p:sp>
        <p:nvSpPr>
          <p:cNvPr id="69" name="Google Shape;69;p11"/>
          <p:cNvSpPr txBox="1">
            <a:spLocks noGrp="1"/>
          </p:cNvSpPr>
          <p:nvPr>
            <p:ph type="dt" idx="10"/>
          </p:nvPr>
        </p:nvSpPr>
        <p:spPr>
          <a:xfrm>
            <a:off x="1644651" y="19985038"/>
            <a:ext cx="7683500" cy="1524000"/>
          </a:xfrm>
          <a:prstGeom prst="rect">
            <a:avLst/>
          </a:prstGeom>
          <a:noFill/>
          <a:ln>
            <a:noFill/>
          </a:ln>
        </p:spPr>
        <p:txBody>
          <a:bodyPr spcFirstLastPara="1" wrap="square" lIns="438900" tIns="219450" rIns="438900" bIns="21945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1"/>
          <p:cNvSpPr txBox="1">
            <a:spLocks noGrp="1"/>
          </p:cNvSpPr>
          <p:nvPr>
            <p:ph type="ftr" idx="11"/>
          </p:nvPr>
        </p:nvSpPr>
        <p:spPr>
          <a:xfrm>
            <a:off x="11245851" y="19985038"/>
            <a:ext cx="10426700" cy="1524000"/>
          </a:xfrm>
          <a:prstGeom prst="rect">
            <a:avLst/>
          </a:prstGeom>
          <a:noFill/>
          <a:ln>
            <a:noFill/>
          </a:ln>
        </p:spPr>
        <p:txBody>
          <a:bodyPr spcFirstLastPara="1" wrap="square" lIns="438900" tIns="219450" rIns="438900" bIns="21945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1"/>
          <p:cNvSpPr txBox="1">
            <a:spLocks noGrp="1"/>
          </p:cNvSpPr>
          <p:nvPr>
            <p:ph type="sldNum" idx="12"/>
          </p:nvPr>
        </p:nvSpPr>
        <p:spPr>
          <a:xfrm>
            <a:off x="23590252" y="19985038"/>
            <a:ext cx="7683500" cy="1524000"/>
          </a:xfrm>
          <a:prstGeom prst="rect">
            <a:avLst/>
          </a:prstGeom>
          <a:noFill/>
          <a:ln>
            <a:noFill/>
          </a:ln>
        </p:spPr>
        <p:txBody>
          <a:bodyPr spcFirstLastPara="1" wrap="square" lIns="438900" tIns="219450" rIns="438900" bIns="219450" anchor="t" anchorCtr="0">
            <a:noAutofit/>
          </a:bodyPr>
          <a:lstStyle>
            <a:lvl1pPr marL="0" marR="0" lvl="0" indent="0" algn="r">
              <a:spcBef>
                <a:spcPts val="0"/>
              </a:spcBef>
              <a:spcAft>
                <a:spcPts val="0"/>
              </a:spcAft>
              <a:buNone/>
              <a:defRPr sz="3350"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3350"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3350"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3350"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3350"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3350"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3350"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3350"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33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2"/>
          <p:cNvSpPr txBox="1">
            <a:spLocks noGrp="1"/>
          </p:cNvSpPr>
          <p:nvPr>
            <p:ph type="title"/>
          </p:nvPr>
        </p:nvSpPr>
        <p:spPr>
          <a:xfrm>
            <a:off x="1644651" y="878681"/>
            <a:ext cx="29629100" cy="3657600"/>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4" name="Google Shape;74;p12"/>
          <p:cNvSpPr txBox="1">
            <a:spLocks noGrp="1"/>
          </p:cNvSpPr>
          <p:nvPr>
            <p:ph type="body" idx="1"/>
          </p:nvPr>
        </p:nvSpPr>
        <p:spPr>
          <a:xfrm rot="5400000">
            <a:off x="9217423" y="-2452291"/>
            <a:ext cx="14483556" cy="29629100"/>
          </a:xfrm>
          <a:prstGeom prst="rect">
            <a:avLst/>
          </a:prstGeom>
          <a:noFill/>
          <a:ln>
            <a:noFill/>
          </a:ln>
        </p:spPr>
        <p:txBody>
          <a:bodyPr spcFirstLastPara="1" wrap="square" lIns="438900" tIns="219450" rIns="438900" bIns="21945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2"/>
          <p:cNvSpPr txBox="1">
            <a:spLocks noGrp="1"/>
          </p:cNvSpPr>
          <p:nvPr>
            <p:ph type="dt" idx="10"/>
          </p:nvPr>
        </p:nvSpPr>
        <p:spPr>
          <a:xfrm>
            <a:off x="1644651" y="19985038"/>
            <a:ext cx="7683500" cy="1524000"/>
          </a:xfrm>
          <a:prstGeom prst="rect">
            <a:avLst/>
          </a:prstGeom>
          <a:noFill/>
          <a:ln>
            <a:noFill/>
          </a:ln>
        </p:spPr>
        <p:txBody>
          <a:bodyPr spcFirstLastPara="1" wrap="square" lIns="438900" tIns="219450" rIns="438900" bIns="21945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2"/>
          <p:cNvSpPr txBox="1">
            <a:spLocks noGrp="1"/>
          </p:cNvSpPr>
          <p:nvPr>
            <p:ph type="ftr" idx="11"/>
          </p:nvPr>
        </p:nvSpPr>
        <p:spPr>
          <a:xfrm>
            <a:off x="11245851" y="19985038"/>
            <a:ext cx="10426700" cy="1524000"/>
          </a:xfrm>
          <a:prstGeom prst="rect">
            <a:avLst/>
          </a:prstGeom>
          <a:noFill/>
          <a:ln>
            <a:noFill/>
          </a:ln>
        </p:spPr>
        <p:txBody>
          <a:bodyPr spcFirstLastPara="1" wrap="square" lIns="438900" tIns="219450" rIns="438900" bIns="21945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2"/>
          <p:cNvSpPr txBox="1">
            <a:spLocks noGrp="1"/>
          </p:cNvSpPr>
          <p:nvPr>
            <p:ph type="sldNum" idx="12"/>
          </p:nvPr>
        </p:nvSpPr>
        <p:spPr>
          <a:xfrm>
            <a:off x="23590252" y="19985038"/>
            <a:ext cx="7683500" cy="1524000"/>
          </a:xfrm>
          <a:prstGeom prst="rect">
            <a:avLst/>
          </a:prstGeom>
          <a:noFill/>
          <a:ln>
            <a:noFill/>
          </a:ln>
        </p:spPr>
        <p:txBody>
          <a:bodyPr spcFirstLastPara="1" wrap="square" lIns="438900" tIns="219450" rIns="438900" bIns="219450" anchor="t" anchorCtr="0">
            <a:noAutofit/>
          </a:bodyPr>
          <a:lstStyle>
            <a:lvl1pPr marL="0" marR="0" lvl="0" indent="0" algn="r">
              <a:spcBef>
                <a:spcPts val="0"/>
              </a:spcBef>
              <a:spcAft>
                <a:spcPts val="0"/>
              </a:spcAft>
              <a:buNone/>
              <a:defRPr sz="3350"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3350"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3350"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3350"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3350"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3350"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3350"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3350"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33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3"/>
          <p:cNvSpPr txBox="1">
            <a:spLocks noGrp="1"/>
          </p:cNvSpPr>
          <p:nvPr>
            <p:ph type="title"/>
          </p:nvPr>
        </p:nvSpPr>
        <p:spPr>
          <a:xfrm rot="5400000">
            <a:off x="18207437" y="6537722"/>
            <a:ext cx="18725356" cy="7407275"/>
          </a:xfrm>
          <a:prstGeom prst="rect">
            <a:avLst/>
          </a:prstGeom>
          <a:noFill/>
          <a:ln>
            <a:noFill/>
          </a:ln>
        </p:spPr>
        <p:txBody>
          <a:bodyPr spcFirstLastPara="1" wrap="square" lIns="438900" tIns="219450" rIns="438900" bIns="21945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0" name="Google Shape;80;p13"/>
          <p:cNvSpPr txBox="1">
            <a:spLocks noGrp="1"/>
          </p:cNvSpPr>
          <p:nvPr>
            <p:ph type="body" idx="1"/>
          </p:nvPr>
        </p:nvSpPr>
        <p:spPr>
          <a:xfrm rot="5400000">
            <a:off x="3316685" y="-793354"/>
            <a:ext cx="18725356" cy="22069425"/>
          </a:xfrm>
          <a:prstGeom prst="rect">
            <a:avLst/>
          </a:prstGeom>
          <a:noFill/>
          <a:ln>
            <a:noFill/>
          </a:ln>
        </p:spPr>
        <p:txBody>
          <a:bodyPr spcFirstLastPara="1" wrap="square" lIns="438900" tIns="219450" rIns="438900" bIns="21945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3"/>
          <p:cNvSpPr txBox="1">
            <a:spLocks noGrp="1"/>
          </p:cNvSpPr>
          <p:nvPr>
            <p:ph type="dt" idx="10"/>
          </p:nvPr>
        </p:nvSpPr>
        <p:spPr>
          <a:xfrm>
            <a:off x="1644651" y="19985038"/>
            <a:ext cx="7683500" cy="1524000"/>
          </a:xfrm>
          <a:prstGeom prst="rect">
            <a:avLst/>
          </a:prstGeom>
          <a:noFill/>
          <a:ln>
            <a:noFill/>
          </a:ln>
        </p:spPr>
        <p:txBody>
          <a:bodyPr spcFirstLastPara="1" wrap="square" lIns="438900" tIns="219450" rIns="438900" bIns="21945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3"/>
          <p:cNvSpPr txBox="1">
            <a:spLocks noGrp="1"/>
          </p:cNvSpPr>
          <p:nvPr>
            <p:ph type="ftr" idx="11"/>
          </p:nvPr>
        </p:nvSpPr>
        <p:spPr>
          <a:xfrm>
            <a:off x="11245851" y="19985038"/>
            <a:ext cx="10426700" cy="1524000"/>
          </a:xfrm>
          <a:prstGeom prst="rect">
            <a:avLst/>
          </a:prstGeom>
          <a:noFill/>
          <a:ln>
            <a:noFill/>
          </a:ln>
        </p:spPr>
        <p:txBody>
          <a:bodyPr spcFirstLastPara="1" wrap="square" lIns="438900" tIns="219450" rIns="438900" bIns="21945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3"/>
          <p:cNvSpPr txBox="1">
            <a:spLocks noGrp="1"/>
          </p:cNvSpPr>
          <p:nvPr>
            <p:ph type="sldNum" idx="12"/>
          </p:nvPr>
        </p:nvSpPr>
        <p:spPr>
          <a:xfrm>
            <a:off x="23590252" y="19985038"/>
            <a:ext cx="7683500" cy="1524000"/>
          </a:xfrm>
          <a:prstGeom prst="rect">
            <a:avLst/>
          </a:prstGeom>
          <a:noFill/>
          <a:ln>
            <a:noFill/>
          </a:ln>
        </p:spPr>
        <p:txBody>
          <a:bodyPr spcFirstLastPara="1" wrap="square" lIns="438900" tIns="219450" rIns="438900" bIns="219450" anchor="t" anchorCtr="0">
            <a:noAutofit/>
          </a:bodyPr>
          <a:lstStyle>
            <a:lvl1pPr marL="0" marR="0" lvl="0" indent="0" algn="r">
              <a:spcBef>
                <a:spcPts val="0"/>
              </a:spcBef>
              <a:spcAft>
                <a:spcPts val="0"/>
              </a:spcAft>
              <a:buNone/>
              <a:defRPr sz="3350"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3350"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3350"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3350"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3350"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3350"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3350"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3350"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33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1644651" y="878681"/>
            <a:ext cx="29629100" cy="3657600"/>
          </a:xfrm>
          <a:prstGeom prst="rect">
            <a:avLst/>
          </a:prstGeom>
          <a:noFill/>
          <a:ln>
            <a:noFill/>
          </a:ln>
        </p:spPr>
        <p:txBody>
          <a:bodyPr spcFirstLastPara="1" wrap="square" lIns="438900" tIns="219450" rIns="438900" bIns="219450" anchor="ctr" anchorCtr="0">
            <a:noAutofit/>
          </a:bodyPr>
          <a:lstStyle>
            <a:lvl1pPr marR="0" lvl="0" algn="ctr" rtl="0">
              <a:spcBef>
                <a:spcPts val="0"/>
              </a:spcBef>
              <a:spcAft>
                <a:spcPts val="0"/>
              </a:spcAft>
              <a:buSzPts val="1400"/>
              <a:buNone/>
              <a:defRPr sz="10601" b="0"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10601"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10601"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10601"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10601"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10601"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10601"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10601"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10601" b="0" i="0" u="none" strike="noStrike" cap="none">
                <a:solidFill>
                  <a:schemeClr val="dk2"/>
                </a:solidFill>
                <a:latin typeface="Arial"/>
                <a:ea typeface="Arial"/>
                <a:cs typeface="Arial"/>
                <a:sym typeface="Arial"/>
              </a:defRPr>
            </a:lvl9pPr>
          </a:lstStyle>
          <a:p>
            <a:endParaRPr/>
          </a:p>
        </p:txBody>
      </p:sp>
      <p:sp>
        <p:nvSpPr>
          <p:cNvPr id="7" name="Google Shape;7;p2"/>
          <p:cNvSpPr txBox="1">
            <a:spLocks noGrp="1"/>
          </p:cNvSpPr>
          <p:nvPr>
            <p:ph type="body" idx="1"/>
          </p:nvPr>
        </p:nvSpPr>
        <p:spPr>
          <a:xfrm>
            <a:off x="1644651" y="5120481"/>
            <a:ext cx="29629100" cy="14483556"/>
          </a:xfrm>
          <a:prstGeom prst="rect">
            <a:avLst/>
          </a:prstGeom>
          <a:noFill/>
          <a:ln>
            <a:noFill/>
          </a:ln>
        </p:spPr>
        <p:txBody>
          <a:bodyPr spcFirstLastPara="1" wrap="square" lIns="438900" tIns="219450" rIns="438900" bIns="219450" anchor="t" anchorCtr="0">
            <a:noAutofit/>
          </a:bodyPr>
          <a:lstStyle>
            <a:lvl1pPr marL="457200" marR="0" lvl="0" indent="-717550" algn="l" rtl="0">
              <a:spcBef>
                <a:spcPts val="1540"/>
              </a:spcBef>
              <a:spcAft>
                <a:spcPts val="0"/>
              </a:spcAft>
              <a:buClr>
                <a:schemeClr val="dk1"/>
              </a:buClr>
              <a:buSzPts val="7700"/>
              <a:buFont typeface="Arial"/>
              <a:buChar char="•"/>
              <a:defRPr sz="7700" b="0" i="0" u="none" strike="noStrike" cap="none">
                <a:solidFill>
                  <a:schemeClr val="dk1"/>
                </a:solidFill>
                <a:latin typeface="Arial"/>
                <a:ea typeface="Arial"/>
                <a:cs typeface="Arial"/>
                <a:sym typeface="Arial"/>
              </a:defRPr>
            </a:lvl1pPr>
            <a:lvl2pPr marL="914400" marR="0" lvl="1" indent="-657225" algn="l" rtl="0">
              <a:spcBef>
                <a:spcPts val="1350"/>
              </a:spcBef>
              <a:spcAft>
                <a:spcPts val="0"/>
              </a:spcAft>
              <a:buClr>
                <a:schemeClr val="dk1"/>
              </a:buClr>
              <a:buSzPts val="6750"/>
              <a:buFont typeface="Arial"/>
              <a:buChar char="–"/>
              <a:defRPr sz="6750" b="0" i="0" u="none" strike="noStrike" cap="none">
                <a:solidFill>
                  <a:schemeClr val="dk1"/>
                </a:solidFill>
                <a:latin typeface="Arial"/>
                <a:ea typeface="Arial"/>
                <a:cs typeface="Arial"/>
                <a:sym typeface="Arial"/>
              </a:defRPr>
            </a:lvl2pPr>
            <a:lvl3pPr marL="1371600" marR="0" lvl="2" indent="-596900" algn="l" rtl="0">
              <a:spcBef>
                <a:spcPts val="1160"/>
              </a:spcBef>
              <a:spcAft>
                <a:spcPts val="0"/>
              </a:spcAft>
              <a:buClr>
                <a:schemeClr val="dk1"/>
              </a:buClr>
              <a:buSzPts val="5800"/>
              <a:buFont typeface="Arial"/>
              <a:buChar char="•"/>
              <a:defRPr sz="5800" b="0" i="0" u="none" strike="noStrike" cap="none">
                <a:solidFill>
                  <a:schemeClr val="dk1"/>
                </a:solidFill>
                <a:latin typeface="Arial"/>
                <a:ea typeface="Arial"/>
                <a:cs typeface="Arial"/>
                <a:sym typeface="Arial"/>
              </a:defRPr>
            </a:lvl3pPr>
            <a:lvl4pPr marL="1828800" marR="0" lvl="3"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4pPr>
            <a:lvl5pPr marL="2286000" marR="0" lvl="4"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5pPr>
            <a:lvl6pPr marL="2743200" marR="0" lvl="5"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6pPr>
            <a:lvl7pPr marL="3200400" marR="0" lvl="6"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7pPr>
            <a:lvl8pPr marL="3657600" marR="0" lvl="7"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8pPr>
            <a:lvl9pPr marL="4114800" marR="0" lvl="8" indent="-533400" algn="l" rtl="0">
              <a:spcBef>
                <a:spcPts val="960"/>
              </a:spcBef>
              <a:spcAft>
                <a:spcPts val="0"/>
              </a:spcAft>
              <a:buClr>
                <a:schemeClr val="dk1"/>
              </a:buClr>
              <a:buSzPts val="4800"/>
              <a:buFont typeface="Arial"/>
              <a:buChar char="»"/>
              <a:defRPr sz="4800" b="0" i="0" u="none" strike="noStrike" cap="none">
                <a:solidFill>
                  <a:schemeClr val="dk1"/>
                </a:solidFill>
                <a:latin typeface="Arial"/>
                <a:ea typeface="Arial"/>
                <a:cs typeface="Arial"/>
                <a:sym typeface="Arial"/>
              </a:defRPr>
            </a:lvl9pPr>
          </a:lstStyle>
          <a:p>
            <a:endParaRPr/>
          </a:p>
        </p:txBody>
      </p:sp>
      <p:sp>
        <p:nvSpPr>
          <p:cNvPr id="8" name="Google Shape;8;p2"/>
          <p:cNvSpPr txBox="1">
            <a:spLocks noGrp="1"/>
          </p:cNvSpPr>
          <p:nvPr>
            <p:ph type="dt" idx="10"/>
          </p:nvPr>
        </p:nvSpPr>
        <p:spPr>
          <a:xfrm>
            <a:off x="1644651" y="19985038"/>
            <a:ext cx="7683500" cy="1524000"/>
          </a:xfrm>
          <a:prstGeom prst="rect">
            <a:avLst/>
          </a:prstGeom>
          <a:noFill/>
          <a:ln>
            <a:noFill/>
          </a:ln>
        </p:spPr>
        <p:txBody>
          <a:bodyPr spcFirstLastPara="1" wrap="square" lIns="438900" tIns="219450" rIns="438900" bIns="219450" anchor="t" anchorCtr="0">
            <a:noAutofit/>
          </a:bodyPr>
          <a:lstStyle>
            <a:lvl1pPr marR="0" lvl="0" algn="l" rtl="0">
              <a:spcBef>
                <a:spcPts val="0"/>
              </a:spcBef>
              <a:spcAft>
                <a:spcPts val="0"/>
              </a:spcAft>
              <a:buSzPts val="1400"/>
              <a:buNone/>
              <a:defRPr sz="335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9" name="Google Shape;9;p2"/>
          <p:cNvSpPr txBox="1">
            <a:spLocks noGrp="1"/>
          </p:cNvSpPr>
          <p:nvPr>
            <p:ph type="ftr" idx="11"/>
          </p:nvPr>
        </p:nvSpPr>
        <p:spPr>
          <a:xfrm>
            <a:off x="11245851" y="19985038"/>
            <a:ext cx="10426700" cy="1524000"/>
          </a:xfrm>
          <a:prstGeom prst="rect">
            <a:avLst/>
          </a:prstGeom>
          <a:noFill/>
          <a:ln>
            <a:noFill/>
          </a:ln>
        </p:spPr>
        <p:txBody>
          <a:bodyPr spcFirstLastPara="1" wrap="square" lIns="438900" tIns="219450" rIns="438900" bIns="219450" anchor="t" anchorCtr="0">
            <a:noAutofit/>
          </a:bodyPr>
          <a:lstStyle>
            <a:lvl1pPr marR="0" lvl="0" algn="ctr" rtl="0">
              <a:spcBef>
                <a:spcPts val="0"/>
              </a:spcBef>
              <a:spcAft>
                <a:spcPts val="0"/>
              </a:spcAft>
              <a:buSzPts val="1400"/>
              <a:buNone/>
              <a:defRPr sz="335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10" name="Google Shape;10;p2"/>
          <p:cNvSpPr txBox="1">
            <a:spLocks noGrp="1"/>
          </p:cNvSpPr>
          <p:nvPr>
            <p:ph type="sldNum" idx="12"/>
          </p:nvPr>
        </p:nvSpPr>
        <p:spPr>
          <a:xfrm>
            <a:off x="23590252" y="19985038"/>
            <a:ext cx="7683500" cy="1524000"/>
          </a:xfrm>
          <a:prstGeom prst="rect">
            <a:avLst/>
          </a:prstGeom>
          <a:noFill/>
          <a:ln>
            <a:noFill/>
          </a:ln>
        </p:spPr>
        <p:txBody>
          <a:bodyPr spcFirstLastPara="1" wrap="square" lIns="438900" tIns="219450" rIns="438900" bIns="219450" anchor="t" anchorCtr="0">
            <a:noAutofit/>
          </a:bodyPr>
          <a:lstStyle>
            <a:lvl1pPr marL="0" marR="0" lvl="0" indent="0" algn="r" rtl="0">
              <a:spcBef>
                <a:spcPts val="0"/>
              </a:spcBef>
              <a:spcAft>
                <a:spcPts val="0"/>
              </a:spcAft>
              <a:buNone/>
              <a:defRPr sz="3350" b="0" i="0" u="none" strike="noStrike" cap="none">
                <a:solidFill>
                  <a:schemeClr val="dk1"/>
                </a:solidFill>
                <a:latin typeface="Arial"/>
                <a:ea typeface="Arial"/>
                <a:cs typeface="Arial"/>
                <a:sym typeface="Arial"/>
              </a:defRPr>
            </a:lvl1pPr>
            <a:lvl2pPr marL="0" marR="0" lvl="1" indent="0" algn="r" rtl="0">
              <a:spcBef>
                <a:spcPts val="0"/>
              </a:spcBef>
              <a:spcAft>
                <a:spcPts val="0"/>
              </a:spcAft>
              <a:buNone/>
              <a:defRPr sz="3350" b="0" i="0" u="none" strike="noStrike" cap="none">
                <a:solidFill>
                  <a:schemeClr val="dk1"/>
                </a:solidFill>
                <a:latin typeface="Arial"/>
                <a:ea typeface="Arial"/>
                <a:cs typeface="Arial"/>
                <a:sym typeface="Arial"/>
              </a:defRPr>
            </a:lvl2pPr>
            <a:lvl3pPr marL="0" marR="0" lvl="2" indent="0" algn="r" rtl="0">
              <a:spcBef>
                <a:spcPts val="0"/>
              </a:spcBef>
              <a:spcAft>
                <a:spcPts val="0"/>
              </a:spcAft>
              <a:buNone/>
              <a:defRPr sz="3350" b="0" i="0" u="none" strike="noStrike" cap="none">
                <a:solidFill>
                  <a:schemeClr val="dk1"/>
                </a:solidFill>
                <a:latin typeface="Arial"/>
                <a:ea typeface="Arial"/>
                <a:cs typeface="Arial"/>
                <a:sym typeface="Arial"/>
              </a:defRPr>
            </a:lvl3pPr>
            <a:lvl4pPr marL="0" marR="0" lvl="3" indent="0" algn="r" rtl="0">
              <a:spcBef>
                <a:spcPts val="0"/>
              </a:spcBef>
              <a:spcAft>
                <a:spcPts val="0"/>
              </a:spcAft>
              <a:buNone/>
              <a:defRPr sz="3350" b="0" i="0" u="none" strike="noStrike" cap="none">
                <a:solidFill>
                  <a:schemeClr val="dk1"/>
                </a:solidFill>
                <a:latin typeface="Arial"/>
                <a:ea typeface="Arial"/>
                <a:cs typeface="Arial"/>
                <a:sym typeface="Arial"/>
              </a:defRPr>
            </a:lvl4pPr>
            <a:lvl5pPr marL="0" marR="0" lvl="4" indent="0" algn="r" rtl="0">
              <a:spcBef>
                <a:spcPts val="0"/>
              </a:spcBef>
              <a:spcAft>
                <a:spcPts val="0"/>
              </a:spcAft>
              <a:buNone/>
              <a:defRPr sz="3350" b="0" i="0" u="none" strike="noStrike" cap="none">
                <a:solidFill>
                  <a:schemeClr val="dk1"/>
                </a:solidFill>
                <a:latin typeface="Arial"/>
                <a:ea typeface="Arial"/>
                <a:cs typeface="Arial"/>
                <a:sym typeface="Arial"/>
              </a:defRPr>
            </a:lvl5pPr>
            <a:lvl6pPr marL="0" marR="0" lvl="5" indent="0" algn="r" rtl="0">
              <a:spcBef>
                <a:spcPts val="0"/>
              </a:spcBef>
              <a:spcAft>
                <a:spcPts val="0"/>
              </a:spcAft>
              <a:buNone/>
              <a:defRPr sz="3350" b="0" i="0" u="none" strike="noStrike" cap="none">
                <a:solidFill>
                  <a:schemeClr val="dk1"/>
                </a:solidFill>
                <a:latin typeface="Arial"/>
                <a:ea typeface="Arial"/>
                <a:cs typeface="Arial"/>
                <a:sym typeface="Arial"/>
              </a:defRPr>
            </a:lvl6pPr>
            <a:lvl7pPr marL="0" marR="0" lvl="6" indent="0" algn="r" rtl="0">
              <a:spcBef>
                <a:spcPts val="0"/>
              </a:spcBef>
              <a:spcAft>
                <a:spcPts val="0"/>
              </a:spcAft>
              <a:buNone/>
              <a:defRPr sz="3350" b="0" i="0" u="none" strike="noStrike" cap="none">
                <a:solidFill>
                  <a:schemeClr val="dk1"/>
                </a:solidFill>
                <a:latin typeface="Arial"/>
                <a:ea typeface="Arial"/>
                <a:cs typeface="Arial"/>
                <a:sym typeface="Arial"/>
              </a:defRPr>
            </a:lvl7pPr>
            <a:lvl8pPr marL="0" marR="0" lvl="7" indent="0" algn="r" rtl="0">
              <a:spcBef>
                <a:spcPts val="0"/>
              </a:spcBef>
              <a:spcAft>
                <a:spcPts val="0"/>
              </a:spcAft>
              <a:buNone/>
              <a:defRPr sz="3350" b="0" i="0" u="none" strike="noStrike" cap="none">
                <a:solidFill>
                  <a:schemeClr val="dk1"/>
                </a:solidFill>
                <a:latin typeface="Arial"/>
                <a:ea typeface="Arial"/>
                <a:cs typeface="Arial"/>
                <a:sym typeface="Arial"/>
              </a:defRPr>
            </a:lvl8pPr>
            <a:lvl9pPr marL="0" marR="0" lvl="8" indent="0" algn="r" rtl="0">
              <a:spcBef>
                <a:spcPts val="0"/>
              </a:spcBef>
              <a:spcAft>
                <a:spcPts val="0"/>
              </a:spcAft>
              <a:buNone/>
              <a:defRPr sz="33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1" name="Google Shape;11;p2"/>
          <p:cNvPicPr preferRelativeResize="0"/>
          <p:nvPr/>
        </p:nvPicPr>
        <p:blipFill rotWithShape="1">
          <a:blip r:embed="rId13">
            <a:alphaModFix/>
          </a:blip>
          <a:srcRect/>
          <a:stretch/>
        </p:blipFill>
        <p:spPr>
          <a:xfrm rot="-5400000">
            <a:off x="-11074400" y="10972800"/>
            <a:ext cx="14274800" cy="3937000"/>
          </a:xfrm>
          <a:prstGeom prst="rect">
            <a:avLst/>
          </a:prstGeom>
          <a:noFill/>
          <a:ln>
            <a:noFill/>
          </a:ln>
        </p:spPr>
      </p:pic>
      <p:pic>
        <p:nvPicPr>
          <p:cNvPr id="12" name="Google Shape;12;p2"/>
          <p:cNvPicPr preferRelativeResize="0"/>
          <p:nvPr/>
        </p:nvPicPr>
        <p:blipFill rotWithShape="1">
          <a:blip r:embed="rId13">
            <a:alphaModFix/>
          </a:blip>
          <a:srcRect/>
          <a:stretch/>
        </p:blipFill>
        <p:spPr>
          <a:xfrm rot="5400000">
            <a:off x="29718000" y="10972800"/>
            <a:ext cx="14274800" cy="3937000"/>
          </a:xfrm>
          <a:prstGeom prst="rect">
            <a:avLst/>
          </a:prstGeom>
          <a:noFill/>
          <a:ln>
            <a:noFill/>
          </a:ln>
        </p:spPr>
      </p:pic>
      <p:pic>
        <p:nvPicPr>
          <p:cNvPr id="13" name="Google Shape;13;p2"/>
          <p:cNvPicPr preferRelativeResize="0"/>
          <p:nvPr/>
        </p:nvPicPr>
        <p:blipFill rotWithShape="1">
          <a:blip r:embed="rId14">
            <a:alphaModFix/>
          </a:blip>
          <a:srcRect/>
          <a:stretch/>
        </p:blipFill>
        <p:spPr>
          <a:xfrm>
            <a:off x="1460500" y="22453600"/>
            <a:ext cx="29997400" cy="1447800"/>
          </a:xfrm>
          <a:prstGeom prst="rect">
            <a:avLst/>
          </a:prstGeom>
          <a:noFill/>
          <a:ln>
            <a:noFill/>
          </a:ln>
        </p:spPr>
      </p:pic>
      <p:sp>
        <p:nvSpPr>
          <p:cNvPr id="14" name="Google Shape;14;p2"/>
          <p:cNvSpPr/>
          <p:nvPr/>
        </p:nvSpPr>
        <p:spPr>
          <a:xfrm>
            <a:off x="1460500" y="23025100"/>
            <a:ext cx="16459200" cy="1270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4560" b="0" i="0" u="none" strike="noStrike" cap="none">
                <a:solidFill>
                  <a:srgbClr val="808080"/>
                </a:solidFill>
                <a:latin typeface="Arial"/>
                <a:ea typeface="Arial"/>
                <a:cs typeface="Arial"/>
                <a:sym typeface="Arial"/>
              </a:rPr>
              <a:t>Template ID: pragmaticgraphite  Size: 36x24</a:t>
            </a: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p:nvPr/>
        </p:nvSpPr>
        <p:spPr>
          <a:xfrm>
            <a:off x="0" y="2116"/>
            <a:ext cx="32918400" cy="4134300"/>
          </a:xfrm>
          <a:prstGeom prst="rect">
            <a:avLst/>
          </a:prstGeom>
          <a:solidFill>
            <a:srgbClr val="4B4B4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b="1" i="0" u="none" strike="noStrike" cap="none">
              <a:solidFill>
                <a:schemeClr val="dk2"/>
              </a:solidFill>
              <a:latin typeface="Gill Sans"/>
              <a:ea typeface="Gill Sans"/>
              <a:cs typeface="Gill Sans"/>
              <a:sym typeface="Gill Sans"/>
            </a:endParaRPr>
          </a:p>
        </p:txBody>
      </p:sp>
      <p:sp>
        <p:nvSpPr>
          <p:cNvPr id="89" name="Google Shape;89;p1"/>
          <p:cNvSpPr txBox="1"/>
          <p:nvPr/>
        </p:nvSpPr>
        <p:spPr>
          <a:xfrm>
            <a:off x="831575" y="609600"/>
            <a:ext cx="31181100" cy="1958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Clr>
                <a:schemeClr val="dk1"/>
              </a:buClr>
              <a:buSzPts val="1100"/>
              <a:buFont typeface="Arial"/>
              <a:buNone/>
            </a:pPr>
            <a:r>
              <a:rPr lang="en-US" sz="4900">
                <a:solidFill>
                  <a:schemeClr val="lt1"/>
                </a:solidFill>
              </a:rPr>
              <a:t>Understanding Adoption &amp; Utility of Artificial Intelligence in </a:t>
            </a:r>
            <a:br>
              <a:rPr lang="en-US" sz="4900">
                <a:solidFill>
                  <a:schemeClr val="lt1"/>
                </a:solidFill>
              </a:rPr>
            </a:br>
            <a:r>
              <a:rPr lang="en-US" sz="4900">
                <a:solidFill>
                  <a:schemeClr val="lt1"/>
                </a:solidFill>
              </a:rPr>
              <a:t>Medical Residency Education: A Multi-Specialty Quantitative Study</a:t>
            </a:r>
            <a:endParaRPr sz="4900">
              <a:solidFill>
                <a:schemeClr val="lt1"/>
              </a:solidFill>
            </a:endParaRPr>
          </a:p>
        </p:txBody>
      </p:sp>
      <p:sp>
        <p:nvSpPr>
          <p:cNvPr id="90" name="Google Shape;90;p1"/>
          <p:cNvSpPr txBox="1"/>
          <p:nvPr/>
        </p:nvSpPr>
        <p:spPr>
          <a:xfrm>
            <a:off x="4230125" y="2409364"/>
            <a:ext cx="24384000" cy="12339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lt1"/>
              </a:buClr>
              <a:buSzPts val="3700"/>
              <a:buFont typeface="Arial"/>
              <a:buNone/>
            </a:pPr>
            <a:r>
              <a:rPr lang="en-US" sz="3700" dirty="0">
                <a:solidFill>
                  <a:schemeClr val="lt1"/>
                </a:solidFill>
              </a:rPr>
              <a:t>Gabriel Allaf, DO,  Phillip Kim MD, MPH,  Mohammed Elhassan, MD</a:t>
            </a:r>
            <a:endParaRPr sz="3700" dirty="0">
              <a:solidFill>
                <a:schemeClr val="lt1"/>
              </a:solidFill>
            </a:endParaRPr>
          </a:p>
          <a:p>
            <a:pPr marL="0" marR="0" lvl="0" indent="0" algn="ctr" rtl="0">
              <a:lnSpc>
                <a:spcPct val="100000"/>
              </a:lnSpc>
              <a:spcBef>
                <a:spcPts val="740"/>
              </a:spcBef>
              <a:spcAft>
                <a:spcPts val="0"/>
              </a:spcAft>
              <a:buClr>
                <a:schemeClr val="lt1"/>
              </a:buClr>
              <a:buSzPts val="3700"/>
              <a:buFont typeface="Arial"/>
              <a:buNone/>
            </a:pPr>
            <a:r>
              <a:rPr lang="en-US" sz="3700" dirty="0">
                <a:solidFill>
                  <a:schemeClr val="lt1"/>
                </a:solidFill>
              </a:rPr>
              <a:t>Saint Agnes Medical Center, Department of Family and Internal Medicine</a:t>
            </a:r>
            <a:endParaRPr sz="3700" dirty="0">
              <a:solidFill>
                <a:schemeClr val="lt1"/>
              </a:solidFill>
            </a:endParaRPr>
          </a:p>
        </p:txBody>
      </p:sp>
      <p:sp>
        <p:nvSpPr>
          <p:cNvPr id="91" name="Google Shape;91;p1"/>
          <p:cNvSpPr txBox="1"/>
          <p:nvPr/>
        </p:nvSpPr>
        <p:spPr>
          <a:xfrm>
            <a:off x="458840" y="13773614"/>
            <a:ext cx="7200000" cy="7172700"/>
          </a:xfrm>
          <a:prstGeom prst="rect">
            <a:avLst/>
          </a:prstGeom>
          <a:noFill/>
          <a:ln>
            <a:noFill/>
          </a:ln>
        </p:spPr>
        <p:txBody>
          <a:bodyPr spcFirstLastPara="1" wrap="square" lIns="60925" tIns="30450" rIns="60925" bIns="30450" anchor="t" anchorCtr="0">
            <a:spAutoFit/>
          </a:bodyPr>
          <a:lstStyle/>
          <a:p>
            <a:pPr marL="0" lvl="0" indent="0" algn="l" rtl="0">
              <a:spcBef>
                <a:spcPts val="0"/>
              </a:spcBef>
              <a:spcAft>
                <a:spcPts val="0"/>
              </a:spcAft>
              <a:buClr>
                <a:schemeClr val="dk1"/>
              </a:buClr>
              <a:buSzPts val="1100"/>
              <a:buFont typeface="Arial"/>
              <a:buNone/>
            </a:pPr>
            <a:r>
              <a:rPr lang="en-US" sz="2100"/>
              <a:t>Cross-sectional study was conducted at St. Agnes Medical Center.  A 28-item survey was distributed to all 119 residents across five residency programs:</a:t>
            </a:r>
            <a:endParaRPr sz="2100"/>
          </a:p>
          <a:p>
            <a:pPr marL="457200" lvl="0" indent="-361950" algn="l" rtl="0">
              <a:spcBef>
                <a:spcPts val="0"/>
              </a:spcBef>
              <a:spcAft>
                <a:spcPts val="0"/>
              </a:spcAft>
              <a:buSzPts val="2100"/>
              <a:buChar char="●"/>
            </a:pPr>
            <a:r>
              <a:rPr lang="en-US" sz="2100"/>
              <a:t>Internal Medicine (47 residents)</a:t>
            </a:r>
            <a:endParaRPr sz="2100"/>
          </a:p>
          <a:p>
            <a:pPr marL="457200" lvl="0" indent="-361950" algn="l" rtl="0">
              <a:spcBef>
                <a:spcPts val="0"/>
              </a:spcBef>
              <a:spcAft>
                <a:spcPts val="0"/>
              </a:spcAft>
              <a:buSzPts val="2100"/>
              <a:buChar char="●"/>
            </a:pPr>
            <a:r>
              <a:rPr lang="en-US" sz="2100"/>
              <a:t>Family Medicine (24 residents)</a:t>
            </a:r>
            <a:endParaRPr sz="2100"/>
          </a:p>
          <a:p>
            <a:pPr marL="457200" lvl="0" indent="-361950" algn="l" rtl="0">
              <a:spcBef>
                <a:spcPts val="0"/>
              </a:spcBef>
              <a:spcAft>
                <a:spcPts val="0"/>
              </a:spcAft>
              <a:buSzPts val="2100"/>
              <a:buChar char="●"/>
            </a:pPr>
            <a:r>
              <a:rPr lang="en-US" sz="2100"/>
              <a:t>Emergency Medicine (19 residents)</a:t>
            </a:r>
            <a:endParaRPr sz="2100"/>
          </a:p>
          <a:p>
            <a:pPr marL="457200" lvl="0" indent="-361950" algn="l" rtl="0">
              <a:spcBef>
                <a:spcPts val="0"/>
              </a:spcBef>
              <a:spcAft>
                <a:spcPts val="0"/>
              </a:spcAft>
              <a:buSzPts val="2100"/>
              <a:buChar char="●"/>
            </a:pPr>
            <a:r>
              <a:rPr lang="en-US" sz="2100"/>
              <a:t>Transitional Year Medicine (11 residents)</a:t>
            </a:r>
            <a:endParaRPr sz="2100"/>
          </a:p>
          <a:p>
            <a:pPr marL="0" lvl="0" indent="0" algn="l" rtl="0">
              <a:spcBef>
                <a:spcPts val="0"/>
              </a:spcBef>
              <a:spcAft>
                <a:spcPts val="0"/>
              </a:spcAft>
              <a:buClr>
                <a:schemeClr val="dk1"/>
              </a:buClr>
              <a:buSzPts val="1100"/>
              <a:buFont typeface="Arial"/>
              <a:buNone/>
            </a:pPr>
            <a:r>
              <a:rPr lang="en-US" sz="2100"/>
              <a:t>A total of 102 residents (85.7%) completed the survey. Items assessed:</a:t>
            </a:r>
            <a:endParaRPr sz="2100"/>
          </a:p>
          <a:p>
            <a:pPr marL="457200" lvl="0" indent="-361950" algn="l" rtl="0">
              <a:spcBef>
                <a:spcPts val="0"/>
              </a:spcBef>
              <a:spcAft>
                <a:spcPts val="0"/>
              </a:spcAft>
              <a:buSzPts val="2100"/>
              <a:buChar char="●"/>
            </a:pPr>
            <a:r>
              <a:rPr lang="en-US" sz="2100"/>
              <a:t>AI familiarity and confidence (Likert scale 1–5)</a:t>
            </a:r>
            <a:endParaRPr sz="2100"/>
          </a:p>
          <a:p>
            <a:pPr marL="457200" lvl="0" indent="-361950" algn="l" rtl="0">
              <a:spcBef>
                <a:spcPts val="0"/>
              </a:spcBef>
              <a:spcAft>
                <a:spcPts val="0"/>
              </a:spcAft>
              <a:buSzPts val="2100"/>
              <a:buChar char="●"/>
            </a:pPr>
            <a:r>
              <a:rPr lang="en-US" sz="2100"/>
              <a:t>Frequency and platform of AI tool use</a:t>
            </a:r>
            <a:endParaRPr sz="2100"/>
          </a:p>
          <a:p>
            <a:pPr marL="457200" lvl="0" indent="-361950" algn="l" rtl="0">
              <a:spcBef>
                <a:spcPts val="0"/>
              </a:spcBef>
              <a:spcAft>
                <a:spcPts val="0"/>
              </a:spcAft>
              <a:buSzPts val="2100"/>
              <a:buChar char="●"/>
            </a:pPr>
            <a:r>
              <a:rPr lang="en-US" sz="2100"/>
              <a:t>Perceived impact on clinical performance (diagnostic accuracy, time management)</a:t>
            </a:r>
            <a:endParaRPr sz="2100"/>
          </a:p>
          <a:p>
            <a:pPr marL="457200" lvl="0" indent="-361950" algn="l" rtl="0">
              <a:spcBef>
                <a:spcPts val="0"/>
              </a:spcBef>
              <a:spcAft>
                <a:spcPts val="0"/>
              </a:spcAft>
              <a:buSzPts val="2100"/>
              <a:buChar char="●"/>
            </a:pPr>
            <a:r>
              <a:rPr lang="en-US" sz="2100"/>
              <a:t>Most helpful AI functions and models</a:t>
            </a:r>
            <a:endParaRPr sz="2100"/>
          </a:p>
          <a:p>
            <a:pPr marL="457200" lvl="0" indent="-361950" algn="l" rtl="0">
              <a:spcBef>
                <a:spcPts val="0"/>
              </a:spcBef>
              <a:spcAft>
                <a:spcPts val="0"/>
              </a:spcAft>
              <a:buSzPts val="2100"/>
              <a:buChar char="●"/>
            </a:pPr>
            <a:r>
              <a:rPr lang="en-US" sz="2100"/>
              <a:t>Barriers to adoption</a:t>
            </a:r>
            <a:endParaRPr sz="2100"/>
          </a:p>
          <a:p>
            <a:pPr marL="0" lvl="0" indent="0" algn="l" rtl="0">
              <a:spcBef>
                <a:spcPts val="0"/>
              </a:spcBef>
              <a:spcAft>
                <a:spcPts val="0"/>
              </a:spcAft>
              <a:buSzPts val="1100"/>
              <a:buNone/>
            </a:pPr>
            <a:r>
              <a:rPr lang="en-US" sz="2100"/>
              <a:t>Quantitative data were analyzed using descriptive statistics, logistic regression, and correlation matrices. Subgroup analyses examined adoption by residency year, gender, and specialty. All visualizations and inferential statistics were conducted using Julius AI, with supplemental interpretation and refinement using GPT-4 (ChatGPT) to ensure data clarity and reproducibility</a:t>
            </a:r>
            <a:endParaRPr sz="2100"/>
          </a:p>
        </p:txBody>
      </p:sp>
      <p:sp>
        <p:nvSpPr>
          <p:cNvPr id="92" name="Google Shape;92;p1"/>
          <p:cNvSpPr txBox="1"/>
          <p:nvPr/>
        </p:nvSpPr>
        <p:spPr>
          <a:xfrm>
            <a:off x="25627115" y="5029458"/>
            <a:ext cx="7200000" cy="4845600"/>
          </a:xfrm>
          <a:prstGeom prst="rect">
            <a:avLst/>
          </a:prstGeom>
          <a:noFill/>
          <a:ln>
            <a:noFill/>
          </a:ln>
        </p:spPr>
        <p:txBody>
          <a:bodyPr spcFirstLastPara="1" wrap="square" lIns="60925" tIns="30450" rIns="60925" bIns="30450" anchor="t" anchorCtr="0">
            <a:spAutoFit/>
          </a:bodyPr>
          <a:lstStyle/>
          <a:p>
            <a:pPr marL="457200" lvl="0" indent="-361950" algn="l" rtl="0">
              <a:lnSpc>
                <a:spcPct val="115000"/>
              </a:lnSpc>
              <a:spcBef>
                <a:spcPts val="1200"/>
              </a:spcBef>
              <a:spcAft>
                <a:spcPts val="0"/>
              </a:spcAft>
              <a:buClr>
                <a:schemeClr val="dk1"/>
              </a:buClr>
              <a:buSzPts val="2100"/>
              <a:buChar char="●"/>
            </a:pPr>
            <a:r>
              <a:rPr lang="en-US" sz="2100" dirty="0">
                <a:solidFill>
                  <a:schemeClr val="dk1"/>
                </a:solidFill>
              </a:rPr>
              <a:t>AI Adoption Increases with Training: PGY1 (70.5%) to PGY2 (83.9%) to PGY3 (88.5%)</a:t>
            </a:r>
            <a:endParaRPr sz="2100" dirty="0">
              <a:solidFill>
                <a:schemeClr val="dk1"/>
              </a:solidFill>
            </a:endParaRPr>
          </a:p>
          <a:p>
            <a:pPr marL="457200" lvl="0" indent="-361950" algn="l" rtl="0">
              <a:lnSpc>
                <a:spcPct val="115000"/>
              </a:lnSpc>
              <a:spcBef>
                <a:spcPts val="0"/>
              </a:spcBef>
              <a:spcAft>
                <a:spcPts val="0"/>
              </a:spcAft>
              <a:buClr>
                <a:schemeClr val="dk1"/>
              </a:buClr>
              <a:buSzPts val="2100"/>
              <a:buChar char="●"/>
            </a:pPr>
            <a:r>
              <a:rPr lang="en-US" sz="2100" dirty="0">
                <a:solidFill>
                  <a:schemeClr val="dk1"/>
                </a:solidFill>
              </a:rPr>
              <a:t>Usage Frequency: 79.4% of residents use AI daily; 1–2x/day most common</a:t>
            </a:r>
            <a:endParaRPr sz="2100" dirty="0">
              <a:solidFill>
                <a:schemeClr val="dk1"/>
              </a:solidFill>
            </a:endParaRPr>
          </a:p>
          <a:p>
            <a:pPr marL="457200" lvl="0" indent="-361950" algn="l" rtl="0">
              <a:lnSpc>
                <a:spcPct val="115000"/>
              </a:lnSpc>
              <a:spcBef>
                <a:spcPts val="0"/>
              </a:spcBef>
              <a:spcAft>
                <a:spcPts val="0"/>
              </a:spcAft>
              <a:buClr>
                <a:schemeClr val="dk1"/>
              </a:buClr>
              <a:buSzPts val="2100"/>
              <a:buChar char="●"/>
            </a:pPr>
            <a:r>
              <a:rPr lang="en-US" sz="2100" dirty="0">
                <a:solidFill>
                  <a:schemeClr val="dk1"/>
                </a:solidFill>
              </a:rPr>
              <a:t>Clinical Impact:</a:t>
            </a:r>
            <a:endParaRPr sz="2100" dirty="0">
              <a:solidFill>
                <a:schemeClr val="dk1"/>
              </a:solidFill>
            </a:endParaRPr>
          </a:p>
          <a:p>
            <a:pPr marL="914400" lvl="1" indent="-361950" algn="l" rtl="0">
              <a:lnSpc>
                <a:spcPct val="115000"/>
              </a:lnSpc>
              <a:spcBef>
                <a:spcPts val="0"/>
              </a:spcBef>
              <a:spcAft>
                <a:spcPts val="0"/>
              </a:spcAft>
              <a:buClr>
                <a:schemeClr val="dk1"/>
              </a:buClr>
              <a:buSzPts val="2100"/>
              <a:buChar char="○"/>
            </a:pPr>
            <a:r>
              <a:rPr lang="en-US" sz="2100" dirty="0">
                <a:solidFill>
                  <a:schemeClr val="dk1"/>
                </a:solidFill>
              </a:rPr>
              <a:t>81.2% noted improved diagnostic skills</a:t>
            </a:r>
            <a:endParaRPr sz="2100" dirty="0">
              <a:solidFill>
                <a:schemeClr val="dk1"/>
              </a:solidFill>
            </a:endParaRPr>
          </a:p>
          <a:p>
            <a:pPr marL="914400" lvl="1" indent="-361950" algn="l" rtl="0">
              <a:lnSpc>
                <a:spcPct val="115000"/>
              </a:lnSpc>
              <a:spcBef>
                <a:spcPts val="0"/>
              </a:spcBef>
              <a:spcAft>
                <a:spcPts val="0"/>
              </a:spcAft>
              <a:buClr>
                <a:schemeClr val="dk1"/>
              </a:buClr>
              <a:buSzPts val="2100"/>
              <a:buChar char="○"/>
            </a:pPr>
            <a:r>
              <a:rPr lang="en-US" sz="2100" dirty="0">
                <a:solidFill>
                  <a:schemeClr val="dk1"/>
                </a:solidFill>
              </a:rPr>
              <a:t>60% reported improved time management (avg. score ≥4 on 5-point Likert)</a:t>
            </a:r>
            <a:endParaRPr sz="2100" dirty="0">
              <a:solidFill>
                <a:schemeClr val="dk1"/>
              </a:solidFill>
            </a:endParaRPr>
          </a:p>
          <a:p>
            <a:pPr marL="457200" lvl="0" indent="-361950" algn="l" rtl="0">
              <a:lnSpc>
                <a:spcPct val="115000"/>
              </a:lnSpc>
              <a:spcBef>
                <a:spcPts val="0"/>
              </a:spcBef>
              <a:spcAft>
                <a:spcPts val="0"/>
              </a:spcAft>
              <a:buClr>
                <a:schemeClr val="dk1"/>
              </a:buClr>
              <a:buSzPts val="2100"/>
              <a:buChar char="●"/>
            </a:pPr>
            <a:r>
              <a:rPr lang="en-US" sz="2100" dirty="0">
                <a:solidFill>
                  <a:schemeClr val="dk1"/>
                </a:solidFill>
              </a:rPr>
              <a:t>Most Used Models: Open Evidence AI, ChatGPT</a:t>
            </a:r>
            <a:endParaRPr sz="2100" dirty="0">
              <a:solidFill>
                <a:schemeClr val="dk1"/>
              </a:solidFill>
            </a:endParaRPr>
          </a:p>
          <a:p>
            <a:pPr marL="457200" lvl="0" indent="-361950" algn="l" rtl="0">
              <a:lnSpc>
                <a:spcPct val="115000"/>
              </a:lnSpc>
              <a:spcBef>
                <a:spcPts val="0"/>
              </a:spcBef>
              <a:spcAft>
                <a:spcPts val="0"/>
              </a:spcAft>
              <a:buClr>
                <a:schemeClr val="dk1"/>
              </a:buClr>
              <a:buSzPts val="2100"/>
              <a:buChar char="●"/>
            </a:pPr>
            <a:r>
              <a:rPr lang="en-US" sz="2100" dirty="0">
                <a:solidFill>
                  <a:schemeClr val="dk1"/>
                </a:solidFill>
              </a:rPr>
              <a:t>Most Helpful Functions: Clinical question resolution, research support, patient note writing</a:t>
            </a:r>
            <a:endParaRPr sz="2100" dirty="0">
              <a:solidFill>
                <a:schemeClr val="dk1"/>
              </a:solidFill>
            </a:endParaRPr>
          </a:p>
          <a:p>
            <a:pPr marL="457200" lvl="0" indent="-361950" algn="l" rtl="0">
              <a:lnSpc>
                <a:spcPct val="115000"/>
              </a:lnSpc>
              <a:spcBef>
                <a:spcPts val="0"/>
              </a:spcBef>
              <a:spcAft>
                <a:spcPts val="0"/>
              </a:spcAft>
              <a:buClr>
                <a:schemeClr val="dk1"/>
              </a:buClr>
              <a:buSzPts val="2100"/>
              <a:buChar char="●"/>
            </a:pPr>
            <a:r>
              <a:rPr lang="en-US" sz="2100" dirty="0">
                <a:solidFill>
                  <a:schemeClr val="dk1"/>
                </a:solidFill>
              </a:rPr>
              <a:t>Barriers: Top 3: Lack of standardized datasets, ethical concerns, insufficient training</a:t>
            </a:r>
            <a:endParaRPr sz="2100" dirty="0">
              <a:solidFill>
                <a:schemeClr val="dk1"/>
              </a:solidFill>
            </a:endParaRPr>
          </a:p>
        </p:txBody>
      </p:sp>
      <p:sp>
        <p:nvSpPr>
          <p:cNvPr id="93" name="Google Shape;93;p1"/>
          <p:cNvSpPr txBox="1"/>
          <p:nvPr/>
        </p:nvSpPr>
        <p:spPr>
          <a:xfrm>
            <a:off x="25647041" y="10652839"/>
            <a:ext cx="7200000" cy="2970600"/>
          </a:xfrm>
          <a:prstGeom prst="rect">
            <a:avLst/>
          </a:prstGeom>
          <a:noFill/>
          <a:ln>
            <a:noFill/>
          </a:ln>
        </p:spPr>
        <p:txBody>
          <a:bodyPr spcFirstLastPara="1" wrap="square" lIns="60925" tIns="30450" rIns="60925" bIns="30450" anchor="t" anchorCtr="0">
            <a:spAutoFit/>
          </a:bodyPr>
          <a:lstStyle/>
          <a:p>
            <a:pPr marL="457200" lvl="0" indent="-361950" algn="l" rtl="0">
              <a:spcBef>
                <a:spcPts val="0"/>
              </a:spcBef>
              <a:spcAft>
                <a:spcPts val="0"/>
              </a:spcAft>
              <a:buSzPts val="2100"/>
              <a:buChar char="●"/>
            </a:pPr>
            <a:r>
              <a:rPr lang="en-US" sz="2100" dirty="0"/>
              <a:t>High rate of AI adoption across all specialties</a:t>
            </a:r>
            <a:endParaRPr sz="2100" dirty="0"/>
          </a:p>
          <a:p>
            <a:pPr marL="457200" lvl="0" indent="-361950" algn="l" rtl="0">
              <a:spcBef>
                <a:spcPts val="0"/>
              </a:spcBef>
              <a:spcAft>
                <a:spcPts val="0"/>
              </a:spcAft>
              <a:buSzPts val="2100"/>
              <a:buChar char="●"/>
            </a:pPr>
            <a:r>
              <a:rPr lang="en-US" sz="2100" dirty="0"/>
              <a:t>Usage and perceived benefit increase progressively with each residency year</a:t>
            </a:r>
            <a:endParaRPr sz="2100" dirty="0"/>
          </a:p>
          <a:p>
            <a:pPr marL="457200" lvl="0" indent="-361950" algn="l" rtl="0">
              <a:spcBef>
                <a:spcPts val="0"/>
              </a:spcBef>
              <a:spcAft>
                <a:spcPts val="0"/>
              </a:spcAft>
              <a:buSzPts val="2100"/>
              <a:buChar char="●"/>
            </a:pPr>
            <a:r>
              <a:rPr lang="en-US" sz="2100" dirty="0"/>
              <a:t>~80% of residents use AI tools daily in clinical or educational contexts</a:t>
            </a:r>
            <a:endParaRPr sz="2100" dirty="0"/>
          </a:p>
          <a:p>
            <a:pPr marL="457200" lvl="0" indent="-361950" algn="l" rtl="0">
              <a:spcBef>
                <a:spcPts val="0"/>
              </a:spcBef>
              <a:spcAft>
                <a:spcPts val="0"/>
              </a:spcAft>
              <a:buSzPts val="2100"/>
              <a:buChar char="●"/>
            </a:pPr>
            <a:r>
              <a:rPr lang="en-US" sz="2100" dirty="0"/>
              <a:t>Most commonly cited benefits: Improved diagnostic accuracy and Enhanced time management</a:t>
            </a:r>
            <a:endParaRPr sz="2100" dirty="0"/>
          </a:p>
          <a:p>
            <a:pPr marL="457200" lvl="0" indent="-361950" algn="l" rtl="0">
              <a:spcBef>
                <a:spcPts val="0"/>
              </a:spcBef>
              <a:spcAft>
                <a:spcPts val="0"/>
              </a:spcAft>
              <a:buSzPts val="2100"/>
              <a:buChar char="●"/>
            </a:pPr>
            <a:r>
              <a:rPr lang="en-US" sz="2100" dirty="0"/>
              <a:t>AI is increasingly integrating into resident workflows, especially by PGY2–PGY3</a:t>
            </a:r>
            <a:endParaRPr sz="2100" dirty="0"/>
          </a:p>
        </p:txBody>
      </p:sp>
      <p:sp>
        <p:nvSpPr>
          <p:cNvPr id="94" name="Google Shape;94;p1"/>
          <p:cNvSpPr txBox="1"/>
          <p:nvPr/>
        </p:nvSpPr>
        <p:spPr>
          <a:xfrm>
            <a:off x="458839" y="5524370"/>
            <a:ext cx="7200000" cy="7172700"/>
          </a:xfrm>
          <a:prstGeom prst="rect">
            <a:avLst/>
          </a:prstGeom>
          <a:noFill/>
          <a:ln>
            <a:noFill/>
          </a:ln>
        </p:spPr>
        <p:txBody>
          <a:bodyPr spcFirstLastPara="1" wrap="square" lIns="60925" tIns="30450" rIns="60925" bIns="30450" anchor="t" anchorCtr="0">
            <a:spAutoFit/>
          </a:bodyPr>
          <a:lstStyle/>
          <a:p>
            <a:pPr marL="457200" lvl="0" indent="-361950" algn="l" rtl="0">
              <a:spcBef>
                <a:spcPts val="0"/>
              </a:spcBef>
              <a:spcAft>
                <a:spcPts val="0"/>
              </a:spcAft>
              <a:buSzPts val="2100"/>
              <a:buChar char="●"/>
            </a:pPr>
            <a:r>
              <a:rPr lang="en-US" sz="2100"/>
              <a:t>Artificial Intelligence (AI) is transforming clinical decision-making, medical education, and healthcare communication</a:t>
            </a:r>
            <a:endParaRPr sz="2100"/>
          </a:p>
          <a:p>
            <a:pPr marL="457200" lvl="0" indent="-361950" algn="l" rtl="0">
              <a:spcBef>
                <a:spcPts val="0"/>
              </a:spcBef>
              <a:spcAft>
                <a:spcPts val="0"/>
              </a:spcAft>
              <a:buSzPts val="2100"/>
              <a:buChar char="●"/>
            </a:pPr>
            <a:r>
              <a:rPr lang="en-US" sz="2100"/>
              <a:t>Medical students are increasingly exposed to AI fundamentals, but resident-level adoption and perceptions remain underexplored</a:t>
            </a:r>
            <a:endParaRPr sz="2100"/>
          </a:p>
          <a:p>
            <a:pPr marL="457200" lvl="0" indent="-361950" algn="l" rtl="0">
              <a:spcBef>
                <a:spcPts val="0"/>
              </a:spcBef>
              <a:spcAft>
                <a:spcPts val="0"/>
              </a:spcAft>
              <a:buSzPts val="2100"/>
              <a:buChar char="●"/>
            </a:pPr>
            <a:r>
              <a:rPr lang="en-US" sz="2100"/>
              <a:t>Residents are uniquely positioned at the intersection of learning and independent clinical practice</a:t>
            </a:r>
            <a:endParaRPr sz="2100"/>
          </a:p>
          <a:p>
            <a:pPr marL="457200" lvl="0" indent="-361950" algn="l" rtl="0">
              <a:spcBef>
                <a:spcPts val="0"/>
              </a:spcBef>
              <a:spcAft>
                <a:spcPts val="0"/>
              </a:spcAft>
              <a:buSzPts val="2100"/>
              <a:buChar char="●"/>
            </a:pPr>
            <a:r>
              <a:rPr lang="en-US" sz="2100"/>
              <a:t>AI tools — including language models, documentation assistants, and clinical support systems — are being integrated into clinical environments</a:t>
            </a:r>
            <a:endParaRPr sz="2100"/>
          </a:p>
          <a:p>
            <a:pPr marL="457200" lvl="0" indent="-361950" algn="l" rtl="0">
              <a:spcBef>
                <a:spcPts val="0"/>
              </a:spcBef>
              <a:spcAft>
                <a:spcPts val="0"/>
              </a:spcAft>
              <a:buSzPts val="2100"/>
              <a:buChar char="●"/>
            </a:pPr>
            <a:r>
              <a:rPr lang="en-US" sz="2100"/>
              <a:t>Understanding resident perspectives on AI use is essential to: tailor future curricula and faculty development as well as support safe and evidence-based integration of AI into patient care</a:t>
            </a:r>
            <a:endParaRPr sz="2100"/>
          </a:p>
          <a:p>
            <a:pPr marL="457200" lvl="0" indent="-361950" algn="l" rtl="0">
              <a:spcBef>
                <a:spcPts val="0"/>
              </a:spcBef>
              <a:spcAft>
                <a:spcPts val="0"/>
              </a:spcAft>
              <a:buSzPts val="2100"/>
              <a:buChar char="●"/>
            </a:pPr>
            <a:r>
              <a:rPr lang="en-US" sz="2100"/>
              <a:t>This study evaluates:</a:t>
            </a:r>
            <a:endParaRPr sz="2100"/>
          </a:p>
          <a:p>
            <a:pPr marL="914400" lvl="1" indent="-361950" algn="l" rtl="0">
              <a:spcBef>
                <a:spcPts val="0"/>
              </a:spcBef>
              <a:spcAft>
                <a:spcPts val="0"/>
              </a:spcAft>
              <a:buSzPts val="2100"/>
              <a:buChar char="○"/>
            </a:pPr>
            <a:r>
              <a:rPr lang="en-US" sz="2100"/>
              <a:t>AI familiarity, usage, &amp; confidence across specialties</a:t>
            </a:r>
            <a:endParaRPr sz="2100"/>
          </a:p>
          <a:p>
            <a:pPr marL="914400" lvl="1" indent="-361950" algn="l" rtl="0">
              <a:spcBef>
                <a:spcPts val="0"/>
              </a:spcBef>
              <a:spcAft>
                <a:spcPts val="0"/>
              </a:spcAft>
              <a:buSzPts val="2100"/>
              <a:buChar char="○"/>
            </a:pPr>
            <a:r>
              <a:rPr lang="en-US" sz="2100"/>
              <a:t>Clinical impact on diagnostic reasoning and time management</a:t>
            </a:r>
            <a:endParaRPr sz="2100"/>
          </a:p>
          <a:p>
            <a:pPr marL="914400" lvl="1" indent="-361950" algn="l" rtl="0">
              <a:spcBef>
                <a:spcPts val="0"/>
              </a:spcBef>
              <a:spcAft>
                <a:spcPts val="0"/>
              </a:spcAft>
              <a:buSzPts val="2100"/>
              <a:buChar char="○"/>
            </a:pPr>
            <a:r>
              <a:rPr lang="en-US" sz="2100"/>
              <a:t>Barriers to adoption and training preferences</a:t>
            </a:r>
            <a:endParaRPr sz="2100"/>
          </a:p>
          <a:p>
            <a:pPr marL="914400" lvl="1" indent="-361950" algn="l" rtl="0">
              <a:spcBef>
                <a:spcPts val="0"/>
              </a:spcBef>
              <a:spcAft>
                <a:spcPts val="0"/>
              </a:spcAft>
              <a:buSzPts val="2100"/>
              <a:buChar char="○"/>
            </a:pPr>
            <a:r>
              <a:rPr lang="en-US" sz="2100"/>
              <a:t>How AI usage evolves with residency progression</a:t>
            </a:r>
            <a:endParaRPr sz="2100"/>
          </a:p>
        </p:txBody>
      </p:sp>
      <p:sp>
        <p:nvSpPr>
          <p:cNvPr id="95" name="Google Shape;95;p1"/>
          <p:cNvSpPr txBox="1"/>
          <p:nvPr/>
        </p:nvSpPr>
        <p:spPr>
          <a:xfrm>
            <a:off x="25627115" y="20241756"/>
            <a:ext cx="6594599" cy="1500350"/>
          </a:xfrm>
          <a:prstGeom prst="rect">
            <a:avLst/>
          </a:prstGeom>
          <a:noFill/>
          <a:ln>
            <a:noFill/>
          </a:ln>
        </p:spPr>
        <p:txBody>
          <a:bodyPr spcFirstLastPara="1" wrap="square" lIns="60925" tIns="30450" rIns="60925" bIns="30450" anchor="t" anchorCtr="0">
            <a:spAutoFit/>
          </a:bodyPr>
          <a:lstStyle/>
          <a:p>
            <a:pPr marL="0" lvl="0" indent="0" algn="just" rtl="0">
              <a:lnSpc>
                <a:spcPct val="110000"/>
              </a:lnSpc>
              <a:spcBef>
                <a:spcPts val="0"/>
              </a:spcBef>
              <a:spcAft>
                <a:spcPts val="0"/>
              </a:spcAft>
              <a:buSzPts val="1100"/>
              <a:buNone/>
            </a:pPr>
            <a:r>
              <a:rPr lang="en-US" sz="1700" dirty="0">
                <a:solidFill>
                  <a:schemeClr val="dk1"/>
                </a:solidFill>
              </a:rPr>
              <a:t>Special thanks to the residents and faculty of St. Agnes Medical Center from the Family Medicine, Internal Medicine, Emergency Medicine, Sports Medicine, and Transitional Year programs for their participation and support in distributing the survey. Data analytics were performed using Julius AI and GPT-4 (ChatGPT).</a:t>
            </a:r>
            <a:endParaRPr sz="1700" dirty="0">
              <a:solidFill>
                <a:schemeClr val="dk1"/>
              </a:solidFill>
            </a:endParaRPr>
          </a:p>
        </p:txBody>
      </p:sp>
      <p:sp>
        <p:nvSpPr>
          <p:cNvPr id="96" name="Google Shape;96;p1"/>
          <p:cNvSpPr txBox="1"/>
          <p:nvPr/>
        </p:nvSpPr>
        <p:spPr>
          <a:xfrm>
            <a:off x="831583" y="4861850"/>
            <a:ext cx="2282400" cy="461700"/>
          </a:xfrm>
          <a:prstGeom prst="rect">
            <a:avLst/>
          </a:prstGeom>
          <a:solidFill>
            <a:schemeClr val="lt1"/>
          </a:solidFill>
          <a:ln>
            <a:noFill/>
          </a:ln>
          <a:effectLst>
            <a:outerShdw dist="444500" dir="10800000" algn="tl" rotWithShape="0">
              <a:srgbClr val="B41E1E"/>
            </a:outerShdw>
          </a:effectLst>
        </p:spPr>
        <p:txBody>
          <a:bodyPr spcFirstLastPara="1" wrap="square" lIns="182875" tIns="45700" rIns="91425" bIns="45700" anchor="t" anchorCtr="0">
            <a:spAutoFit/>
          </a:bodyPr>
          <a:lstStyle/>
          <a:p>
            <a:pPr marL="0" marR="0" lvl="0" indent="0" algn="l" rtl="0">
              <a:spcBef>
                <a:spcPts val="0"/>
              </a:spcBef>
              <a:spcAft>
                <a:spcPts val="0"/>
              </a:spcAft>
              <a:buNone/>
            </a:pPr>
            <a:r>
              <a:rPr lang="en-US" sz="2400" b="0" i="0" u="none" strike="noStrike" cap="none">
                <a:solidFill>
                  <a:srgbClr val="B41E1E"/>
                </a:solidFill>
                <a:latin typeface="Bree Serif"/>
                <a:ea typeface="Bree Serif"/>
                <a:cs typeface="Bree Serif"/>
                <a:sym typeface="Bree Serif"/>
              </a:rPr>
              <a:t>Introduction</a:t>
            </a:r>
            <a:endParaRPr/>
          </a:p>
        </p:txBody>
      </p:sp>
      <p:sp>
        <p:nvSpPr>
          <p:cNvPr id="97" name="Google Shape;97;p1"/>
          <p:cNvSpPr txBox="1"/>
          <p:nvPr/>
        </p:nvSpPr>
        <p:spPr>
          <a:xfrm>
            <a:off x="804415" y="13098923"/>
            <a:ext cx="2336700" cy="461700"/>
          </a:xfrm>
          <a:prstGeom prst="rect">
            <a:avLst/>
          </a:prstGeom>
          <a:solidFill>
            <a:schemeClr val="lt1"/>
          </a:solidFill>
          <a:ln>
            <a:noFill/>
          </a:ln>
          <a:effectLst>
            <a:outerShdw dist="444500" dir="10800000" algn="tl" rotWithShape="0">
              <a:srgbClr val="B41E1E"/>
            </a:outerShdw>
          </a:effectLst>
        </p:spPr>
        <p:txBody>
          <a:bodyPr spcFirstLastPara="1" wrap="square" lIns="182875" tIns="45700" rIns="91425" bIns="45700" anchor="t" anchorCtr="0">
            <a:spAutoFit/>
          </a:bodyPr>
          <a:lstStyle/>
          <a:p>
            <a:pPr marL="0" marR="0" lvl="0" indent="0" algn="l" rtl="0">
              <a:spcBef>
                <a:spcPts val="0"/>
              </a:spcBef>
              <a:spcAft>
                <a:spcPts val="0"/>
              </a:spcAft>
              <a:buNone/>
            </a:pPr>
            <a:r>
              <a:rPr lang="en-US" sz="2400" b="0" i="0" u="none" strike="noStrike" cap="none">
                <a:solidFill>
                  <a:srgbClr val="B41E1E"/>
                </a:solidFill>
                <a:latin typeface="Bree Serif"/>
                <a:ea typeface="Bree Serif"/>
                <a:cs typeface="Bree Serif"/>
                <a:sym typeface="Bree Serif"/>
              </a:rPr>
              <a:t>Methodology</a:t>
            </a:r>
            <a:endParaRPr/>
          </a:p>
        </p:txBody>
      </p:sp>
      <p:sp>
        <p:nvSpPr>
          <p:cNvPr id="98" name="Google Shape;98;p1"/>
          <p:cNvSpPr txBox="1"/>
          <p:nvPr/>
        </p:nvSpPr>
        <p:spPr>
          <a:xfrm>
            <a:off x="25997036" y="4572923"/>
            <a:ext cx="1445700" cy="461700"/>
          </a:xfrm>
          <a:prstGeom prst="rect">
            <a:avLst/>
          </a:prstGeom>
          <a:solidFill>
            <a:schemeClr val="lt1"/>
          </a:solidFill>
          <a:ln>
            <a:noFill/>
          </a:ln>
          <a:effectLst>
            <a:outerShdw dist="444500" dir="10800000" algn="tl" rotWithShape="0">
              <a:srgbClr val="B41E1E"/>
            </a:outerShdw>
          </a:effectLst>
        </p:spPr>
        <p:txBody>
          <a:bodyPr spcFirstLastPara="1" wrap="square" lIns="182875" tIns="45700" rIns="91425" bIns="45700" anchor="t" anchorCtr="0">
            <a:spAutoFit/>
          </a:bodyPr>
          <a:lstStyle/>
          <a:p>
            <a:pPr marL="0" marR="0" lvl="0" indent="0" algn="l" rtl="0">
              <a:spcBef>
                <a:spcPts val="0"/>
              </a:spcBef>
              <a:spcAft>
                <a:spcPts val="0"/>
              </a:spcAft>
              <a:buNone/>
            </a:pPr>
            <a:r>
              <a:rPr lang="en-US" sz="2400" b="0" i="0" u="none" strike="noStrike" cap="none">
                <a:solidFill>
                  <a:srgbClr val="B41E1E"/>
                </a:solidFill>
                <a:latin typeface="Bree Serif"/>
                <a:ea typeface="Bree Serif"/>
                <a:cs typeface="Bree Serif"/>
                <a:sym typeface="Bree Serif"/>
              </a:rPr>
              <a:t>Results</a:t>
            </a:r>
            <a:endParaRPr/>
          </a:p>
        </p:txBody>
      </p:sp>
      <p:sp>
        <p:nvSpPr>
          <p:cNvPr id="99" name="Google Shape;99;p1"/>
          <p:cNvSpPr txBox="1"/>
          <p:nvPr/>
        </p:nvSpPr>
        <p:spPr>
          <a:xfrm>
            <a:off x="25986324" y="10040938"/>
            <a:ext cx="6015600" cy="461700"/>
          </a:xfrm>
          <a:prstGeom prst="rect">
            <a:avLst/>
          </a:prstGeom>
          <a:solidFill>
            <a:schemeClr val="lt1"/>
          </a:solidFill>
          <a:ln>
            <a:noFill/>
          </a:ln>
          <a:effectLst>
            <a:outerShdw dist="444500" dir="10800000" algn="tl" rotWithShape="0">
              <a:srgbClr val="B41E1E"/>
            </a:outerShdw>
          </a:effectLst>
        </p:spPr>
        <p:txBody>
          <a:bodyPr spcFirstLastPara="1" wrap="square" lIns="182875" tIns="45700" rIns="91425" bIns="45700" anchor="t" anchorCtr="0">
            <a:spAutoFit/>
          </a:bodyPr>
          <a:lstStyle/>
          <a:p>
            <a:pPr marL="0" marR="0" lvl="0" indent="0" algn="l" rtl="0">
              <a:spcBef>
                <a:spcPts val="0"/>
              </a:spcBef>
              <a:spcAft>
                <a:spcPts val="0"/>
              </a:spcAft>
              <a:buNone/>
            </a:pPr>
            <a:r>
              <a:rPr lang="en-US" sz="2400">
                <a:solidFill>
                  <a:srgbClr val="B41E1E"/>
                </a:solidFill>
                <a:latin typeface="Bree Serif"/>
                <a:ea typeface="Bree Serif"/>
                <a:cs typeface="Bree Serif"/>
                <a:sym typeface="Bree Serif"/>
              </a:rPr>
              <a:t>Discussion &amp; </a:t>
            </a:r>
            <a:r>
              <a:rPr lang="en-US" sz="2400" b="0" i="0" u="none" strike="noStrike" cap="none">
                <a:solidFill>
                  <a:srgbClr val="B41E1E"/>
                </a:solidFill>
                <a:latin typeface="Bree Serif"/>
                <a:ea typeface="Bree Serif"/>
                <a:cs typeface="Bree Serif"/>
                <a:sym typeface="Bree Serif"/>
              </a:rPr>
              <a:t>Conclusion</a:t>
            </a:r>
            <a:endParaRPr/>
          </a:p>
        </p:txBody>
      </p:sp>
      <p:sp>
        <p:nvSpPr>
          <p:cNvPr id="100" name="Google Shape;100;p1"/>
          <p:cNvSpPr txBox="1"/>
          <p:nvPr/>
        </p:nvSpPr>
        <p:spPr>
          <a:xfrm>
            <a:off x="25986325" y="19710369"/>
            <a:ext cx="3344400" cy="461700"/>
          </a:xfrm>
          <a:prstGeom prst="rect">
            <a:avLst/>
          </a:prstGeom>
          <a:solidFill>
            <a:schemeClr val="lt1"/>
          </a:solidFill>
          <a:ln>
            <a:noFill/>
          </a:ln>
          <a:effectLst>
            <a:outerShdw dist="444500" dir="10800000" algn="tl" rotWithShape="0">
              <a:srgbClr val="B41E1E"/>
            </a:outerShdw>
          </a:effectLst>
        </p:spPr>
        <p:txBody>
          <a:bodyPr spcFirstLastPara="1" wrap="square" lIns="182875" tIns="45700" rIns="91425" bIns="45700" anchor="t" anchorCtr="0">
            <a:spAutoFit/>
          </a:bodyPr>
          <a:lstStyle/>
          <a:p>
            <a:pPr marL="0" marR="0" lvl="0" indent="0" algn="l" rtl="0">
              <a:spcBef>
                <a:spcPts val="0"/>
              </a:spcBef>
              <a:spcAft>
                <a:spcPts val="0"/>
              </a:spcAft>
              <a:buNone/>
            </a:pPr>
            <a:r>
              <a:rPr lang="en-US" sz="2400" b="0" i="0" u="none" strike="noStrike" cap="none">
                <a:solidFill>
                  <a:srgbClr val="B41E1E"/>
                </a:solidFill>
                <a:latin typeface="Bree Serif"/>
                <a:ea typeface="Bree Serif"/>
                <a:cs typeface="Bree Serif"/>
                <a:sym typeface="Bree Serif"/>
              </a:rPr>
              <a:t>Acknowledgements</a:t>
            </a:r>
            <a:endParaRPr/>
          </a:p>
        </p:txBody>
      </p:sp>
      <p:pic>
        <p:nvPicPr>
          <p:cNvPr id="101" name="Google Shape;101;p1" title="JuliusImage (4).png"/>
          <p:cNvPicPr preferRelativeResize="0"/>
          <p:nvPr/>
        </p:nvPicPr>
        <p:blipFill rotWithShape="1">
          <a:blip r:embed="rId3">
            <a:alphaModFix/>
          </a:blip>
          <a:srcRect b="8792"/>
          <a:stretch/>
        </p:blipFill>
        <p:spPr>
          <a:xfrm>
            <a:off x="8111413" y="11118788"/>
            <a:ext cx="6622715" cy="4845600"/>
          </a:xfrm>
          <a:prstGeom prst="rect">
            <a:avLst/>
          </a:prstGeom>
          <a:noFill/>
          <a:ln>
            <a:noFill/>
          </a:ln>
        </p:spPr>
      </p:pic>
      <p:pic>
        <p:nvPicPr>
          <p:cNvPr id="102" name="Google Shape;102;p1" title="JuliusImage (3).png"/>
          <p:cNvPicPr preferRelativeResize="0"/>
          <p:nvPr/>
        </p:nvPicPr>
        <p:blipFill>
          <a:blip r:embed="rId4">
            <a:alphaModFix/>
          </a:blip>
          <a:stretch>
            <a:fillRect/>
          </a:stretch>
        </p:blipFill>
        <p:spPr>
          <a:xfrm>
            <a:off x="17091063" y="15870820"/>
            <a:ext cx="7717462" cy="5118955"/>
          </a:xfrm>
          <a:prstGeom prst="rect">
            <a:avLst/>
          </a:prstGeom>
          <a:noFill/>
          <a:ln>
            <a:noFill/>
          </a:ln>
        </p:spPr>
      </p:pic>
      <p:sp>
        <p:nvSpPr>
          <p:cNvPr id="103" name="Google Shape;103;p1"/>
          <p:cNvSpPr txBox="1"/>
          <p:nvPr/>
        </p:nvSpPr>
        <p:spPr>
          <a:xfrm>
            <a:off x="25986325" y="13773625"/>
            <a:ext cx="6015600" cy="461700"/>
          </a:xfrm>
          <a:prstGeom prst="rect">
            <a:avLst/>
          </a:prstGeom>
          <a:solidFill>
            <a:schemeClr val="lt1"/>
          </a:solidFill>
          <a:ln>
            <a:noFill/>
          </a:ln>
          <a:effectLst>
            <a:outerShdw dist="444500" dir="10800000" algn="tl" rotWithShape="0">
              <a:srgbClr val="B41E1E"/>
            </a:outerShdw>
          </a:effectLst>
        </p:spPr>
        <p:txBody>
          <a:bodyPr spcFirstLastPara="1" wrap="square" lIns="182875" tIns="45700" rIns="91425" bIns="45700" anchor="t" anchorCtr="0">
            <a:spAutoFit/>
          </a:bodyPr>
          <a:lstStyle/>
          <a:p>
            <a:pPr marL="0" marR="0" lvl="0" indent="0" algn="l" rtl="0">
              <a:spcBef>
                <a:spcPts val="0"/>
              </a:spcBef>
              <a:spcAft>
                <a:spcPts val="0"/>
              </a:spcAft>
              <a:buNone/>
            </a:pPr>
            <a:r>
              <a:rPr lang="en-US" sz="2400">
                <a:solidFill>
                  <a:srgbClr val="B41E1E"/>
                </a:solidFill>
                <a:latin typeface="Bree Serif"/>
                <a:ea typeface="Bree Serif"/>
                <a:cs typeface="Bree Serif"/>
                <a:sym typeface="Bree Serif"/>
              </a:rPr>
              <a:t>Limitations &amp; Recommendations</a:t>
            </a:r>
            <a:endParaRPr/>
          </a:p>
        </p:txBody>
      </p:sp>
      <p:sp>
        <p:nvSpPr>
          <p:cNvPr id="104" name="Google Shape;104;p1"/>
          <p:cNvSpPr txBox="1"/>
          <p:nvPr/>
        </p:nvSpPr>
        <p:spPr>
          <a:xfrm>
            <a:off x="25647059" y="14372845"/>
            <a:ext cx="7200000" cy="4134300"/>
          </a:xfrm>
          <a:prstGeom prst="rect">
            <a:avLst/>
          </a:prstGeom>
          <a:noFill/>
          <a:ln>
            <a:noFill/>
          </a:ln>
        </p:spPr>
        <p:txBody>
          <a:bodyPr spcFirstLastPara="1" wrap="square" lIns="60925" tIns="30450" rIns="60925" bIns="30450" anchor="t" anchorCtr="0">
            <a:spAutoFit/>
          </a:bodyPr>
          <a:lstStyle/>
          <a:p>
            <a:pPr marL="457200" lvl="0" indent="-361950" algn="l" rtl="0">
              <a:spcBef>
                <a:spcPts val="0"/>
              </a:spcBef>
              <a:spcAft>
                <a:spcPts val="0"/>
              </a:spcAft>
              <a:buClr>
                <a:schemeClr val="dk1"/>
              </a:buClr>
              <a:buSzPts val="2100"/>
              <a:buChar char="●"/>
            </a:pPr>
            <a:r>
              <a:rPr lang="en-US" sz="2100">
                <a:solidFill>
                  <a:schemeClr val="dk1"/>
                </a:solidFill>
              </a:rPr>
              <a:t>Single-center study limits generalizability</a:t>
            </a:r>
            <a:endParaRPr sz="2100">
              <a:solidFill>
                <a:schemeClr val="dk1"/>
              </a:solidFill>
            </a:endParaRPr>
          </a:p>
          <a:p>
            <a:pPr marL="457200" lvl="0" indent="-361950" algn="l" rtl="0">
              <a:spcBef>
                <a:spcPts val="0"/>
              </a:spcBef>
              <a:spcAft>
                <a:spcPts val="0"/>
              </a:spcAft>
              <a:buClr>
                <a:schemeClr val="dk1"/>
              </a:buClr>
              <a:buSzPts val="2100"/>
              <a:buChar char="●"/>
            </a:pPr>
            <a:r>
              <a:rPr lang="en-US" sz="2100">
                <a:solidFill>
                  <a:schemeClr val="dk1"/>
                </a:solidFill>
              </a:rPr>
              <a:t>Small sample from certain specialties </a:t>
            </a:r>
            <a:endParaRPr sz="2100">
              <a:solidFill>
                <a:schemeClr val="dk1"/>
              </a:solidFill>
            </a:endParaRPr>
          </a:p>
          <a:p>
            <a:pPr marL="457200" lvl="0" indent="-361950" algn="l" rtl="0">
              <a:spcBef>
                <a:spcPts val="0"/>
              </a:spcBef>
              <a:spcAft>
                <a:spcPts val="0"/>
              </a:spcAft>
              <a:buClr>
                <a:schemeClr val="dk1"/>
              </a:buClr>
              <a:buSzPts val="2100"/>
              <a:buChar char="●"/>
            </a:pPr>
            <a:r>
              <a:rPr lang="en-US" sz="2100">
                <a:solidFill>
                  <a:schemeClr val="dk1"/>
                </a:solidFill>
              </a:rPr>
              <a:t>Self-reported data introduces potential for response bias</a:t>
            </a:r>
            <a:endParaRPr sz="2100">
              <a:solidFill>
                <a:schemeClr val="dk1"/>
              </a:solidFill>
            </a:endParaRPr>
          </a:p>
          <a:p>
            <a:pPr marL="457200" lvl="0" indent="-361950" algn="l" rtl="0">
              <a:spcBef>
                <a:spcPts val="0"/>
              </a:spcBef>
              <a:spcAft>
                <a:spcPts val="0"/>
              </a:spcAft>
              <a:buClr>
                <a:schemeClr val="dk1"/>
              </a:buClr>
              <a:buSzPts val="2100"/>
              <a:buChar char="●"/>
            </a:pPr>
            <a:r>
              <a:rPr lang="en-US" sz="2100">
                <a:solidFill>
                  <a:schemeClr val="dk1"/>
                </a:solidFill>
              </a:rPr>
              <a:t>Cross-sectional design does not establish causality</a:t>
            </a:r>
            <a:endParaRPr sz="2100">
              <a:solidFill>
                <a:schemeClr val="dk1"/>
              </a:solidFill>
            </a:endParaRPr>
          </a:p>
          <a:p>
            <a:pPr marL="457200" lvl="0" indent="-361950" algn="l" rtl="0">
              <a:spcBef>
                <a:spcPts val="0"/>
              </a:spcBef>
              <a:spcAft>
                <a:spcPts val="0"/>
              </a:spcAft>
              <a:buClr>
                <a:schemeClr val="dk1"/>
              </a:buClr>
              <a:buSzPts val="2100"/>
              <a:buChar char="●"/>
            </a:pPr>
            <a:r>
              <a:rPr lang="en-US" sz="2100">
                <a:solidFill>
                  <a:schemeClr val="dk1"/>
                </a:solidFill>
              </a:rPr>
              <a:t>Limited longitudinal insight into how perceptions or usage evolve post-residency</a:t>
            </a:r>
            <a:endParaRPr sz="2100">
              <a:solidFill>
                <a:schemeClr val="dk1"/>
              </a:solidFill>
            </a:endParaRPr>
          </a:p>
          <a:p>
            <a:pPr marL="457200" lvl="0" indent="-361950" algn="l" rtl="0">
              <a:lnSpc>
                <a:spcPct val="115000"/>
              </a:lnSpc>
              <a:spcBef>
                <a:spcPts val="0"/>
              </a:spcBef>
              <a:spcAft>
                <a:spcPts val="0"/>
              </a:spcAft>
              <a:buClr>
                <a:schemeClr val="dk1"/>
              </a:buClr>
              <a:buSzPts val="2100"/>
              <a:buChar char="●"/>
            </a:pPr>
            <a:r>
              <a:rPr lang="en-US" sz="2100">
                <a:solidFill>
                  <a:schemeClr val="dk1"/>
                </a:solidFill>
              </a:rPr>
              <a:t>Incorporate structured AI training early in residency</a:t>
            </a:r>
            <a:endParaRPr sz="2100">
              <a:solidFill>
                <a:schemeClr val="dk1"/>
              </a:solidFill>
            </a:endParaRPr>
          </a:p>
          <a:p>
            <a:pPr marL="457200" lvl="0" indent="-361950" algn="l" rtl="0">
              <a:lnSpc>
                <a:spcPct val="115000"/>
              </a:lnSpc>
              <a:spcBef>
                <a:spcPts val="0"/>
              </a:spcBef>
              <a:spcAft>
                <a:spcPts val="0"/>
              </a:spcAft>
              <a:buClr>
                <a:schemeClr val="dk1"/>
              </a:buClr>
              <a:buSzPts val="2100"/>
              <a:buChar char="●"/>
            </a:pPr>
            <a:r>
              <a:rPr lang="en-US" sz="2100">
                <a:solidFill>
                  <a:schemeClr val="dk1"/>
                </a:solidFill>
              </a:rPr>
              <a:t>Include AI ethics and safety modules in graduate medical education</a:t>
            </a:r>
            <a:endParaRPr sz="2100">
              <a:solidFill>
                <a:schemeClr val="dk1"/>
              </a:solidFill>
            </a:endParaRPr>
          </a:p>
          <a:p>
            <a:pPr marL="457200" lvl="0" indent="-361950" algn="l" rtl="0">
              <a:lnSpc>
                <a:spcPct val="115000"/>
              </a:lnSpc>
              <a:spcBef>
                <a:spcPts val="0"/>
              </a:spcBef>
              <a:spcAft>
                <a:spcPts val="0"/>
              </a:spcAft>
              <a:buClr>
                <a:schemeClr val="dk1"/>
              </a:buClr>
              <a:buSzPts val="2100"/>
              <a:buChar char="●"/>
            </a:pPr>
            <a:r>
              <a:rPr lang="en-US" sz="2100">
                <a:solidFill>
                  <a:schemeClr val="dk1"/>
                </a:solidFill>
              </a:rPr>
              <a:t>Improve access to trusted AI platforms through institutional support</a:t>
            </a:r>
            <a:endParaRPr sz="2100">
              <a:solidFill>
                <a:schemeClr val="dk1"/>
              </a:solidFill>
            </a:endParaRPr>
          </a:p>
        </p:txBody>
      </p:sp>
      <p:pic>
        <p:nvPicPr>
          <p:cNvPr id="105" name="Google Shape;105;p1" title="JuliusImage (1).png"/>
          <p:cNvPicPr preferRelativeResize="0"/>
          <p:nvPr/>
        </p:nvPicPr>
        <p:blipFill>
          <a:blip r:embed="rId5">
            <a:alphaModFix/>
          </a:blip>
          <a:stretch>
            <a:fillRect/>
          </a:stretch>
        </p:blipFill>
        <p:spPr>
          <a:xfrm>
            <a:off x="16253137" y="10660350"/>
            <a:ext cx="8555377" cy="4958615"/>
          </a:xfrm>
          <a:prstGeom prst="rect">
            <a:avLst/>
          </a:prstGeom>
          <a:noFill/>
          <a:ln>
            <a:noFill/>
          </a:ln>
        </p:spPr>
      </p:pic>
      <p:pic>
        <p:nvPicPr>
          <p:cNvPr id="106" name="Google Shape;106;p1" title="JuliusImage (6).png"/>
          <p:cNvPicPr preferRelativeResize="0"/>
          <p:nvPr/>
        </p:nvPicPr>
        <p:blipFill>
          <a:blip r:embed="rId6">
            <a:alphaModFix/>
          </a:blip>
          <a:stretch>
            <a:fillRect/>
          </a:stretch>
        </p:blipFill>
        <p:spPr>
          <a:xfrm>
            <a:off x="16549150" y="4572937"/>
            <a:ext cx="8258765" cy="5492350"/>
          </a:xfrm>
          <a:prstGeom prst="rect">
            <a:avLst/>
          </a:prstGeom>
          <a:noFill/>
          <a:ln>
            <a:noFill/>
          </a:ln>
        </p:spPr>
      </p:pic>
      <p:pic>
        <p:nvPicPr>
          <p:cNvPr id="107" name="Google Shape;107;p1"/>
          <p:cNvPicPr preferRelativeResize="0"/>
          <p:nvPr/>
        </p:nvPicPr>
        <p:blipFill>
          <a:blip r:embed="rId7">
            <a:alphaModFix/>
          </a:blip>
          <a:stretch>
            <a:fillRect/>
          </a:stretch>
        </p:blipFill>
        <p:spPr>
          <a:xfrm>
            <a:off x="7993775" y="4798488"/>
            <a:ext cx="6858000" cy="6124575"/>
          </a:xfrm>
          <a:prstGeom prst="rect">
            <a:avLst/>
          </a:prstGeom>
          <a:noFill/>
          <a:ln>
            <a:noFill/>
          </a:ln>
        </p:spPr>
      </p:pic>
      <p:pic>
        <p:nvPicPr>
          <p:cNvPr id="108" name="Google Shape;108;p1" title="JuliusImage (7).png"/>
          <p:cNvPicPr preferRelativeResize="0"/>
          <p:nvPr/>
        </p:nvPicPr>
        <p:blipFill>
          <a:blip r:embed="rId8">
            <a:alphaModFix/>
          </a:blip>
          <a:stretch>
            <a:fillRect/>
          </a:stretch>
        </p:blipFill>
        <p:spPr>
          <a:xfrm>
            <a:off x="7993775" y="16088912"/>
            <a:ext cx="8258775" cy="5122556"/>
          </a:xfrm>
          <a:prstGeom prst="rect">
            <a:avLst/>
          </a:prstGeom>
          <a:noFill/>
          <a:ln>
            <a:noFill/>
          </a:ln>
        </p:spPr>
      </p:pic>
      <p:sp>
        <p:nvSpPr>
          <p:cNvPr id="109" name="Google Shape;109;p1"/>
          <p:cNvSpPr txBox="1"/>
          <p:nvPr/>
        </p:nvSpPr>
        <p:spPr>
          <a:xfrm>
            <a:off x="25986325" y="18644681"/>
            <a:ext cx="3344400" cy="461700"/>
          </a:xfrm>
          <a:prstGeom prst="rect">
            <a:avLst/>
          </a:prstGeom>
          <a:solidFill>
            <a:schemeClr val="lt1"/>
          </a:solidFill>
          <a:ln>
            <a:noFill/>
          </a:ln>
          <a:effectLst>
            <a:outerShdw dist="444500" dir="10800000" algn="tl" rotWithShape="0">
              <a:srgbClr val="B41E1E"/>
            </a:outerShdw>
          </a:effectLst>
        </p:spPr>
        <p:txBody>
          <a:bodyPr spcFirstLastPara="1" wrap="square" lIns="182875" tIns="45700" rIns="91425" bIns="45700" anchor="t" anchorCtr="0">
            <a:spAutoFit/>
          </a:bodyPr>
          <a:lstStyle/>
          <a:p>
            <a:pPr marL="0" marR="0" lvl="0" indent="0" algn="l" rtl="0">
              <a:spcBef>
                <a:spcPts val="0"/>
              </a:spcBef>
              <a:spcAft>
                <a:spcPts val="0"/>
              </a:spcAft>
              <a:buNone/>
            </a:pPr>
            <a:r>
              <a:rPr lang="en-US" sz="2400">
                <a:solidFill>
                  <a:srgbClr val="B41E1E"/>
                </a:solidFill>
                <a:latin typeface="Bree Serif"/>
                <a:ea typeface="Bree Serif"/>
                <a:cs typeface="Bree Serif"/>
                <a:sym typeface="Bree Serif"/>
              </a:rPr>
              <a:t>References</a:t>
            </a:r>
            <a:endParaRPr/>
          </a:p>
        </p:txBody>
      </p:sp>
      <p:sp>
        <p:nvSpPr>
          <p:cNvPr id="110" name="Google Shape;110;p1"/>
          <p:cNvSpPr txBox="1"/>
          <p:nvPr/>
        </p:nvSpPr>
        <p:spPr>
          <a:xfrm>
            <a:off x="25647059" y="19246820"/>
            <a:ext cx="7200000" cy="354000"/>
          </a:xfrm>
          <a:prstGeom prst="rect">
            <a:avLst/>
          </a:prstGeom>
          <a:noFill/>
          <a:ln>
            <a:noFill/>
          </a:ln>
        </p:spPr>
        <p:txBody>
          <a:bodyPr spcFirstLastPara="1" wrap="square" lIns="60925" tIns="30450" rIns="60925" bIns="30450" anchor="t" anchorCtr="0">
            <a:spAutoFit/>
          </a:bodyPr>
          <a:lstStyle/>
          <a:p>
            <a:pPr marL="0" lvl="0" indent="0" algn="just" rtl="0">
              <a:lnSpc>
                <a:spcPct val="110000"/>
              </a:lnSpc>
              <a:spcBef>
                <a:spcPts val="0"/>
              </a:spcBef>
              <a:spcAft>
                <a:spcPts val="0"/>
              </a:spcAft>
              <a:buSzPts val="1100"/>
              <a:buNone/>
            </a:pPr>
            <a:r>
              <a:rPr lang="en-US" sz="1900" dirty="0">
                <a:solidFill>
                  <a:schemeClr val="dk1"/>
                </a:solidFill>
              </a:rPr>
              <a:t>References can be provided upon request</a:t>
            </a:r>
            <a:endParaRPr sz="1900" dirty="0">
              <a:solidFill>
                <a:schemeClr val="dk1"/>
              </a:solidFill>
            </a:endParaRPr>
          </a:p>
        </p:txBody>
      </p:sp>
      <p:pic>
        <p:nvPicPr>
          <p:cNvPr id="111" name="Picture 110" descr="6R.png"/>
          <p:cNvPicPr>
            <a:picLocks noChangeAspect="1"/>
          </p:cNvPicPr>
          <p:nvPr/>
        </p:nvPicPr>
        <p:blipFill>
          <a:blip r:embed="rId9"/>
          <a:stretch>
            <a:fillRect/>
          </a:stretch>
        </p:blipFill>
        <p:spPr>
          <a:xfrm>
            <a:off x="29279088" y="576072"/>
            <a:ext cx="2103120" cy="3108960"/>
          </a:xfrm>
          <a:prstGeom prst="rect">
            <a:avLst/>
          </a:prstGeom>
        </p:spPr>
      </p:pic>
    </p:spTree>
  </p:cSld>
  <p:clrMapOvr>
    <a:masterClrMapping/>
  </p:clrMapOvr>
</p:sld>
</file>

<file path=ppt/theme/theme1.xml><?xml version="1.0" encoding="utf-8"?>
<a:theme xmlns:a="http://schemas.openxmlformats.org/drawingml/2006/main" name="Default Design">
  <a:themeElements>
    <a:clrScheme name="Slipstream">
      <a:dk1>
        <a:srgbClr val="000000"/>
      </a:dk1>
      <a:lt1>
        <a:srgbClr val="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613</Words>
  <Application>Microsoft Macintosh PowerPoint</Application>
  <PresentationFormat>Custom</PresentationFormat>
  <Paragraphs>55</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Gill Sans</vt:lpstr>
      <vt:lpstr>Bree Serif</vt:lpstr>
      <vt:lpstr>Default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Graphicsland/MakeSigns.com</dc:creator>
  <cp:lastModifiedBy>Phil Kim</cp:lastModifiedBy>
  <cp:revision>1</cp:revision>
  <dcterms:modified xsi:type="dcterms:W3CDTF">2025-04-27T05:08:20Z</dcterms:modified>
</cp:coreProperties>
</file>