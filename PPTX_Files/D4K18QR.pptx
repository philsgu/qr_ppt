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6" r:id="rId2"/>
  </p:sldIdLst>
  <p:sldSz cx="32918400" cy="219456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6C0E48-2914-434E-859D-4C1D74195090}" v="3260" dt="2023-04-19T21:42:09.257"/>
    <p1510:client id="{6F0D24AB-1FB6-4AB5-B93B-713352FDC648}" v="6412" dt="2023-04-18T22:22:04.5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126" autoAdjust="0"/>
    <p:restoredTop sz="83032" autoAdjust="0"/>
  </p:normalViewPr>
  <p:slideViewPr>
    <p:cSldViewPr snapToGrid="0">
      <p:cViewPr varScale="1">
        <p:scale>
          <a:sx n="38" d="100"/>
          <a:sy n="38" d="100"/>
        </p:scale>
        <p:origin x="1152"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on Knight" userId="b8d431c7f4cb94ad" providerId="Windows Live" clId="Web-{6F0D24AB-1FB6-4AB5-B93B-713352FDC648}"/>
    <pc:docChg chg="modSld">
      <pc:chgData name="Brandon Knight" userId="b8d431c7f4cb94ad" providerId="Windows Live" clId="Web-{6F0D24AB-1FB6-4AB5-B93B-713352FDC648}" dt="2023-04-18T22:22:04.585" v="4323" actId="1076"/>
      <pc:docMkLst>
        <pc:docMk/>
      </pc:docMkLst>
      <pc:sldChg chg="addSp delSp modSp mod modShow">
        <pc:chgData name="Brandon Knight" userId="b8d431c7f4cb94ad" providerId="Windows Live" clId="Web-{6F0D24AB-1FB6-4AB5-B93B-713352FDC648}" dt="2023-04-18T22:22:04.585" v="4323" actId="1076"/>
        <pc:sldMkLst>
          <pc:docMk/>
          <pc:sldMk cId="2027389458" sldId="256"/>
        </pc:sldMkLst>
        <pc:spChg chg="del">
          <ac:chgData name="Brandon Knight" userId="b8d431c7f4cb94ad" providerId="Windows Live" clId="Web-{6F0D24AB-1FB6-4AB5-B93B-713352FDC648}" dt="2023-04-17T20:06:30.619" v="53"/>
          <ac:spMkLst>
            <pc:docMk/>
            <pc:sldMk cId="2027389458" sldId="256"/>
            <ac:spMk id="2" creationId="{DDB8E6EA-30A4-4684-B538-5E04771F9546}"/>
          </ac:spMkLst>
        </pc:spChg>
        <pc:spChg chg="add mod">
          <ac:chgData name="Brandon Knight" userId="b8d431c7f4cb94ad" providerId="Windows Live" clId="Web-{6F0D24AB-1FB6-4AB5-B93B-713352FDC648}" dt="2023-04-18T21:25:45.280" v="3949" actId="1076"/>
          <ac:spMkLst>
            <pc:docMk/>
            <pc:sldMk cId="2027389458" sldId="256"/>
            <ac:spMk id="3" creationId="{1301C928-5737-BEEE-D532-CA9EB7144621}"/>
          </ac:spMkLst>
        </pc:spChg>
        <pc:spChg chg="mod">
          <ac:chgData name="Brandon Knight" userId="b8d431c7f4cb94ad" providerId="Windows Live" clId="Web-{6F0D24AB-1FB6-4AB5-B93B-713352FDC648}" dt="2023-04-18T21:24:21.918" v="3925" actId="20577"/>
          <ac:spMkLst>
            <pc:docMk/>
            <pc:sldMk cId="2027389458" sldId="256"/>
            <ac:spMk id="4" creationId="{00000000-0000-0000-0000-000000000000}"/>
          </ac:spMkLst>
        </pc:spChg>
        <pc:spChg chg="mod">
          <ac:chgData name="Brandon Knight" userId="b8d431c7f4cb94ad" providerId="Windows Live" clId="Web-{6F0D24AB-1FB6-4AB5-B93B-713352FDC648}" dt="2023-04-18T21:23:54.808" v="3922" actId="20577"/>
          <ac:spMkLst>
            <pc:docMk/>
            <pc:sldMk cId="2027389458" sldId="256"/>
            <ac:spMk id="5" creationId="{00000000-0000-0000-0000-000000000000}"/>
          </ac:spMkLst>
        </pc:spChg>
        <pc:spChg chg="add mod">
          <ac:chgData name="Brandon Knight" userId="b8d431c7f4cb94ad" providerId="Windows Live" clId="Web-{6F0D24AB-1FB6-4AB5-B93B-713352FDC648}" dt="2023-04-18T22:22:04.585" v="4323" actId="1076"/>
          <ac:spMkLst>
            <pc:docMk/>
            <pc:sldMk cId="2027389458" sldId="256"/>
            <ac:spMk id="6" creationId="{C7837FDF-F80A-58C2-958E-61B8958E2E96}"/>
          </ac:spMkLst>
        </pc:spChg>
        <pc:spChg chg="add del mod">
          <ac:chgData name="Brandon Knight" userId="b8d431c7f4cb94ad" providerId="Windows Live" clId="Web-{6F0D24AB-1FB6-4AB5-B93B-713352FDC648}" dt="2023-04-18T20:12:39.863" v="3058"/>
          <ac:spMkLst>
            <pc:docMk/>
            <pc:sldMk cId="2027389458" sldId="256"/>
            <ac:spMk id="7" creationId="{6CA64FD5-0BCB-8D02-8D36-1A58ABBCA14A}"/>
          </ac:spMkLst>
        </pc:spChg>
        <pc:spChg chg="add del mod">
          <ac:chgData name="Brandon Knight" userId="b8d431c7f4cb94ad" providerId="Windows Live" clId="Web-{6F0D24AB-1FB6-4AB5-B93B-713352FDC648}" dt="2023-04-17T22:10:10.790" v="778"/>
          <ac:spMkLst>
            <pc:docMk/>
            <pc:sldMk cId="2027389458" sldId="256"/>
            <ac:spMk id="7" creationId="{F0EED579-A2FE-9777-B5E8-EF4E35132C59}"/>
          </ac:spMkLst>
        </pc:spChg>
        <pc:spChg chg="del">
          <ac:chgData name="Brandon Knight" userId="b8d431c7f4cb94ad" providerId="Windows Live" clId="Web-{6F0D24AB-1FB6-4AB5-B93B-713352FDC648}" dt="2023-04-17T20:06:35.994" v="55"/>
          <ac:spMkLst>
            <pc:docMk/>
            <pc:sldMk cId="2027389458" sldId="256"/>
            <ac:spMk id="8" creationId="{ECB12020-1AE7-46BC-AFB6-EC754A0BD209}"/>
          </ac:spMkLst>
        </pc:spChg>
        <pc:spChg chg="add del mod">
          <ac:chgData name="Brandon Knight" userId="b8d431c7f4cb94ad" providerId="Windows Live" clId="Web-{6F0D24AB-1FB6-4AB5-B93B-713352FDC648}" dt="2023-04-17T21:44:51.600" v="584"/>
          <ac:spMkLst>
            <pc:docMk/>
            <pc:sldMk cId="2027389458" sldId="256"/>
            <ac:spMk id="9" creationId="{EA57AFFC-9C3F-05B8-0070-2C6013C87AE9}"/>
          </ac:spMkLst>
        </pc:spChg>
        <pc:spChg chg="add mod">
          <ac:chgData name="Brandon Knight" userId="b8d431c7f4cb94ad" providerId="Windows Live" clId="Web-{6F0D24AB-1FB6-4AB5-B93B-713352FDC648}" dt="2023-04-18T21:22:56.243" v="3915" actId="20577"/>
          <ac:spMkLst>
            <pc:docMk/>
            <pc:sldMk cId="2027389458" sldId="256"/>
            <ac:spMk id="9" creationId="{F9294177-5C89-2367-81C0-76BB0187478B}"/>
          </ac:spMkLst>
        </pc:spChg>
        <pc:spChg chg="del">
          <ac:chgData name="Brandon Knight" userId="b8d431c7f4cb94ad" providerId="Windows Live" clId="Web-{6F0D24AB-1FB6-4AB5-B93B-713352FDC648}" dt="2023-04-17T20:06:23.400" v="50"/>
          <ac:spMkLst>
            <pc:docMk/>
            <pc:sldMk cId="2027389458" sldId="256"/>
            <ac:spMk id="11" creationId="{37BB63F3-0E3E-474B-9055-0D4E360657A0}"/>
          </ac:spMkLst>
        </pc:spChg>
        <pc:spChg chg="add del mod">
          <ac:chgData name="Brandon Knight" userId="b8d431c7f4cb94ad" providerId="Windows Live" clId="Web-{6F0D24AB-1FB6-4AB5-B93B-713352FDC648}" dt="2023-04-17T21:44:52.553" v="585"/>
          <ac:spMkLst>
            <pc:docMk/>
            <pc:sldMk cId="2027389458" sldId="256"/>
            <ac:spMk id="11" creationId="{E81D3AEB-F1BD-DA72-F051-00AD81F7452D}"/>
          </ac:spMkLst>
        </pc:spChg>
        <pc:spChg chg="add del mod">
          <ac:chgData name="Brandon Knight" userId="b8d431c7f4cb94ad" providerId="Windows Live" clId="Web-{6F0D24AB-1FB6-4AB5-B93B-713352FDC648}" dt="2023-04-17T22:23:30.149" v="903"/>
          <ac:spMkLst>
            <pc:docMk/>
            <pc:sldMk cId="2027389458" sldId="256"/>
            <ac:spMk id="13" creationId="{0A02494E-A84D-AC8A-BFFB-2C2587580DED}"/>
          </ac:spMkLst>
        </pc:spChg>
        <pc:spChg chg="add mod ord">
          <ac:chgData name="Brandon Knight" userId="b8d431c7f4cb94ad" providerId="Windows Live" clId="Web-{6F0D24AB-1FB6-4AB5-B93B-713352FDC648}" dt="2023-04-18T22:21:30.474" v="4319" actId="20577"/>
          <ac:spMkLst>
            <pc:docMk/>
            <pc:sldMk cId="2027389458" sldId="256"/>
            <ac:spMk id="13" creationId="{9F036997-1EF4-EA2C-4189-271291BA924C}"/>
          </ac:spMkLst>
        </pc:spChg>
        <pc:spChg chg="add mod">
          <ac:chgData name="Brandon Knight" userId="b8d431c7f4cb94ad" providerId="Windows Live" clId="Web-{6F0D24AB-1FB6-4AB5-B93B-713352FDC648}" dt="2023-04-18T21:29:53.180" v="3988" actId="1076"/>
          <ac:spMkLst>
            <pc:docMk/>
            <pc:sldMk cId="2027389458" sldId="256"/>
            <ac:spMk id="14" creationId="{537EC689-2138-88F9-5205-025CC071303F}"/>
          </ac:spMkLst>
        </pc:spChg>
        <pc:spChg chg="del mod">
          <ac:chgData name="Brandon Knight" userId="b8d431c7f4cb94ad" providerId="Windows Live" clId="Web-{6F0D24AB-1FB6-4AB5-B93B-713352FDC648}" dt="2023-04-17T20:17:36.778" v="126"/>
          <ac:spMkLst>
            <pc:docMk/>
            <pc:sldMk cId="2027389458" sldId="256"/>
            <ac:spMk id="14" creationId="{C56582D5-5E63-4C29-BAAF-FE11A3940C62}"/>
          </ac:spMkLst>
        </pc:spChg>
        <pc:spChg chg="mod">
          <ac:chgData name="Brandon Knight" userId="b8d431c7f4cb94ad" providerId="Windows Live" clId="Web-{6F0D24AB-1FB6-4AB5-B93B-713352FDC648}" dt="2023-04-17T21:11:11.119" v="427" actId="14100"/>
          <ac:spMkLst>
            <pc:docMk/>
            <pc:sldMk cId="2027389458" sldId="256"/>
            <ac:spMk id="17" creationId="{00000000-0000-0000-0000-000000000000}"/>
          </ac:spMkLst>
        </pc:spChg>
        <pc:spChg chg="mod">
          <ac:chgData name="Brandon Knight" userId="b8d431c7f4cb94ad" providerId="Windows Live" clId="Web-{6F0D24AB-1FB6-4AB5-B93B-713352FDC648}" dt="2023-04-17T21:11:06.540" v="426" actId="14100"/>
          <ac:spMkLst>
            <pc:docMk/>
            <pc:sldMk cId="2027389458" sldId="256"/>
            <ac:spMk id="18" creationId="{00000000-0000-0000-0000-000000000000}"/>
          </ac:spMkLst>
        </pc:spChg>
        <pc:spChg chg="mod">
          <ac:chgData name="Brandon Knight" userId="b8d431c7f4cb94ad" providerId="Windows Live" clId="Web-{6F0D24AB-1FB6-4AB5-B93B-713352FDC648}" dt="2023-04-17T20:24:54.664" v="260" actId="20577"/>
          <ac:spMkLst>
            <pc:docMk/>
            <pc:sldMk cId="2027389458" sldId="256"/>
            <ac:spMk id="19" creationId="{F69A3C9B-DB5A-4C8A-AF7C-BC5D8C95FD33}"/>
          </ac:spMkLst>
        </pc:spChg>
        <pc:spChg chg="mod">
          <ac:chgData name="Brandon Knight" userId="b8d431c7f4cb94ad" providerId="Windows Live" clId="Web-{6F0D24AB-1FB6-4AB5-B93B-713352FDC648}" dt="2023-04-18T17:45:34.564" v="2225" actId="14100"/>
          <ac:spMkLst>
            <pc:docMk/>
            <pc:sldMk cId="2027389458" sldId="256"/>
            <ac:spMk id="21" creationId="{3F1CD5A8-7E07-4F27-9907-85F6EB8818FF}"/>
          </ac:spMkLst>
        </pc:spChg>
        <pc:spChg chg="mod">
          <ac:chgData name="Brandon Knight" userId="b8d431c7f4cb94ad" providerId="Windows Live" clId="Web-{6F0D24AB-1FB6-4AB5-B93B-713352FDC648}" dt="2023-04-17T21:10:33.289" v="422"/>
          <ac:spMkLst>
            <pc:docMk/>
            <pc:sldMk cId="2027389458" sldId="256"/>
            <ac:spMk id="22" creationId="{DC9695D7-53F9-4531-A414-FA7A78327312}"/>
          </ac:spMkLst>
        </pc:spChg>
        <pc:spChg chg="mod">
          <ac:chgData name="Brandon Knight" userId="b8d431c7f4cb94ad" providerId="Windows Live" clId="Web-{6F0D24AB-1FB6-4AB5-B93B-713352FDC648}" dt="2023-04-17T20:29:26.078" v="272" actId="20577"/>
          <ac:spMkLst>
            <pc:docMk/>
            <pc:sldMk cId="2027389458" sldId="256"/>
            <ac:spMk id="23" creationId="{E0851AE5-523B-457E-A35C-E13A7CB50707}"/>
          </ac:spMkLst>
        </pc:spChg>
        <pc:spChg chg="del">
          <ac:chgData name="Brandon Knight" userId="b8d431c7f4cb94ad" providerId="Windows Live" clId="Web-{6F0D24AB-1FB6-4AB5-B93B-713352FDC648}" dt="2023-04-17T20:19:13.608" v="158"/>
          <ac:spMkLst>
            <pc:docMk/>
            <pc:sldMk cId="2027389458" sldId="256"/>
            <ac:spMk id="24" creationId="{C6A43E05-8044-4E7C-B6AF-84048D37B240}"/>
          </ac:spMkLst>
        </pc:spChg>
        <pc:spChg chg="add mod">
          <ac:chgData name="Brandon Knight" userId="b8d431c7f4cb94ad" providerId="Windows Live" clId="Web-{6F0D24AB-1FB6-4AB5-B93B-713352FDC648}" dt="2023-04-18T21:29:53.211" v="3989" actId="1076"/>
          <ac:spMkLst>
            <pc:docMk/>
            <pc:sldMk cId="2027389458" sldId="256"/>
            <ac:spMk id="25" creationId="{A304F99D-2E47-0184-A389-59CEE022AB28}"/>
          </ac:spMkLst>
        </pc:spChg>
        <pc:spChg chg="add mod">
          <ac:chgData name="Brandon Knight" userId="b8d431c7f4cb94ad" providerId="Windows Live" clId="Web-{6F0D24AB-1FB6-4AB5-B93B-713352FDC648}" dt="2023-04-18T21:29:53.258" v="3990" actId="1076"/>
          <ac:spMkLst>
            <pc:docMk/>
            <pc:sldMk cId="2027389458" sldId="256"/>
            <ac:spMk id="26" creationId="{DF70CEB2-330B-698F-16CC-BBD81E88AEB0}"/>
          </ac:spMkLst>
        </pc:spChg>
        <pc:spChg chg="del mod">
          <ac:chgData name="Brandon Knight" userId="b8d431c7f4cb94ad" providerId="Windows Live" clId="Web-{6F0D24AB-1FB6-4AB5-B93B-713352FDC648}" dt="2023-04-17T20:17:36.778" v="138"/>
          <ac:spMkLst>
            <pc:docMk/>
            <pc:sldMk cId="2027389458" sldId="256"/>
            <ac:spMk id="26" creationId="{ECE1C4C9-8927-4B6B-9B49-3FD3E8468AA9}"/>
          </ac:spMkLst>
        </pc:spChg>
        <pc:spChg chg="add mod">
          <ac:chgData name="Brandon Knight" userId="b8d431c7f4cb94ad" providerId="Windows Live" clId="Web-{6F0D24AB-1FB6-4AB5-B93B-713352FDC648}" dt="2023-04-18T21:29:53.305" v="3991" actId="1076"/>
          <ac:spMkLst>
            <pc:docMk/>
            <pc:sldMk cId="2027389458" sldId="256"/>
            <ac:spMk id="27" creationId="{F1C54ABF-2023-5DCC-72AC-F703FBACD7C5}"/>
          </ac:spMkLst>
        </pc:spChg>
        <pc:spChg chg="del">
          <ac:chgData name="Brandon Knight" userId="b8d431c7f4cb94ad" providerId="Windows Live" clId="Web-{6F0D24AB-1FB6-4AB5-B93B-713352FDC648}" dt="2023-04-18T21:30:12.180" v="3993"/>
          <ac:spMkLst>
            <pc:docMk/>
            <pc:sldMk cId="2027389458" sldId="256"/>
            <ac:spMk id="28" creationId="{94ACAF2C-4F3A-4BD8-B211-E78602F74B46}"/>
          </ac:spMkLst>
        </pc:spChg>
        <pc:spChg chg="del">
          <ac:chgData name="Brandon Knight" userId="b8d431c7f4cb94ad" providerId="Windows Live" clId="Web-{6F0D24AB-1FB6-4AB5-B93B-713352FDC648}" dt="2023-04-17T20:18:40.061" v="143"/>
          <ac:spMkLst>
            <pc:docMk/>
            <pc:sldMk cId="2027389458" sldId="256"/>
            <ac:spMk id="29" creationId="{7EEBD042-6D18-45A8-B6F9-6E7604EB08F2}"/>
          </ac:spMkLst>
        </pc:spChg>
        <pc:spChg chg="del">
          <ac:chgData name="Brandon Knight" userId="b8d431c7f4cb94ad" providerId="Windows Live" clId="Web-{6F0D24AB-1FB6-4AB5-B93B-713352FDC648}" dt="2023-04-17T20:06:31.400" v="54"/>
          <ac:spMkLst>
            <pc:docMk/>
            <pc:sldMk cId="2027389458" sldId="256"/>
            <ac:spMk id="30" creationId="{767C38EC-684D-4724-8717-621199481204}"/>
          </ac:spMkLst>
        </pc:spChg>
        <pc:spChg chg="add mod">
          <ac:chgData name="Brandon Knight" userId="b8d431c7f4cb94ad" providerId="Windows Live" clId="Web-{6F0D24AB-1FB6-4AB5-B93B-713352FDC648}" dt="2023-04-18T22:18:43.187" v="4277" actId="20577"/>
          <ac:spMkLst>
            <pc:docMk/>
            <pc:sldMk cId="2027389458" sldId="256"/>
            <ac:spMk id="34" creationId="{12812F51-2E7C-E56D-30FF-D2DA76C31EBD}"/>
          </ac:spMkLst>
        </pc:spChg>
        <pc:spChg chg="del">
          <ac:chgData name="Brandon Knight" userId="b8d431c7f4cb94ad" providerId="Windows Live" clId="Web-{6F0D24AB-1FB6-4AB5-B93B-713352FDC648}" dt="2023-04-17T20:19:09.421" v="157"/>
          <ac:spMkLst>
            <pc:docMk/>
            <pc:sldMk cId="2027389458" sldId="256"/>
            <ac:spMk id="34" creationId="{27FC1E81-4C9D-40BC-BC92-F5DC4BAF1728}"/>
          </ac:spMkLst>
        </pc:spChg>
        <pc:spChg chg="del mod">
          <ac:chgData name="Brandon Knight" userId="b8d431c7f4cb94ad" providerId="Windows Live" clId="Web-{6F0D24AB-1FB6-4AB5-B93B-713352FDC648}" dt="2023-04-17T20:18:38.889" v="142"/>
          <ac:spMkLst>
            <pc:docMk/>
            <pc:sldMk cId="2027389458" sldId="256"/>
            <ac:spMk id="35" creationId="{6EDB0D65-72BA-4715-8AA2-EE0C2E189478}"/>
          </ac:spMkLst>
        </pc:spChg>
        <pc:spChg chg="add mod">
          <ac:chgData name="Brandon Knight" userId="b8d431c7f4cb94ad" providerId="Windows Live" clId="Web-{6F0D24AB-1FB6-4AB5-B93B-713352FDC648}" dt="2023-04-18T22:18:50.875" v="4292" actId="20577"/>
          <ac:spMkLst>
            <pc:docMk/>
            <pc:sldMk cId="2027389458" sldId="256"/>
            <ac:spMk id="35" creationId="{EE7FAD44-5765-A0C9-05FD-EC5D1529AA97}"/>
          </ac:spMkLst>
        </pc:spChg>
        <pc:spChg chg="add mod">
          <ac:chgData name="Brandon Knight" userId="b8d431c7f4cb94ad" providerId="Windows Live" clId="Web-{6F0D24AB-1FB6-4AB5-B93B-713352FDC648}" dt="2023-04-18T22:21:39.459" v="4321" actId="1076"/>
          <ac:spMkLst>
            <pc:docMk/>
            <pc:sldMk cId="2027389458" sldId="256"/>
            <ac:spMk id="36" creationId="{FC01C2B8-0DF0-F59E-4F8A-A6FD5FA8850F}"/>
          </ac:spMkLst>
        </pc:spChg>
        <pc:spChg chg="add mod">
          <ac:chgData name="Brandon Knight" userId="b8d431c7f4cb94ad" providerId="Windows Live" clId="Web-{6F0D24AB-1FB6-4AB5-B93B-713352FDC648}" dt="2023-04-18T22:21:36.381" v="4320" actId="1076"/>
          <ac:spMkLst>
            <pc:docMk/>
            <pc:sldMk cId="2027389458" sldId="256"/>
            <ac:spMk id="37" creationId="{11A9FB49-E47E-79B7-29E0-C405772D8A87}"/>
          </ac:spMkLst>
        </pc:spChg>
        <pc:spChg chg="del mod">
          <ac:chgData name="Brandon Knight" userId="b8d431c7f4cb94ad" providerId="Windows Live" clId="Web-{6F0D24AB-1FB6-4AB5-B93B-713352FDC648}" dt="2023-04-17T20:17:36.778" v="135"/>
          <ac:spMkLst>
            <pc:docMk/>
            <pc:sldMk cId="2027389458" sldId="256"/>
            <ac:spMk id="55" creationId="{1045D69A-4D69-4434-B20A-C33252B2BD2B}"/>
          </ac:spMkLst>
        </pc:spChg>
        <pc:spChg chg="del">
          <ac:chgData name="Brandon Knight" userId="b8d431c7f4cb94ad" providerId="Windows Live" clId="Web-{6F0D24AB-1FB6-4AB5-B93B-713352FDC648}" dt="2023-04-17T20:19:05.561" v="156"/>
          <ac:spMkLst>
            <pc:docMk/>
            <pc:sldMk cId="2027389458" sldId="256"/>
            <ac:spMk id="65" creationId="{CA1D5DA2-694D-4DB2-99F2-823314B84C1D}"/>
          </ac:spMkLst>
        </pc:spChg>
        <pc:spChg chg="del mod">
          <ac:chgData name="Brandon Knight" userId="b8d431c7f4cb94ad" providerId="Windows Live" clId="Web-{6F0D24AB-1FB6-4AB5-B93B-713352FDC648}" dt="2023-04-17T20:19:26.093" v="161"/>
          <ac:spMkLst>
            <pc:docMk/>
            <pc:sldMk cId="2027389458" sldId="256"/>
            <ac:spMk id="66" creationId="{2412F88D-C100-4A9A-B745-AC004608919D}"/>
          </ac:spMkLst>
        </pc:spChg>
        <pc:spChg chg="del">
          <ac:chgData name="Brandon Knight" userId="b8d431c7f4cb94ad" providerId="Windows Live" clId="Web-{6F0D24AB-1FB6-4AB5-B93B-713352FDC648}" dt="2023-04-17T20:19:27.937" v="162"/>
          <ac:spMkLst>
            <pc:docMk/>
            <pc:sldMk cId="2027389458" sldId="256"/>
            <ac:spMk id="67" creationId="{F89039DF-6721-49C1-88BA-4F050ACF7C4B}"/>
          </ac:spMkLst>
        </pc:spChg>
        <pc:spChg chg="del">
          <ac:chgData name="Brandon Knight" userId="b8d431c7f4cb94ad" providerId="Windows Live" clId="Web-{6F0D24AB-1FB6-4AB5-B93B-713352FDC648}" dt="2023-04-17T20:21:41.190" v="192"/>
          <ac:spMkLst>
            <pc:docMk/>
            <pc:sldMk cId="2027389458" sldId="256"/>
            <ac:spMk id="70" creationId="{43130066-23FF-4974-8269-C7CB2FDC0FE3}"/>
          </ac:spMkLst>
        </pc:spChg>
        <pc:spChg chg="del">
          <ac:chgData name="Brandon Knight" userId="b8d431c7f4cb94ad" providerId="Windows Live" clId="Web-{6F0D24AB-1FB6-4AB5-B93B-713352FDC648}" dt="2023-04-17T20:21:35.159" v="189"/>
          <ac:spMkLst>
            <pc:docMk/>
            <pc:sldMk cId="2027389458" sldId="256"/>
            <ac:spMk id="81" creationId="{5B872AAC-60FC-4340-924A-0451821F86FE}"/>
          </ac:spMkLst>
        </pc:spChg>
        <pc:spChg chg="del">
          <ac:chgData name="Brandon Knight" userId="b8d431c7f4cb94ad" providerId="Windows Live" clId="Web-{6F0D24AB-1FB6-4AB5-B93B-713352FDC648}" dt="2023-04-17T20:21:33.143" v="188"/>
          <ac:spMkLst>
            <pc:docMk/>
            <pc:sldMk cId="2027389458" sldId="256"/>
            <ac:spMk id="82" creationId="{A4522B2C-1F63-4A37-8E04-5E6443D1ED46}"/>
          </ac:spMkLst>
        </pc:spChg>
        <pc:spChg chg="del">
          <ac:chgData name="Brandon Knight" userId="b8d431c7f4cb94ad" providerId="Windows Live" clId="Web-{6F0D24AB-1FB6-4AB5-B93B-713352FDC648}" dt="2023-04-17T20:21:39.050" v="191"/>
          <ac:spMkLst>
            <pc:docMk/>
            <pc:sldMk cId="2027389458" sldId="256"/>
            <ac:spMk id="83" creationId="{180AE3E3-F4BF-4E46-932C-3230FB851A17}"/>
          </ac:spMkLst>
        </pc:spChg>
        <pc:spChg chg="del">
          <ac:chgData name="Brandon Knight" userId="b8d431c7f4cb94ad" providerId="Windows Live" clId="Web-{6F0D24AB-1FB6-4AB5-B93B-713352FDC648}" dt="2023-04-17T20:21:27.534" v="187"/>
          <ac:spMkLst>
            <pc:docMk/>
            <pc:sldMk cId="2027389458" sldId="256"/>
            <ac:spMk id="84" creationId="{0863CF19-17F0-436C-9BC8-5D66D215CDA2}"/>
          </ac:spMkLst>
        </pc:spChg>
        <pc:spChg chg="add del">
          <ac:chgData name="Brandon Knight" userId="b8d431c7f4cb94ad" providerId="Windows Live" clId="Web-{6F0D24AB-1FB6-4AB5-B93B-713352FDC648}" dt="2023-04-17T21:52:38.508" v="766"/>
          <ac:spMkLst>
            <pc:docMk/>
            <pc:sldMk cId="2027389458" sldId="256"/>
            <ac:spMk id="86" creationId="{734204EB-0042-4361-BE86-FE926FCAC94C}"/>
          </ac:spMkLst>
        </pc:spChg>
        <pc:spChg chg="del">
          <ac:chgData name="Brandon Knight" userId="b8d431c7f4cb94ad" providerId="Windows Live" clId="Web-{6F0D24AB-1FB6-4AB5-B93B-713352FDC648}" dt="2023-04-17T20:24:23.351" v="219"/>
          <ac:spMkLst>
            <pc:docMk/>
            <pc:sldMk cId="2027389458" sldId="256"/>
            <ac:spMk id="88" creationId="{3B3F7339-A7F1-4550-84F2-26B39110E924}"/>
          </ac:spMkLst>
        </pc:spChg>
        <pc:spChg chg="del mod">
          <ac:chgData name="Brandon Knight" userId="b8d431c7f4cb94ad" providerId="Windows Live" clId="Web-{6F0D24AB-1FB6-4AB5-B93B-713352FDC648}" dt="2023-04-17T20:24:18.335" v="218"/>
          <ac:spMkLst>
            <pc:docMk/>
            <pc:sldMk cId="2027389458" sldId="256"/>
            <ac:spMk id="89" creationId="{7007DA6B-64C3-4559-9EB2-8F262FFDED73}"/>
          </ac:spMkLst>
        </pc:spChg>
        <pc:spChg chg="del">
          <ac:chgData name="Brandon Knight" userId="b8d431c7f4cb94ad" providerId="Windows Live" clId="Web-{6F0D24AB-1FB6-4AB5-B93B-713352FDC648}" dt="2023-04-18T21:29:25.241" v="3980"/>
          <ac:spMkLst>
            <pc:docMk/>
            <pc:sldMk cId="2027389458" sldId="256"/>
            <ac:spMk id="98" creationId="{118BD54C-D4D1-41AB-81C3-2C43C8C43E8F}"/>
          </ac:spMkLst>
        </pc:spChg>
        <pc:spChg chg="add del">
          <ac:chgData name="Brandon Knight" userId="b8d431c7f4cb94ad" providerId="Windows Live" clId="Web-{6F0D24AB-1FB6-4AB5-B93B-713352FDC648}" dt="2023-04-17T21:52:39.367" v="767"/>
          <ac:spMkLst>
            <pc:docMk/>
            <pc:sldMk cId="2027389458" sldId="256"/>
            <ac:spMk id="99" creationId="{CF7036E9-3824-4D8A-AF9E-5F5B79B75ABC}"/>
          </ac:spMkLst>
        </pc:spChg>
        <pc:spChg chg="add mod">
          <ac:chgData name="Brandon Knight" userId="b8d431c7f4cb94ad" providerId="Windows Live" clId="Web-{6F0D24AB-1FB6-4AB5-B93B-713352FDC648}" dt="2023-04-18T21:35:47.629" v="4083" actId="20577"/>
          <ac:spMkLst>
            <pc:docMk/>
            <pc:sldMk cId="2027389458" sldId="256"/>
            <ac:spMk id="105" creationId="{62008958-E4EB-3639-104A-0462D3775DD6}"/>
          </ac:spMkLst>
        </pc:spChg>
        <pc:spChg chg="mod">
          <ac:chgData name="Brandon Knight" userId="b8d431c7f4cb94ad" providerId="Windows Live" clId="Web-{6F0D24AB-1FB6-4AB5-B93B-713352FDC648}" dt="2023-04-18T21:30:56.057" v="4004" actId="20577"/>
          <ac:spMkLst>
            <pc:docMk/>
            <pc:sldMk cId="2027389458" sldId="256"/>
            <ac:spMk id="107" creationId="{5E2E7CEA-0637-4C2C-82A6-806A7BFCAB09}"/>
          </ac:spMkLst>
        </pc:spChg>
        <pc:spChg chg="mod">
          <ac:chgData name="Brandon Knight" userId="b8d431c7f4cb94ad" providerId="Windows Live" clId="Web-{6F0D24AB-1FB6-4AB5-B93B-713352FDC648}" dt="2023-04-17T20:29:17.828" v="270" actId="20577"/>
          <ac:spMkLst>
            <pc:docMk/>
            <pc:sldMk cId="2027389458" sldId="256"/>
            <ac:spMk id="108" creationId="{476A1EC5-396A-452B-B80C-3BF1528F073F}"/>
          </ac:spMkLst>
        </pc:spChg>
        <pc:spChg chg="add mod">
          <ac:chgData name="Brandon Knight" userId="b8d431c7f4cb94ad" providerId="Windows Live" clId="Web-{6F0D24AB-1FB6-4AB5-B93B-713352FDC648}" dt="2023-04-18T21:26:59.408" v="3967" actId="20577"/>
          <ac:spMkLst>
            <pc:docMk/>
            <pc:sldMk cId="2027389458" sldId="256"/>
            <ac:spMk id="109" creationId="{44A0D045-E324-FDBA-3675-4CC70B8C1BDF}"/>
          </ac:spMkLst>
        </pc:spChg>
        <pc:spChg chg="del">
          <ac:chgData name="Brandon Knight" userId="b8d431c7f4cb94ad" providerId="Windows Live" clId="Web-{6F0D24AB-1FB6-4AB5-B93B-713352FDC648}" dt="2023-04-17T20:24:29.164" v="222"/>
          <ac:spMkLst>
            <pc:docMk/>
            <pc:sldMk cId="2027389458" sldId="256"/>
            <ac:spMk id="113" creationId="{83F73EFC-7692-4526-AF8E-288DA389A3C5}"/>
          </ac:spMkLst>
        </pc:spChg>
        <pc:spChg chg="del">
          <ac:chgData name="Brandon Knight" userId="b8d431c7f4cb94ad" providerId="Windows Live" clId="Web-{6F0D24AB-1FB6-4AB5-B93B-713352FDC648}" dt="2023-04-17T20:06:12.837" v="48"/>
          <ac:spMkLst>
            <pc:docMk/>
            <pc:sldMk cId="2027389458" sldId="256"/>
            <ac:spMk id="116" creationId="{8815E713-A6F6-4B28-BACE-27F1FFA14F2A}"/>
          </ac:spMkLst>
        </pc:spChg>
        <pc:spChg chg="add del mod">
          <ac:chgData name="Brandon Knight" userId="b8d431c7f4cb94ad" providerId="Windows Live" clId="Web-{6F0D24AB-1FB6-4AB5-B93B-713352FDC648}" dt="2023-04-17T21:52:37.602" v="765"/>
          <ac:spMkLst>
            <pc:docMk/>
            <pc:sldMk cId="2027389458" sldId="256"/>
            <ac:spMk id="118" creationId="{8E76CAD1-DADB-49E6-8E63-C0366D2B3F93}"/>
          </ac:spMkLst>
        </pc:spChg>
        <pc:spChg chg="del mod">
          <ac:chgData name="Brandon Knight" userId="b8d431c7f4cb94ad" providerId="Windows Live" clId="Web-{6F0D24AB-1FB6-4AB5-B93B-713352FDC648}" dt="2023-04-18T21:29:24.272" v="3979"/>
          <ac:spMkLst>
            <pc:docMk/>
            <pc:sldMk cId="2027389458" sldId="256"/>
            <ac:spMk id="119" creationId="{03BAAD1F-0472-4331-9B6A-E9D0E7330696}"/>
          </ac:spMkLst>
        </pc:spChg>
        <pc:spChg chg="add del mod">
          <ac:chgData name="Brandon Knight" userId="b8d431c7f4cb94ad" providerId="Windows Live" clId="Web-{6F0D24AB-1FB6-4AB5-B93B-713352FDC648}" dt="2023-04-17T21:52:46.180" v="768"/>
          <ac:spMkLst>
            <pc:docMk/>
            <pc:sldMk cId="2027389458" sldId="256"/>
            <ac:spMk id="120" creationId="{C0B74509-4260-43DA-B5B3-78C83B09ACD9}"/>
          </ac:spMkLst>
        </pc:spChg>
        <pc:spChg chg="mod">
          <ac:chgData name="Brandon Knight" userId="b8d431c7f4cb94ad" providerId="Windows Live" clId="Web-{6F0D24AB-1FB6-4AB5-B93B-713352FDC648}" dt="2023-04-18T20:37:49.446" v="3184" actId="1076"/>
          <ac:spMkLst>
            <pc:docMk/>
            <pc:sldMk cId="2027389458" sldId="256"/>
            <ac:spMk id="123" creationId="{D44CCF86-C6DF-49A4-83B4-5273B4C80C90}"/>
          </ac:spMkLst>
        </pc:spChg>
        <pc:spChg chg="del">
          <ac:chgData name="Brandon Knight" userId="b8d431c7f4cb94ad" providerId="Windows Live" clId="Web-{6F0D24AB-1FB6-4AB5-B93B-713352FDC648}" dt="2023-04-17T20:20:38.142" v="173"/>
          <ac:spMkLst>
            <pc:docMk/>
            <pc:sldMk cId="2027389458" sldId="256"/>
            <ac:spMk id="124" creationId="{D8E03D92-AC40-4D0E-9956-0BC82733A9A2}"/>
          </ac:spMkLst>
        </pc:spChg>
        <pc:spChg chg="del">
          <ac:chgData name="Brandon Knight" userId="b8d431c7f4cb94ad" providerId="Windows Live" clId="Web-{6F0D24AB-1FB6-4AB5-B93B-713352FDC648}" dt="2023-04-17T20:20:54.064" v="176"/>
          <ac:spMkLst>
            <pc:docMk/>
            <pc:sldMk cId="2027389458" sldId="256"/>
            <ac:spMk id="126" creationId="{4E868E63-CB6A-40C4-B031-A99A252951E0}"/>
          </ac:spMkLst>
        </pc:spChg>
        <pc:spChg chg="del mod">
          <ac:chgData name="Brandon Knight" userId="b8d431c7f4cb94ad" providerId="Windows Live" clId="Web-{6F0D24AB-1FB6-4AB5-B93B-713352FDC648}" dt="2023-04-17T20:17:36.778" v="133"/>
          <ac:spMkLst>
            <pc:docMk/>
            <pc:sldMk cId="2027389458" sldId="256"/>
            <ac:spMk id="127" creationId="{0204B13D-ED17-4849-8B37-9F5C712444D8}"/>
          </ac:spMkLst>
        </pc:spChg>
        <pc:spChg chg="del">
          <ac:chgData name="Brandon Knight" userId="b8d431c7f4cb94ad" providerId="Windows Live" clId="Web-{6F0D24AB-1FB6-4AB5-B93B-713352FDC648}" dt="2023-04-17T20:19:55.188" v="167"/>
          <ac:spMkLst>
            <pc:docMk/>
            <pc:sldMk cId="2027389458" sldId="256"/>
            <ac:spMk id="129" creationId="{708D5FB1-6D3F-422F-AF42-9E38568CE5C0}"/>
          </ac:spMkLst>
        </pc:spChg>
        <pc:spChg chg="del">
          <ac:chgData name="Brandon Knight" userId="b8d431c7f4cb94ad" providerId="Windows Live" clId="Web-{6F0D24AB-1FB6-4AB5-B93B-713352FDC648}" dt="2023-04-17T20:19:52.766" v="166"/>
          <ac:spMkLst>
            <pc:docMk/>
            <pc:sldMk cId="2027389458" sldId="256"/>
            <ac:spMk id="130" creationId="{1A3D8D4B-2D05-4A29-8F3A-F0BD03AFA112}"/>
          </ac:spMkLst>
        </pc:spChg>
        <pc:spChg chg="del mod">
          <ac:chgData name="Brandon Knight" userId="b8d431c7f4cb94ad" providerId="Windows Live" clId="Web-{6F0D24AB-1FB6-4AB5-B93B-713352FDC648}" dt="2023-04-17T20:19:34.984" v="165"/>
          <ac:spMkLst>
            <pc:docMk/>
            <pc:sldMk cId="2027389458" sldId="256"/>
            <ac:spMk id="131" creationId="{157B9159-0B31-45F5-9BC2-E14C7938942B}"/>
          </ac:spMkLst>
        </pc:spChg>
        <pc:spChg chg="del">
          <ac:chgData name="Brandon Knight" userId="b8d431c7f4cb94ad" providerId="Windows Live" clId="Web-{6F0D24AB-1FB6-4AB5-B93B-713352FDC648}" dt="2023-04-17T20:20:44.189" v="174"/>
          <ac:spMkLst>
            <pc:docMk/>
            <pc:sldMk cId="2027389458" sldId="256"/>
            <ac:spMk id="132" creationId="{1FC81D33-1028-417A-B69E-7128794F7700}"/>
          </ac:spMkLst>
        </pc:spChg>
        <pc:spChg chg="del mod">
          <ac:chgData name="Brandon Knight" userId="b8d431c7f4cb94ad" providerId="Windows Live" clId="Web-{6F0D24AB-1FB6-4AB5-B93B-713352FDC648}" dt="2023-04-17T20:17:36.778" v="131"/>
          <ac:spMkLst>
            <pc:docMk/>
            <pc:sldMk cId="2027389458" sldId="256"/>
            <ac:spMk id="133" creationId="{1BEB5A23-95E8-411A-A5B1-718A46CD0666}"/>
          </ac:spMkLst>
        </pc:spChg>
        <pc:spChg chg="del mod">
          <ac:chgData name="Brandon Knight" userId="b8d431c7f4cb94ad" providerId="Windows Live" clId="Web-{6F0D24AB-1FB6-4AB5-B93B-713352FDC648}" dt="2023-04-17T20:20:02.328" v="169"/>
          <ac:spMkLst>
            <pc:docMk/>
            <pc:sldMk cId="2027389458" sldId="256"/>
            <ac:spMk id="134" creationId="{8D9C6CC4-6A09-4711-9935-077DCB6BE011}"/>
          </ac:spMkLst>
        </pc:spChg>
        <pc:spChg chg="del mod">
          <ac:chgData name="Brandon Knight" userId="b8d431c7f4cb94ad" providerId="Windows Live" clId="Web-{6F0D24AB-1FB6-4AB5-B93B-713352FDC648}" dt="2023-04-17T20:17:36.778" v="130"/>
          <ac:spMkLst>
            <pc:docMk/>
            <pc:sldMk cId="2027389458" sldId="256"/>
            <ac:spMk id="135" creationId="{DC891A09-F122-44A1-A55D-BD49D73B3CE3}"/>
          </ac:spMkLst>
        </pc:spChg>
        <pc:spChg chg="del">
          <ac:chgData name="Brandon Knight" userId="b8d431c7f4cb94ad" providerId="Windows Live" clId="Web-{6F0D24AB-1FB6-4AB5-B93B-713352FDC648}" dt="2023-04-17T20:20:35.329" v="172"/>
          <ac:spMkLst>
            <pc:docMk/>
            <pc:sldMk cId="2027389458" sldId="256"/>
            <ac:spMk id="138" creationId="{E88C4D86-CB14-4F21-907A-C281A7F35B3A}"/>
          </ac:spMkLst>
        </pc:spChg>
        <pc:spChg chg="del mod">
          <ac:chgData name="Brandon Knight" userId="b8d431c7f4cb94ad" providerId="Windows Live" clId="Web-{6F0D24AB-1FB6-4AB5-B93B-713352FDC648}" dt="2023-04-17T20:20:49.205" v="175"/>
          <ac:spMkLst>
            <pc:docMk/>
            <pc:sldMk cId="2027389458" sldId="256"/>
            <ac:spMk id="139" creationId="{26D682BB-8D44-4E34-9541-C99BA09778A1}"/>
          </ac:spMkLst>
        </pc:spChg>
        <pc:spChg chg="mod">
          <ac:chgData name="Brandon Knight" userId="b8d431c7f4cb94ad" providerId="Windows Live" clId="Web-{6F0D24AB-1FB6-4AB5-B93B-713352FDC648}" dt="2023-04-17T20:22:37.598" v="197" actId="20577"/>
          <ac:spMkLst>
            <pc:docMk/>
            <pc:sldMk cId="2027389458" sldId="256"/>
            <ac:spMk id="141" creationId="{B035D376-81B7-48EF-843E-E3F08D996624}"/>
          </ac:spMkLst>
        </pc:spChg>
        <pc:spChg chg="del">
          <ac:chgData name="Brandon Knight" userId="b8d431c7f4cb94ad" providerId="Windows Live" clId="Web-{6F0D24AB-1FB6-4AB5-B93B-713352FDC648}" dt="2023-04-17T20:06:16.759" v="49"/>
          <ac:spMkLst>
            <pc:docMk/>
            <pc:sldMk cId="2027389458" sldId="256"/>
            <ac:spMk id="144" creationId="{6CFA7B45-0905-4C6A-A5E1-56E6639FAA51}"/>
          </ac:spMkLst>
        </pc:spChg>
        <pc:spChg chg="del">
          <ac:chgData name="Brandon Knight" userId="b8d431c7f4cb94ad" providerId="Windows Live" clId="Web-{6F0D24AB-1FB6-4AB5-B93B-713352FDC648}" dt="2023-04-17T20:09:25.295" v="65"/>
          <ac:spMkLst>
            <pc:docMk/>
            <pc:sldMk cId="2027389458" sldId="256"/>
            <ac:spMk id="145" creationId="{022E94A1-F10F-4354-B40A-12A0024EBB84}"/>
          </ac:spMkLst>
        </pc:spChg>
        <pc:spChg chg="del mod">
          <ac:chgData name="Brandon Knight" userId="b8d431c7f4cb94ad" providerId="Windows Live" clId="Web-{6F0D24AB-1FB6-4AB5-B93B-713352FDC648}" dt="2023-04-17T20:17:36.778" v="124"/>
          <ac:spMkLst>
            <pc:docMk/>
            <pc:sldMk cId="2027389458" sldId="256"/>
            <ac:spMk id="149" creationId="{B1580488-F652-4CC8-9C20-11470B503CD0}"/>
          </ac:spMkLst>
        </pc:spChg>
        <pc:spChg chg="del">
          <ac:chgData name="Brandon Knight" userId="b8d431c7f4cb94ad" providerId="Windows Live" clId="Web-{6F0D24AB-1FB6-4AB5-B93B-713352FDC648}" dt="2023-04-17T20:18:42.061" v="145"/>
          <ac:spMkLst>
            <pc:docMk/>
            <pc:sldMk cId="2027389458" sldId="256"/>
            <ac:spMk id="225" creationId="{2ED1F04E-321B-40E6-92A6-D0C6DB3B49DD}"/>
          </ac:spMkLst>
        </pc:spChg>
        <pc:spChg chg="del mod">
          <ac:chgData name="Brandon Knight" userId="b8d431c7f4cb94ad" providerId="Windows Live" clId="Web-{6F0D24AB-1FB6-4AB5-B93B-713352FDC648}" dt="2023-04-17T20:10:54.673" v="75"/>
          <ac:spMkLst>
            <pc:docMk/>
            <pc:sldMk cId="2027389458" sldId="256"/>
            <ac:spMk id="251" creationId="{27168BAB-3F2E-4D05-BCF8-E6C47FD5CE40}"/>
          </ac:spMkLst>
        </pc:spChg>
        <pc:spChg chg="mod">
          <ac:chgData name="Brandon Knight" userId="b8d431c7f4cb94ad" providerId="Windows Live" clId="Web-{6F0D24AB-1FB6-4AB5-B93B-713352FDC648}" dt="2023-04-18T17:45:25.939" v="2224" actId="14100"/>
          <ac:spMkLst>
            <pc:docMk/>
            <pc:sldMk cId="2027389458" sldId="256"/>
            <ac:spMk id="255" creationId="{8DE9FF77-B126-455C-8FB4-700F36B37043}"/>
          </ac:spMkLst>
        </pc:spChg>
        <pc:spChg chg="del mod">
          <ac:chgData name="Brandon Knight" userId="b8d431c7f4cb94ad" providerId="Windows Live" clId="Web-{6F0D24AB-1FB6-4AB5-B93B-713352FDC648}" dt="2023-04-17T21:03:46.868" v="348"/>
          <ac:spMkLst>
            <pc:docMk/>
            <pc:sldMk cId="2027389458" sldId="256"/>
            <ac:spMk id="256" creationId="{49B93000-181E-4F0B-A080-C0555B6D9702}"/>
          </ac:spMkLst>
        </pc:spChg>
        <pc:spChg chg="mod">
          <ac:chgData name="Brandon Knight" userId="b8d431c7f4cb94ad" providerId="Windows Live" clId="Web-{6F0D24AB-1FB6-4AB5-B93B-713352FDC648}" dt="2023-04-18T22:17:25.825" v="4260" actId="20577"/>
          <ac:spMkLst>
            <pc:docMk/>
            <pc:sldMk cId="2027389458" sldId="256"/>
            <ac:spMk id="259" creationId="{5BC7A028-0DF4-4924-8424-70FF30BFA602}"/>
          </ac:spMkLst>
        </pc:spChg>
        <pc:graphicFrameChg chg="del">
          <ac:chgData name="Brandon Knight" userId="b8d431c7f4cb94ad" providerId="Windows Live" clId="Web-{6F0D24AB-1FB6-4AB5-B93B-713352FDC648}" dt="2023-04-17T20:06:25.009" v="51"/>
          <ac:graphicFrameMkLst>
            <pc:docMk/>
            <pc:sldMk cId="2027389458" sldId="256"/>
            <ac:graphicFrameMk id="3" creationId="{09E3B6EF-A304-4815-81FA-8029B7725432}"/>
          </ac:graphicFrameMkLst>
        </pc:graphicFrameChg>
        <pc:graphicFrameChg chg="del">
          <ac:chgData name="Brandon Knight" userId="b8d431c7f4cb94ad" providerId="Windows Live" clId="Web-{6F0D24AB-1FB6-4AB5-B93B-713352FDC648}" dt="2023-04-17T20:06:26.697" v="52"/>
          <ac:graphicFrameMkLst>
            <pc:docMk/>
            <pc:sldMk cId="2027389458" sldId="256"/>
            <ac:graphicFrameMk id="6" creationId="{5C2AFF99-C5CC-48C3-A997-3B6B22A117D8}"/>
          </ac:graphicFrameMkLst>
        </pc:graphicFrameChg>
        <pc:graphicFrameChg chg="add del mod modGraphic">
          <ac:chgData name="Brandon Knight" userId="b8d431c7f4cb94ad" providerId="Windows Live" clId="Web-{6F0D24AB-1FB6-4AB5-B93B-713352FDC648}" dt="2023-04-17T22:18:22.840" v="872"/>
          <ac:graphicFrameMkLst>
            <pc:docMk/>
            <pc:sldMk cId="2027389458" sldId="256"/>
            <ac:graphicFrameMk id="8" creationId="{07048948-C61F-B9AB-9AEB-18D852711752}"/>
          </ac:graphicFrameMkLst>
        </pc:graphicFrameChg>
        <pc:graphicFrameChg chg="add del mod">
          <ac:chgData name="Brandon Knight" userId="b8d431c7f4cb94ad" providerId="Windows Live" clId="Web-{6F0D24AB-1FB6-4AB5-B93B-713352FDC648}" dt="2023-04-17T21:33:47.935" v="533"/>
          <ac:graphicFrameMkLst>
            <pc:docMk/>
            <pc:sldMk cId="2027389458" sldId="256"/>
            <ac:graphicFrameMk id="8" creationId="{3BDFD578-4074-3FA0-6963-CB89120A7BBD}"/>
          </ac:graphicFrameMkLst>
        </pc:graphicFrameChg>
        <pc:graphicFrameChg chg="add del mod modGraphic">
          <ac:chgData name="Brandon Knight" userId="b8d431c7f4cb94ad" providerId="Windows Live" clId="Web-{6F0D24AB-1FB6-4AB5-B93B-713352FDC648}" dt="2023-04-18T22:16:54.902" v="4256" actId="1076"/>
          <ac:graphicFrameMkLst>
            <pc:docMk/>
            <pc:sldMk cId="2027389458" sldId="256"/>
            <ac:graphicFrameMk id="11" creationId="{EDD4E527-6260-19AF-E8F4-B646644FA5E6}"/>
          </ac:graphicFrameMkLst>
        </pc:graphicFrameChg>
        <pc:graphicFrameChg chg="add del">
          <ac:chgData name="Brandon Knight" userId="b8d431c7f4cb94ad" providerId="Windows Live" clId="Web-{6F0D24AB-1FB6-4AB5-B93B-713352FDC648}" dt="2023-04-17T21:47:22.262" v="615"/>
          <ac:graphicFrameMkLst>
            <pc:docMk/>
            <pc:sldMk cId="2027389458" sldId="256"/>
            <ac:graphicFrameMk id="14" creationId="{CDE84CB9-B4C1-BC32-F7F5-338A57AC3FC1}"/>
          </ac:graphicFrameMkLst>
        </pc:graphicFrameChg>
        <pc:graphicFrameChg chg="add mod ord modGraphic">
          <ac:chgData name="Brandon Knight" userId="b8d431c7f4cb94ad" providerId="Windows Live" clId="Web-{6F0D24AB-1FB6-4AB5-B93B-713352FDC648}" dt="2023-04-18T21:22:45.727" v="3913" actId="1076"/>
          <ac:graphicFrameMkLst>
            <pc:docMk/>
            <pc:sldMk cId="2027389458" sldId="256"/>
            <ac:graphicFrameMk id="15" creationId="{15BF1DE6-E688-F289-8DD0-BB5576338DDA}"/>
          </ac:graphicFrameMkLst>
        </pc:graphicFrameChg>
        <pc:graphicFrameChg chg="add mod modGraphic">
          <ac:chgData name="Brandon Knight" userId="b8d431c7f4cb94ad" providerId="Windows Live" clId="Web-{6F0D24AB-1FB6-4AB5-B93B-713352FDC648}" dt="2023-04-18T22:16:38.058" v="4254" actId="1076"/>
          <ac:graphicFrameMkLst>
            <pc:docMk/>
            <pc:sldMk cId="2027389458" sldId="256"/>
            <ac:graphicFrameMk id="20" creationId="{9CC670E9-83D6-AFF5-840A-1F7D85B85F9F}"/>
          </ac:graphicFrameMkLst>
        </pc:graphicFrameChg>
        <pc:graphicFrameChg chg="del">
          <ac:chgData name="Brandon Knight" userId="b8d431c7f4cb94ad" providerId="Windows Live" clId="Web-{6F0D24AB-1FB6-4AB5-B93B-713352FDC648}" dt="2023-04-17T20:18:33.748" v="139"/>
          <ac:graphicFrameMkLst>
            <pc:docMk/>
            <pc:sldMk cId="2027389458" sldId="256"/>
            <ac:graphicFrameMk id="27" creationId="{ED832F53-26E6-4D04-83EC-45DE6E6DEACE}"/>
          </ac:graphicFrameMkLst>
        </pc:graphicFrameChg>
        <pc:graphicFrameChg chg="del mod">
          <ac:chgData name="Brandon Knight" userId="b8d431c7f4cb94ad" providerId="Windows Live" clId="Web-{6F0D24AB-1FB6-4AB5-B93B-713352FDC648}" dt="2023-04-17T20:17:36.778" v="137"/>
          <ac:graphicFrameMkLst>
            <pc:docMk/>
            <pc:sldMk cId="2027389458" sldId="256"/>
            <ac:graphicFrameMk id="32" creationId="{9A6B9DA9-8BB0-490E-A45B-0A744B86EDCD}"/>
          </ac:graphicFrameMkLst>
        </pc:graphicFrameChg>
        <pc:graphicFrameChg chg="del">
          <ac:chgData name="Brandon Knight" userId="b8d431c7f4cb94ad" providerId="Windows Live" clId="Web-{6F0D24AB-1FB6-4AB5-B93B-713352FDC648}" dt="2023-04-17T20:18:57.577" v="155"/>
          <ac:graphicFrameMkLst>
            <pc:docMk/>
            <pc:sldMk cId="2027389458" sldId="256"/>
            <ac:graphicFrameMk id="51" creationId="{225E4C06-76E7-411F-8BFF-390663ED3118}"/>
          </ac:graphicFrameMkLst>
        </pc:graphicFrameChg>
        <pc:graphicFrameChg chg="del mod">
          <ac:chgData name="Brandon Knight" userId="b8d431c7f4cb94ad" providerId="Windows Live" clId="Web-{6F0D24AB-1FB6-4AB5-B93B-713352FDC648}" dt="2023-04-17T20:17:36.778" v="136"/>
          <ac:graphicFrameMkLst>
            <pc:docMk/>
            <pc:sldMk cId="2027389458" sldId="256"/>
            <ac:graphicFrameMk id="52" creationId="{EA1C6A48-A1B8-49BE-8763-D2CD460A6C3B}"/>
          </ac:graphicFrameMkLst>
        </pc:graphicFrameChg>
        <pc:graphicFrameChg chg="del mod">
          <ac:chgData name="Brandon Knight" userId="b8d431c7f4cb94ad" providerId="Windows Live" clId="Web-{6F0D24AB-1FB6-4AB5-B93B-713352FDC648}" dt="2023-04-17T20:18:48.389" v="152"/>
          <ac:graphicFrameMkLst>
            <pc:docMk/>
            <pc:sldMk cId="2027389458" sldId="256"/>
            <ac:graphicFrameMk id="53" creationId="{5A236F30-968B-4EB8-9288-57901727E9D3}"/>
          </ac:graphicFrameMkLst>
        </pc:graphicFrameChg>
        <pc:graphicFrameChg chg="del">
          <ac:chgData name="Brandon Knight" userId="b8d431c7f4cb94ad" providerId="Windows Live" clId="Web-{6F0D24AB-1FB6-4AB5-B93B-713352FDC648}" dt="2023-04-17T20:21:13.924" v="183"/>
          <ac:graphicFrameMkLst>
            <pc:docMk/>
            <pc:sldMk cId="2027389458" sldId="256"/>
            <ac:graphicFrameMk id="69" creationId="{754466B6-DB70-4BE3-B3F2-C60E9F64243E}"/>
          </ac:graphicFrameMkLst>
        </pc:graphicFrameChg>
        <pc:graphicFrameChg chg="del">
          <ac:chgData name="Brandon Knight" userId="b8d431c7f4cb94ad" providerId="Windows Live" clId="Web-{6F0D24AB-1FB6-4AB5-B93B-713352FDC648}" dt="2023-04-17T20:21:25.784" v="186"/>
          <ac:graphicFrameMkLst>
            <pc:docMk/>
            <pc:sldMk cId="2027389458" sldId="256"/>
            <ac:graphicFrameMk id="77" creationId="{682A34E7-7333-4144-8770-8306596CFE12}"/>
          </ac:graphicFrameMkLst>
        </pc:graphicFrameChg>
        <pc:graphicFrameChg chg="del">
          <ac:chgData name="Brandon Knight" userId="b8d431c7f4cb94ad" providerId="Windows Live" clId="Web-{6F0D24AB-1FB6-4AB5-B93B-713352FDC648}" dt="2023-04-17T20:21:24.190" v="185"/>
          <ac:graphicFrameMkLst>
            <pc:docMk/>
            <pc:sldMk cId="2027389458" sldId="256"/>
            <ac:graphicFrameMk id="78" creationId="{E9345456-3B9B-439D-9824-8EDC0AB00594}"/>
          </ac:graphicFrameMkLst>
        </pc:graphicFrameChg>
        <pc:graphicFrameChg chg="del">
          <ac:chgData name="Brandon Knight" userId="b8d431c7f4cb94ad" providerId="Windows Live" clId="Web-{6F0D24AB-1FB6-4AB5-B93B-713352FDC648}" dt="2023-04-17T20:21:22.862" v="184"/>
          <ac:graphicFrameMkLst>
            <pc:docMk/>
            <pc:sldMk cId="2027389458" sldId="256"/>
            <ac:graphicFrameMk id="79" creationId="{F90DD822-D1B5-4021-9A61-F68A3C987C70}"/>
          </ac:graphicFrameMkLst>
        </pc:graphicFrameChg>
        <pc:graphicFrameChg chg="del">
          <ac:chgData name="Brandon Knight" userId="b8d431c7f4cb94ad" providerId="Windows Live" clId="Web-{6F0D24AB-1FB6-4AB5-B93B-713352FDC648}" dt="2023-04-17T20:21:36.550" v="190"/>
          <ac:graphicFrameMkLst>
            <pc:docMk/>
            <pc:sldMk cId="2027389458" sldId="256"/>
            <ac:graphicFrameMk id="80" creationId="{562664F4-657A-4708-BD2B-F84A92A34B1A}"/>
          </ac:graphicFrameMkLst>
        </pc:graphicFrameChg>
        <pc:graphicFrameChg chg="del">
          <ac:chgData name="Brandon Knight" userId="b8d431c7f4cb94ad" providerId="Windows Live" clId="Web-{6F0D24AB-1FB6-4AB5-B93B-713352FDC648}" dt="2023-04-17T20:24:09.929" v="213"/>
          <ac:graphicFrameMkLst>
            <pc:docMk/>
            <pc:sldMk cId="2027389458" sldId="256"/>
            <ac:graphicFrameMk id="85" creationId="{D645D438-39A8-4C7B-AEAB-61D1CE1A46AD}"/>
          </ac:graphicFrameMkLst>
        </pc:graphicFrameChg>
        <pc:graphicFrameChg chg="del">
          <ac:chgData name="Brandon Knight" userId="b8d431c7f4cb94ad" providerId="Windows Live" clId="Web-{6F0D24AB-1FB6-4AB5-B93B-713352FDC648}" dt="2023-04-17T20:24:31.336" v="223"/>
          <ac:graphicFrameMkLst>
            <pc:docMk/>
            <pc:sldMk cId="2027389458" sldId="256"/>
            <ac:graphicFrameMk id="90" creationId="{6C6D8848-EFC7-481A-B454-88B8C500F9EC}"/>
          </ac:graphicFrameMkLst>
        </pc:graphicFrameChg>
        <pc:graphicFrameChg chg="del">
          <ac:chgData name="Brandon Knight" userId="b8d431c7f4cb94ad" providerId="Windows Live" clId="Web-{6F0D24AB-1FB6-4AB5-B93B-713352FDC648}" dt="2023-04-17T20:24:35.258" v="224"/>
          <ac:graphicFrameMkLst>
            <pc:docMk/>
            <pc:sldMk cId="2027389458" sldId="256"/>
            <ac:graphicFrameMk id="91" creationId="{4FB59EDB-4FBE-49A4-87E2-064F9A29C5B9}"/>
          </ac:graphicFrameMkLst>
        </pc:graphicFrameChg>
        <pc:graphicFrameChg chg="del">
          <ac:chgData name="Brandon Knight" userId="b8d431c7f4cb94ad" providerId="Windows Live" clId="Web-{6F0D24AB-1FB6-4AB5-B93B-713352FDC648}" dt="2023-04-17T20:24:37.336" v="225"/>
          <ac:graphicFrameMkLst>
            <pc:docMk/>
            <pc:sldMk cId="2027389458" sldId="256"/>
            <ac:graphicFrameMk id="92" creationId="{A013BB28-36C9-4BBB-BD70-967199D77B7A}"/>
          </ac:graphicFrameMkLst>
        </pc:graphicFrameChg>
        <pc:graphicFrameChg chg="del">
          <ac:chgData name="Brandon Knight" userId="b8d431c7f4cb94ad" providerId="Windows Live" clId="Web-{6F0D24AB-1FB6-4AB5-B93B-713352FDC648}" dt="2023-04-17T20:24:39.867" v="226"/>
          <ac:graphicFrameMkLst>
            <pc:docMk/>
            <pc:sldMk cId="2027389458" sldId="256"/>
            <ac:graphicFrameMk id="93" creationId="{302531E5-3DFE-46CD-B24C-98B9C2FA3E96}"/>
          </ac:graphicFrameMkLst>
        </pc:graphicFrameChg>
        <pc:graphicFrameChg chg="del">
          <ac:chgData name="Brandon Knight" userId="b8d431c7f4cb94ad" providerId="Windows Live" clId="Web-{6F0D24AB-1FB6-4AB5-B93B-713352FDC648}" dt="2023-04-17T20:24:41.836" v="227"/>
          <ac:graphicFrameMkLst>
            <pc:docMk/>
            <pc:sldMk cId="2027389458" sldId="256"/>
            <ac:graphicFrameMk id="94" creationId="{B2D91333-F5CE-4650-A039-19D1B3A48A9D}"/>
          </ac:graphicFrameMkLst>
        </pc:graphicFrameChg>
        <pc:graphicFrameChg chg="del">
          <ac:chgData name="Brandon Knight" userId="b8d431c7f4cb94ad" providerId="Windows Live" clId="Web-{6F0D24AB-1FB6-4AB5-B93B-713352FDC648}" dt="2023-04-17T20:24:12.774" v="215"/>
          <ac:graphicFrameMkLst>
            <pc:docMk/>
            <pc:sldMk cId="2027389458" sldId="256"/>
            <ac:graphicFrameMk id="95" creationId="{C1D553FB-C95C-4108-B4F5-5666FFD3580F}"/>
          </ac:graphicFrameMkLst>
        </pc:graphicFrameChg>
        <pc:graphicFrameChg chg="del">
          <ac:chgData name="Brandon Knight" userId="b8d431c7f4cb94ad" providerId="Windows Live" clId="Web-{6F0D24AB-1FB6-4AB5-B93B-713352FDC648}" dt="2023-04-17T20:24:08.601" v="212"/>
          <ac:graphicFrameMkLst>
            <pc:docMk/>
            <pc:sldMk cId="2027389458" sldId="256"/>
            <ac:graphicFrameMk id="96" creationId="{3C88EDFF-9080-4264-B3B1-E2A43725B829}"/>
          </ac:graphicFrameMkLst>
        </pc:graphicFrameChg>
        <pc:graphicFrameChg chg="del">
          <ac:chgData name="Brandon Knight" userId="b8d431c7f4cb94ad" providerId="Windows Live" clId="Web-{6F0D24AB-1FB6-4AB5-B93B-713352FDC648}" dt="2023-04-17T20:24:11.226" v="214"/>
          <ac:graphicFrameMkLst>
            <pc:docMk/>
            <pc:sldMk cId="2027389458" sldId="256"/>
            <ac:graphicFrameMk id="97" creationId="{D5112D4A-E253-465A-823B-D4756D7BE927}"/>
          </ac:graphicFrameMkLst>
        </pc:graphicFrameChg>
        <pc:graphicFrameChg chg="del">
          <ac:chgData name="Brandon Knight" userId="b8d431c7f4cb94ad" providerId="Windows Live" clId="Web-{6F0D24AB-1FB6-4AB5-B93B-713352FDC648}" dt="2023-04-17T20:21:07.393" v="180"/>
          <ac:graphicFrameMkLst>
            <pc:docMk/>
            <pc:sldMk cId="2027389458" sldId="256"/>
            <ac:graphicFrameMk id="110" creationId="{6ABDD946-A715-422C-9558-4F1A9ED5B01B}"/>
          </ac:graphicFrameMkLst>
        </pc:graphicFrameChg>
        <pc:graphicFrameChg chg="del">
          <ac:chgData name="Brandon Knight" userId="b8d431c7f4cb94ad" providerId="Windows Live" clId="Web-{6F0D24AB-1FB6-4AB5-B93B-713352FDC648}" dt="2023-04-17T20:24:24.867" v="220"/>
          <ac:graphicFrameMkLst>
            <pc:docMk/>
            <pc:sldMk cId="2027389458" sldId="256"/>
            <ac:graphicFrameMk id="114" creationId="{99C23EAE-62BC-4F3F-AAF8-1D3FA9C20B7E}"/>
          </ac:graphicFrameMkLst>
        </pc:graphicFrameChg>
        <pc:graphicFrameChg chg="del">
          <ac:chgData name="Brandon Knight" userId="b8d431c7f4cb94ad" providerId="Windows Live" clId="Web-{6F0D24AB-1FB6-4AB5-B93B-713352FDC648}" dt="2023-04-17T20:24:26.289" v="221"/>
          <ac:graphicFrameMkLst>
            <pc:docMk/>
            <pc:sldMk cId="2027389458" sldId="256"/>
            <ac:graphicFrameMk id="115" creationId="{8CF5EC64-0ABE-4B85-8B4D-C94B57498172}"/>
          </ac:graphicFrameMkLst>
        </pc:graphicFrameChg>
        <pc:graphicFrameChg chg="del mod">
          <ac:chgData name="Brandon Knight" userId="b8d431c7f4cb94ad" providerId="Windows Live" clId="Web-{6F0D24AB-1FB6-4AB5-B93B-713352FDC648}" dt="2023-04-17T20:17:36.778" v="134"/>
          <ac:graphicFrameMkLst>
            <pc:docMk/>
            <pc:sldMk cId="2027389458" sldId="256"/>
            <ac:graphicFrameMk id="125" creationId="{61E3902F-4F6C-4F6B-A568-3822751AD049}"/>
          </ac:graphicFrameMkLst>
        </pc:graphicFrameChg>
        <pc:graphicFrameChg chg="del mod">
          <ac:chgData name="Brandon Knight" userId="b8d431c7f4cb94ad" providerId="Windows Live" clId="Web-{6F0D24AB-1FB6-4AB5-B93B-713352FDC648}" dt="2023-04-17T20:17:36.778" v="132"/>
          <ac:graphicFrameMkLst>
            <pc:docMk/>
            <pc:sldMk cId="2027389458" sldId="256"/>
            <ac:graphicFrameMk id="128" creationId="{68D92C37-CEBF-47EC-821A-F1624AE166F3}"/>
          </ac:graphicFrameMkLst>
        </pc:graphicFrameChg>
        <pc:picChg chg="add mod">
          <ac:chgData name="Brandon Knight" userId="b8d431c7f4cb94ad" providerId="Windows Live" clId="Web-{6F0D24AB-1FB6-4AB5-B93B-713352FDC648}" dt="2023-04-18T22:22:04.538" v="4322" actId="1076"/>
          <ac:picMkLst>
            <pc:docMk/>
            <pc:sldMk cId="2027389458" sldId="256"/>
            <ac:picMk id="2" creationId="{3243673F-58CB-62F4-7FDF-08E44E4B4FF4}"/>
          </ac:picMkLst>
        </pc:picChg>
        <pc:picChg chg="add del mod">
          <ac:chgData name="Brandon Knight" userId="b8d431c7f4cb94ad" providerId="Windows Live" clId="Web-{6F0D24AB-1FB6-4AB5-B93B-713352FDC648}" dt="2023-04-17T23:06:50.540" v="1011"/>
          <ac:picMkLst>
            <pc:docMk/>
            <pc:sldMk cId="2027389458" sldId="256"/>
            <ac:picMk id="7" creationId="{0397D408-34CB-7A6F-1B56-AB3548835676}"/>
          </ac:picMkLst>
        </pc:picChg>
        <pc:picChg chg="add del mod">
          <ac:chgData name="Brandon Knight" userId="b8d431c7f4cb94ad" providerId="Windows Live" clId="Web-{6F0D24AB-1FB6-4AB5-B93B-713352FDC648}" dt="2023-04-17T23:15:01.024" v="1038"/>
          <ac:picMkLst>
            <pc:docMk/>
            <pc:sldMk cId="2027389458" sldId="256"/>
            <ac:picMk id="8" creationId="{36FA51FF-99F7-90C0-0922-9A6D34724DFC}"/>
          </ac:picMkLst>
        </pc:picChg>
        <pc:picChg chg="add mod modCrop">
          <ac:chgData name="Brandon Knight" userId="b8d431c7f4cb94ad" providerId="Windows Live" clId="Web-{6F0D24AB-1FB6-4AB5-B93B-713352FDC648}" dt="2023-04-18T21:29:53.148" v="3987" actId="1076"/>
          <ac:picMkLst>
            <pc:docMk/>
            <pc:sldMk cId="2027389458" sldId="256"/>
            <ac:picMk id="8" creationId="{AFB4EB8B-B8F0-7DA7-438E-B020FF04437A}"/>
          </ac:picMkLst>
        </pc:picChg>
        <pc:picChg chg="add del mod">
          <ac:chgData name="Brandon Knight" userId="b8d431c7f4cb94ad" providerId="Windows Live" clId="Web-{6F0D24AB-1FB6-4AB5-B93B-713352FDC648}" dt="2023-04-18T18:13:22.158" v="2658"/>
          <ac:picMkLst>
            <pc:docMk/>
            <pc:sldMk cId="2027389458" sldId="256"/>
            <ac:picMk id="9" creationId="{3064409F-6C79-4D9E-4B70-E1215A58E601}"/>
          </ac:picMkLst>
        </pc:picChg>
        <pc:picChg chg="del">
          <ac:chgData name="Brandon Knight" userId="b8d431c7f4cb94ad" providerId="Windows Live" clId="Web-{6F0D24AB-1FB6-4AB5-B93B-713352FDC648}" dt="2023-04-17T20:02:35.472" v="0"/>
          <ac:picMkLst>
            <pc:docMk/>
            <pc:sldMk cId="2027389458" sldId="256"/>
            <ac:picMk id="9" creationId="{E5E67F50-02AC-419C-BDAF-E707ACFE843F}"/>
          </ac:picMkLst>
        </pc:picChg>
        <pc:picChg chg="add del mod">
          <ac:chgData name="Brandon Knight" userId="b8d431c7f4cb94ad" providerId="Windows Live" clId="Web-{6F0D24AB-1FB6-4AB5-B93B-713352FDC648}" dt="2023-04-18T18:30:36.025" v="2870"/>
          <ac:picMkLst>
            <pc:docMk/>
            <pc:sldMk cId="2027389458" sldId="256"/>
            <ac:picMk id="13" creationId="{8D1774E7-EC74-AA99-F499-A02DF195759B}"/>
          </ac:picMkLst>
        </pc:picChg>
        <pc:picChg chg="add del mod">
          <ac:chgData name="Brandon Knight" userId="b8d431c7f4cb94ad" providerId="Windows Live" clId="Web-{6F0D24AB-1FB6-4AB5-B93B-713352FDC648}" dt="2023-04-17T21:45:36.617" v="592"/>
          <ac:picMkLst>
            <pc:docMk/>
            <pc:sldMk cId="2027389458" sldId="256"/>
            <ac:picMk id="13" creationId="{E527405C-1DE1-644F-CD94-1E9259DCBC37}"/>
          </ac:picMkLst>
        </pc:picChg>
        <pc:picChg chg="add del mod">
          <ac:chgData name="Brandon Knight" userId="b8d431c7f4cb94ad" providerId="Windows Live" clId="Web-{6F0D24AB-1FB6-4AB5-B93B-713352FDC648}" dt="2023-04-17T23:14:28.383" v="1033"/>
          <ac:picMkLst>
            <pc:docMk/>
            <pc:sldMk cId="2027389458" sldId="256"/>
            <ac:picMk id="14" creationId="{2D55B541-398E-D8CF-086E-4B5E17FAECF3}"/>
          </ac:picMkLst>
        </pc:picChg>
        <pc:picChg chg="del">
          <ac:chgData name="Brandon Knight" userId="b8d431c7f4cb94ad" providerId="Windows Live" clId="Web-{6F0D24AB-1FB6-4AB5-B93B-713352FDC648}" dt="2023-04-17T20:24:07.241" v="211"/>
          <ac:picMkLst>
            <pc:docMk/>
            <pc:sldMk cId="2027389458" sldId="256"/>
            <ac:picMk id="15" creationId="{B2CEE5D6-CA70-448C-BF7A-D0FAD714EF63}"/>
          </ac:picMkLst>
        </pc:picChg>
        <pc:picChg chg="add del mod">
          <ac:chgData name="Brandon Knight" userId="b8d431c7f4cb94ad" providerId="Windows Live" clId="Web-{6F0D24AB-1FB6-4AB5-B93B-713352FDC648}" dt="2023-04-18T18:13:21.096" v="2657"/>
          <ac:picMkLst>
            <pc:docMk/>
            <pc:sldMk cId="2027389458" sldId="256"/>
            <ac:picMk id="20" creationId="{EBFC6EF2-B035-5941-AF11-8A4BA015E07C}"/>
          </ac:picMkLst>
        </pc:picChg>
        <pc:picChg chg="add del mod">
          <ac:chgData name="Brandon Knight" userId="b8d431c7f4cb94ad" providerId="Windows Live" clId="Web-{6F0D24AB-1FB6-4AB5-B93B-713352FDC648}" dt="2023-04-18T21:44:14.225" v="4091"/>
          <ac:picMkLst>
            <pc:docMk/>
            <pc:sldMk cId="2027389458" sldId="256"/>
            <ac:picMk id="24" creationId="{5CC39D24-8AD3-710B-4520-FD6E03E2F279}"/>
          </ac:picMkLst>
        </pc:picChg>
        <pc:picChg chg="add del mod">
          <ac:chgData name="Brandon Knight" userId="b8d431c7f4cb94ad" providerId="Windows Live" clId="Web-{6F0D24AB-1FB6-4AB5-B93B-713352FDC648}" dt="2023-04-18T18:14:06.832" v="2671"/>
          <ac:picMkLst>
            <pc:docMk/>
            <pc:sldMk cId="2027389458" sldId="256"/>
            <ac:picMk id="24" creationId="{887EEF91-4099-8FD0-9151-2DE2CE587E1D}"/>
          </ac:picMkLst>
        </pc:picChg>
        <pc:picChg chg="add del mod">
          <ac:chgData name="Brandon Knight" userId="b8d431c7f4cb94ad" providerId="Windows Live" clId="Web-{6F0D24AB-1FB6-4AB5-B93B-713352FDC648}" dt="2023-04-18T21:59:07.553" v="4101"/>
          <ac:picMkLst>
            <pc:docMk/>
            <pc:sldMk cId="2027389458" sldId="256"/>
            <ac:picMk id="29" creationId="{3E80CC01-D82F-B2C3-5BCE-31E1FF44609A}"/>
          </ac:picMkLst>
        </pc:picChg>
        <pc:picChg chg="add mod">
          <ac:chgData name="Brandon Knight" userId="b8d431c7f4cb94ad" providerId="Windows Live" clId="Web-{6F0D24AB-1FB6-4AB5-B93B-713352FDC648}" dt="2023-04-18T22:11:01.624" v="4221" actId="14100"/>
          <ac:picMkLst>
            <pc:docMk/>
            <pc:sldMk cId="2027389458" sldId="256"/>
            <ac:picMk id="30" creationId="{587F5CF2-DB75-9BE9-7360-B623628C8460}"/>
          </ac:picMkLst>
        </pc:picChg>
        <pc:picChg chg="del">
          <ac:chgData name="Brandon Knight" userId="b8d431c7f4cb94ad" providerId="Windows Live" clId="Web-{6F0D24AB-1FB6-4AB5-B93B-713352FDC648}" dt="2023-04-17T20:28:27.280" v="263"/>
          <ac:picMkLst>
            <pc:docMk/>
            <pc:sldMk cId="2027389458" sldId="256"/>
            <ac:picMk id="31" creationId="{5CB28B20-C531-4545-86D1-40C8B257CE20}"/>
          </ac:picMkLst>
        </pc:picChg>
        <pc:picChg chg="add mod">
          <ac:chgData name="Brandon Knight" userId="b8d431c7f4cb94ad" providerId="Windows Live" clId="Web-{6F0D24AB-1FB6-4AB5-B93B-713352FDC648}" dt="2023-04-18T22:09:43.715" v="4218" actId="1076"/>
          <ac:picMkLst>
            <pc:docMk/>
            <pc:sldMk cId="2027389458" sldId="256"/>
            <ac:picMk id="31" creationId="{DC616822-FF1C-26CA-C27F-1B2FFB014144}"/>
          </ac:picMkLst>
        </pc:picChg>
        <pc:picChg chg="add del mod">
          <ac:chgData name="Brandon Knight" userId="b8d431c7f4cb94ad" providerId="Windows Live" clId="Web-{6F0D24AB-1FB6-4AB5-B93B-713352FDC648}" dt="2023-04-18T21:59:41.335" v="4102"/>
          <ac:picMkLst>
            <pc:docMk/>
            <pc:sldMk cId="2027389458" sldId="256"/>
            <ac:picMk id="32" creationId="{B4B1E092-ED79-E4C6-5C76-45FF479DD04C}"/>
          </ac:picMkLst>
        </pc:picChg>
        <pc:picChg chg="add mod">
          <ac:chgData name="Brandon Knight" userId="b8d431c7f4cb94ad" providerId="Windows Live" clId="Web-{6F0D24AB-1FB6-4AB5-B93B-713352FDC648}" dt="2023-04-18T22:02:37.591" v="4107" actId="1076"/>
          <ac:picMkLst>
            <pc:docMk/>
            <pc:sldMk cId="2027389458" sldId="256"/>
            <ac:picMk id="33" creationId="{DCADAAE3-6AAC-E756-82C8-F8633E18DF1F}"/>
          </ac:picMkLst>
        </pc:picChg>
        <pc:picChg chg="del">
          <ac:chgData name="Brandon Knight" userId="b8d431c7f4cb94ad" providerId="Windows Live" clId="Web-{6F0D24AB-1FB6-4AB5-B93B-713352FDC648}" dt="2023-04-17T20:18:34.654" v="140"/>
          <ac:picMkLst>
            <pc:docMk/>
            <pc:sldMk cId="2027389458" sldId="256"/>
            <ac:picMk id="47" creationId="{4AEE0E61-E25A-48BD-9252-C501B597E750}"/>
          </ac:picMkLst>
        </pc:picChg>
        <pc:picChg chg="add mod">
          <ac:chgData name="Brandon Knight" userId="b8d431c7f4cb94ad" providerId="Windows Live" clId="Web-{6F0D24AB-1FB6-4AB5-B93B-713352FDC648}" dt="2023-04-17T21:14:42.298" v="484" actId="1076"/>
          <ac:picMkLst>
            <pc:docMk/>
            <pc:sldMk cId="2027389458" sldId="256"/>
            <ac:picMk id="106" creationId="{E17D6FD3-41C0-9008-A3AD-A745CB214F77}"/>
          </ac:picMkLst>
        </pc:picChg>
        <pc:picChg chg="del">
          <ac:chgData name="Brandon Knight" userId="b8d431c7f4cb94ad" providerId="Windows Live" clId="Web-{6F0D24AB-1FB6-4AB5-B93B-713352FDC648}" dt="2023-04-17T20:21:06.096" v="179"/>
          <ac:picMkLst>
            <pc:docMk/>
            <pc:sldMk cId="2027389458" sldId="256"/>
            <ac:picMk id="111" creationId="{CECC4096-A7E5-4FC0-985C-85ACA3506DEF}"/>
          </ac:picMkLst>
        </pc:picChg>
        <pc:picChg chg="del">
          <ac:chgData name="Brandon Knight" userId="b8d431c7f4cb94ad" providerId="Windows Live" clId="Web-{6F0D24AB-1FB6-4AB5-B93B-713352FDC648}" dt="2023-04-17T20:21:08.877" v="181"/>
          <ac:picMkLst>
            <pc:docMk/>
            <pc:sldMk cId="2027389458" sldId="256"/>
            <ac:picMk id="112" creationId="{16CA905A-86B3-4338-88D9-BD2404D8A32D}"/>
          </ac:picMkLst>
        </pc:picChg>
        <pc:picChg chg="del mod">
          <ac:chgData name="Brandon Knight" userId="b8d431c7f4cb94ad" providerId="Windows Live" clId="Web-{6F0D24AB-1FB6-4AB5-B93B-713352FDC648}" dt="2023-04-17T20:17:36.778" v="129"/>
          <ac:picMkLst>
            <pc:docMk/>
            <pc:sldMk cId="2027389458" sldId="256"/>
            <ac:picMk id="136" creationId="{461B2E1A-E96C-49C7-8FFA-135996CC8531}"/>
          </ac:picMkLst>
        </pc:picChg>
        <pc:picChg chg="del mod">
          <ac:chgData name="Brandon Knight" userId="b8d431c7f4cb94ad" providerId="Windows Live" clId="Web-{6F0D24AB-1FB6-4AB5-B93B-713352FDC648}" dt="2023-04-17T20:17:36.778" v="128"/>
          <ac:picMkLst>
            <pc:docMk/>
            <pc:sldMk cId="2027389458" sldId="256"/>
            <ac:picMk id="137" creationId="{D76B1529-A539-4D3F-9DA9-1F620E01BEA9}"/>
          </ac:picMkLst>
        </pc:picChg>
        <pc:cxnChg chg="del mod">
          <ac:chgData name="Brandon Knight" userId="b8d431c7f4cb94ad" providerId="Windows Live" clId="Web-{6F0D24AB-1FB6-4AB5-B93B-713352FDC648}" dt="2023-04-17T20:17:36.778" v="127"/>
          <ac:cxnSpMkLst>
            <pc:docMk/>
            <pc:sldMk cId="2027389458" sldId="256"/>
            <ac:cxnSpMk id="7" creationId="{1140B658-3367-4A5D-963E-5E9118854580}"/>
          </ac:cxnSpMkLst>
        </pc:cxnChg>
        <pc:cxnChg chg="del mod">
          <ac:chgData name="Brandon Knight" userId="b8d431c7f4cb94ad" providerId="Windows Live" clId="Web-{6F0D24AB-1FB6-4AB5-B93B-713352FDC648}" dt="2023-04-17T20:19:18.421" v="160"/>
          <ac:cxnSpMkLst>
            <pc:docMk/>
            <pc:sldMk cId="2027389458" sldId="256"/>
            <ac:cxnSpMk id="50" creationId="{EA155343-C142-46CF-9610-861152F7002B}"/>
          </ac:cxnSpMkLst>
        </pc:cxnChg>
        <pc:cxnChg chg="del">
          <ac:chgData name="Brandon Knight" userId="b8d431c7f4cb94ad" providerId="Windows Live" clId="Web-{6F0D24AB-1FB6-4AB5-B93B-713352FDC648}" dt="2023-04-17T20:21:42.956" v="193"/>
          <ac:cxnSpMkLst>
            <pc:docMk/>
            <pc:sldMk cId="2027389458" sldId="256"/>
            <ac:cxnSpMk id="68" creationId="{47690AD9-79C9-493C-9B84-FE82972B510C}"/>
          </ac:cxnSpMkLst>
        </pc:cxnChg>
        <pc:cxnChg chg="del">
          <ac:chgData name="Brandon Knight" userId="b8d431c7f4cb94ad" providerId="Windows Live" clId="Web-{6F0D24AB-1FB6-4AB5-B93B-713352FDC648}" dt="2023-04-17T20:19:17.171" v="159"/>
          <ac:cxnSpMkLst>
            <pc:docMk/>
            <pc:sldMk cId="2027389458" sldId="256"/>
            <ac:cxnSpMk id="196" creationId="{C5D05F3B-4A82-4568-8D6F-BFCCE65E6B5D}"/>
          </ac:cxnSpMkLst>
        </pc:cxnChg>
        <pc:cxnChg chg="del">
          <ac:chgData name="Brandon Knight" userId="b8d431c7f4cb94ad" providerId="Windows Live" clId="Web-{6F0D24AB-1FB6-4AB5-B93B-713352FDC648}" dt="2023-04-17T20:18:41.139" v="144"/>
          <ac:cxnSpMkLst>
            <pc:docMk/>
            <pc:sldMk cId="2027389458" sldId="256"/>
            <ac:cxnSpMk id="197" creationId="{0EA8D42C-FEF3-4C93-BCCD-FFF600482CC2}"/>
          </ac:cxnSpMkLst>
        </pc:cxnChg>
        <pc:cxnChg chg="del">
          <ac:chgData name="Brandon Knight" userId="b8d431c7f4cb94ad" providerId="Windows Live" clId="Web-{6F0D24AB-1FB6-4AB5-B93B-713352FDC648}" dt="2023-04-17T20:18:42.701" v="146"/>
          <ac:cxnSpMkLst>
            <pc:docMk/>
            <pc:sldMk cId="2027389458" sldId="256"/>
            <ac:cxnSpMk id="198" creationId="{2F74BDA4-C059-4052-9F4E-52C879BE81AB}"/>
          </ac:cxnSpMkLst>
        </pc:cxnChg>
        <pc:cxnChg chg="del mod">
          <ac:chgData name="Brandon Knight" userId="b8d431c7f4cb94ad" providerId="Windows Live" clId="Web-{6F0D24AB-1FB6-4AB5-B93B-713352FDC648}" dt="2023-04-17T20:17:36.778" v="125"/>
          <ac:cxnSpMkLst>
            <pc:docMk/>
            <pc:sldMk cId="2027389458" sldId="256"/>
            <ac:cxnSpMk id="224" creationId="{613AE2CD-CD42-40F6-8730-F01A897E4290}"/>
          </ac:cxnSpMkLst>
        </pc:cxnChg>
      </pc:sldChg>
    </pc:docChg>
  </pc:docChgLst>
  <pc:docChgLst>
    <pc:chgData name="Brandon Knight" userId="b8d431c7f4cb94ad" providerId="Windows Live" clId="Web-{216C0E48-2914-434E-859D-4C1D74195090}"/>
    <pc:docChg chg="addSld delSld modSld">
      <pc:chgData name="Brandon Knight" userId="b8d431c7f4cb94ad" providerId="Windows Live" clId="Web-{216C0E48-2914-434E-859D-4C1D74195090}" dt="2023-04-19T21:42:09.257" v="2781" actId="1076"/>
      <pc:docMkLst>
        <pc:docMk/>
      </pc:docMkLst>
      <pc:sldChg chg="addSp delSp modSp add del">
        <pc:chgData name="Brandon Knight" userId="b8d431c7f4cb94ad" providerId="Windows Live" clId="Web-{216C0E48-2914-434E-859D-4C1D74195090}" dt="2023-04-19T21:42:09.257" v="2781" actId="1076"/>
        <pc:sldMkLst>
          <pc:docMk/>
          <pc:sldMk cId="2027389458" sldId="256"/>
        </pc:sldMkLst>
        <pc:spChg chg="mod">
          <ac:chgData name="Brandon Knight" userId="b8d431c7f4cb94ad" providerId="Windows Live" clId="Web-{216C0E48-2914-434E-859D-4C1D74195090}" dt="2023-04-19T21:05:41.735" v="2460" actId="1076"/>
          <ac:spMkLst>
            <pc:docMk/>
            <pc:sldMk cId="2027389458" sldId="256"/>
            <ac:spMk id="3" creationId="{1301C928-5737-BEEE-D532-CA9EB7144621}"/>
          </ac:spMkLst>
        </pc:spChg>
        <pc:spChg chg="mod">
          <ac:chgData name="Brandon Knight" userId="b8d431c7f4cb94ad" providerId="Windows Live" clId="Web-{216C0E48-2914-434E-859D-4C1D74195090}" dt="2023-04-19T21:40:22.534" v="2775" actId="20577"/>
          <ac:spMkLst>
            <pc:docMk/>
            <pc:sldMk cId="2027389458" sldId="256"/>
            <ac:spMk id="4" creationId="{00000000-0000-0000-0000-000000000000}"/>
          </ac:spMkLst>
        </pc:spChg>
        <pc:spChg chg="mod">
          <ac:chgData name="Brandon Knight" userId="b8d431c7f4cb94ad" providerId="Windows Live" clId="Web-{216C0E48-2914-434E-859D-4C1D74195090}" dt="2023-04-19T21:01:47.007" v="2445" actId="20577"/>
          <ac:spMkLst>
            <pc:docMk/>
            <pc:sldMk cId="2027389458" sldId="256"/>
            <ac:spMk id="5" creationId="{00000000-0000-0000-0000-000000000000}"/>
          </ac:spMkLst>
        </pc:spChg>
        <pc:spChg chg="mod">
          <ac:chgData name="Brandon Knight" userId="b8d431c7f4cb94ad" providerId="Windows Live" clId="Web-{216C0E48-2914-434E-859D-4C1D74195090}" dt="2023-04-19T20:41:53.852" v="2229" actId="1076"/>
          <ac:spMkLst>
            <pc:docMk/>
            <pc:sldMk cId="2027389458" sldId="256"/>
            <ac:spMk id="6" creationId="{C7837FDF-F80A-58C2-958E-61B8958E2E96}"/>
          </ac:spMkLst>
        </pc:spChg>
        <pc:spChg chg="add mod">
          <ac:chgData name="Brandon Knight" userId="b8d431c7f4cb94ad" providerId="Windows Live" clId="Web-{216C0E48-2914-434E-859D-4C1D74195090}" dt="2023-04-19T21:40:32.894" v="2777" actId="20577"/>
          <ac:spMkLst>
            <pc:docMk/>
            <pc:sldMk cId="2027389458" sldId="256"/>
            <ac:spMk id="7" creationId="{A3980B69-66FB-F664-F57F-3D9D6C5BE1E3}"/>
          </ac:spMkLst>
        </pc:spChg>
        <pc:spChg chg="add del mod">
          <ac:chgData name="Brandon Knight" userId="b8d431c7f4cb94ad" providerId="Windows Live" clId="Web-{216C0E48-2914-434E-859D-4C1D74195090}" dt="2023-04-19T18:16:08.112" v="528"/>
          <ac:spMkLst>
            <pc:docMk/>
            <pc:sldMk cId="2027389458" sldId="256"/>
            <ac:spMk id="8" creationId="{D4E1EBD4-8484-185A-CF8C-06ECB560188F}"/>
          </ac:spMkLst>
        </pc:spChg>
        <pc:spChg chg="add mod">
          <ac:chgData name="Brandon Knight" userId="b8d431c7f4cb94ad" providerId="Windows Live" clId="Web-{216C0E48-2914-434E-859D-4C1D74195090}" dt="2023-04-19T21:20:14.925" v="2567" actId="1076"/>
          <ac:spMkLst>
            <pc:docMk/>
            <pc:sldMk cId="2027389458" sldId="256"/>
            <ac:spMk id="8" creationId="{F41FB1E7-BF30-704B-D1C9-361CEA23D3F7}"/>
          </ac:spMkLst>
        </pc:spChg>
        <pc:spChg chg="add mod">
          <ac:chgData name="Brandon Knight" userId="b8d431c7f4cb94ad" providerId="Windows Live" clId="Web-{216C0E48-2914-434E-859D-4C1D74195090}" dt="2023-04-19T21:39:37.626" v="2770" actId="20577"/>
          <ac:spMkLst>
            <pc:docMk/>
            <pc:sldMk cId="2027389458" sldId="256"/>
            <ac:spMk id="9" creationId="{5BFF9E85-BCE2-A16A-2212-3216C227759B}"/>
          </ac:spMkLst>
        </pc:spChg>
        <pc:spChg chg="add del mod">
          <ac:chgData name="Brandon Knight" userId="b8d431c7f4cb94ad" providerId="Windows Live" clId="Web-{216C0E48-2914-434E-859D-4C1D74195090}" dt="2023-04-19T18:16:07.127" v="527"/>
          <ac:spMkLst>
            <pc:docMk/>
            <pc:sldMk cId="2027389458" sldId="256"/>
            <ac:spMk id="9" creationId="{B1FF1BAD-F191-E8CA-DCDE-C6A2DF57A7E9}"/>
          </ac:spMkLst>
        </pc:spChg>
        <pc:spChg chg="del">
          <ac:chgData name="Brandon Knight" userId="b8d431c7f4cb94ad" providerId="Windows Live" clId="Web-{216C0E48-2914-434E-859D-4C1D74195090}" dt="2023-04-19T17:01:44.706" v="203"/>
          <ac:spMkLst>
            <pc:docMk/>
            <pc:sldMk cId="2027389458" sldId="256"/>
            <ac:spMk id="9" creationId="{F9294177-5C89-2367-81C0-76BB0187478B}"/>
          </ac:spMkLst>
        </pc:spChg>
        <pc:spChg chg="add mod">
          <ac:chgData name="Brandon Knight" userId="b8d431c7f4cb94ad" providerId="Windows Live" clId="Web-{216C0E48-2914-434E-859D-4C1D74195090}" dt="2023-04-19T21:35:43.898" v="2730" actId="20577"/>
          <ac:spMkLst>
            <pc:docMk/>
            <pc:sldMk cId="2027389458" sldId="256"/>
            <ac:spMk id="13" creationId="{4642C169-F037-4FB6-775A-9B4424A6ACAC}"/>
          </ac:spMkLst>
        </pc:spChg>
        <pc:spChg chg="add del mod">
          <ac:chgData name="Brandon Knight" userId="b8d431c7f4cb94ad" providerId="Windows Live" clId="Web-{216C0E48-2914-434E-859D-4C1D74195090}" dt="2023-04-19T17:01:42.549" v="202"/>
          <ac:spMkLst>
            <pc:docMk/>
            <pc:sldMk cId="2027389458" sldId="256"/>
            <ac:spMk id="13" creationId="{9F036997-1EF4-EA2C-4189-271291BA924C}"/>
          </ac:spMkLst>
        </pc:spChg>
        <pc:spChg chg="add del">
          <ac:chgData name="Brandon Knight" userId="b8d431c7f4cb94ad" providerId="Windows Live" clId="Web-{216C0E48-2914-434E-859D-4C1D74195090}" dt="2023-04-19T18:17:49.537" v="551"/>
          <ac:spMkLst>
            <pc:docMk/>
            <pc:sldMk cId="2027389458" sldId="256"/>
            <ac:spMk id="13" creationId="{C2CC4B4D-B5DE-BB20-4F6F-40FD08905A17}"/>
          </ac:spMkLst>
        </pc:spChg>
        <pc:spChg chg="del mod ord">
          <ac:chgData name="Brandon Knight" userId="b8d431c7f4cb94ad" providerId="Windows Live" clId="Web-{216C0E48-2914-434E-859D-4C1D74195090}" dt="2023-04-19T20:45:11.547" v="2279"/>
          <ac:spMkLst>
            <pc:docMk/>
            <pc:sldMk cId="2027389458" sldId="256"/>
            <ac:spMk id="14" creationId="{537EC689-2138-88F9-5205-025CC071303F}"/>
          </ac:spMkLst>
        </pc:spChg>
        <pc:spChg chg="mod">
          <ac:chgData name="Brandon Knight" userId="b8d431c7f4cb94ad" providerId="Windows Live" clId="Web-{216C0E48-2914-434E-859D-4C1D74195090}" dt="2023-04-19T21:36:47.182" v="2737" actId="14100"/>
          <ac:spMkLst>
            <pc:docMk/>
            <pc:sldMk cId="2027389458" sldId="256"/>
            <ac:spMk id="16" creationId="{00000000-0000-0000-0000-000000000000}"/>
          </ac:spMkLst>
        </pc:spChg>
        <pc:spChg chg="mod">
          <ac:chgData name="Brandon Knight" userId="b8d431c7f4cb94ad" providerId="Windows Live" clId="Web-{216C0E48-2914-434E-859D-4C1D74195090}" dt="2023-04-19T21:36:54.432" v="2738" actId="14100"/>
          <ac:spMkLst>
            <pc:docMk/>
            <pc:sldMk cId="2027389458" sldId="256"/>
            <ac:spMk id="17" creationId="{00000000-0000-0000-0000-000000000000}"/>
          </ac:spMkLst>
        </pc:spChg>
        <pc:spChg chg="mod">
          <ac:chgData name="Brandon Knight" userId="b8d431c7f4cb94ad" providerId="Windows Live" clId="Web-{216C0E48-2914-434E-859D-4C1D74195090}" dt="2023-04-19T21:36:42.776" v="2736" actId="14100"/>
          <ac:spMkLst>
            <pc:docMk/>
            <pc:sldMk cId="2027389458" sldId="256"/>
            <ac:spMk id="18" creationId="{00000000-0000-0000-0000-000000000000}"/>
          </ac:spMkLst>
        </pc:spChg>
        <pc:spChg chg="del">
          <ac:chgData name="Brandon Knight" userId="b8d431c7f4cb94ad" providerId="Windows Live" clId="Web-{216C0E48-2914-434E-859D-4C1D74195090}" dt="2023-04-19T20:17:17.669" v="2075"/>
          <ac:spMkLst>
            <pc:docMk/>
            <pc:sldMk cId="2027389458" sldId="256"/>
            <ac:spMk id="19" creationId="{F69A3C9B-DB5A-4C8A-AF7C-BC5D8C95FD33}"/>
          </ac:spMkLst>
        </pc:spChg>
        <pc:spChg chg="mod">
          <ac:chgData name="Brandon Knight" userId="b8d431c7f4cb94ad" providerId="Windows Live" clId="Web-{216C0E48-2914-434E-859D-4C1D74195090}" dt="2023-04-19T20:43:18.386" v="2253" actId="14100"/>
          <ac:spMkLst>
            <pc:docMk/>
            <pc:sldMk cId="2027389458" sldId="256"/>
            <ac:spMk id="21" creationId="{3F1CD5A8-7E07-4F27-9907-85F6EB8818FF}"/>
          </ac:spMkLst>
        </pc:spChg>
        <pc:spChg chg="mod">
          <ac:chgData name="Brandon Knight" userId="b8d431c7f4cb94ad" providerId="Windows Live" clId="Web-{216C0E48-2914-434E-859D-4C1D74195090}" dt="2023-04-19T21:18:17.843" v="2548" actId="1076"/>
          <ac:spMkLst>
            <pc:docMk/>
            <pc:sldMk cId="2027389458" sldId="256"/>
            <ac:spMk id="22" creationId="{DC9695D7-53F9-4531-A414-FA7A78327312}"/>
          </ac:spMkLst>
        </pc:spChg>
        <pc:spChg chg="add del">
          <ac:chgData name="Brandon Knight" userId="b8d431c7f4cb94ad" providerId="Windows Live" clId="Web-{216C0E48-2914-434E-859D-4C1D74195090}" dt="2023-04-19T19:56:50.715" v="1784"/>
          <ac:spMkLst>
            <pc:docMk/>
            <pc:sldMk cId="2027389458" sldId="256"/>
            <ac:spMk id="23" creationId="{E0851AE5-523B-457E-A35C-E13A7CB50707}"/>
          </ac:spMkLst>
        </pc:spChg>
        <pc:spChg chg="del mod ord">
          <ac:chgData name="Brandon Knight" userId="b8d431c7f4cb94ad" providerId="Windows Live" clId="Web-{216C0E48-2914-434E-859D-4C1D74195090}" dt="2023-04-19T20:45:11.547" v="2278"/>
          <ac:spMkLst>
            <pc:docMk/>
            <pc:sldMk cId="2027389458" sldId="256"/>
            <ac:spMk id="25" creationId="{A304F99D-2E47-0184-A389-59CEE022AB28}"/>
          </ac:spMkLst>
        </pc:spChg>
        <pc:spChg chg="del mod ord">
          <ac:chgData name="Brandon Knight" userId="b8d431c7f4cb94ad" providerId="Windows Live" clId="Web-{216C0E48-2914-434E-859D-4C1D74195090}" dt="2023-04-19T20:45:11.547" v="2277"/>
          <ac:spMkLst>
            <pc:docMk/>
            <pc:sldMk cId="2027389458" sldId="256"/>
            <ac:spMk id="26" creationId="{DF70CEB2-330B-698F-16CC-BBD81E88AEB0}"/>
          </ac:spMkLst>
        </pc:spChg>
        <pc:spChg chg="del mod ord">
          <ac:chgData name="Brandon Knight" userId="b8d431c7f4cb94ad" providerId="Windows Live" clId="Web-{216C0E48-2914-434E-859D-4C1D74195090}" dt="2023-04-19T20:45:11.547" v="2276"/>
          <ac:spMkLst>
            <pc:docMk/>
            <pc:sldMk cId="2027389458" sldId="256"/>
            <ac:spMk id="27" creationId="{F1C54ABF-2023-5DCC-72AC-F703FBACD7C5}"/>
          </ac:spMkLst>
        </pc:spChg>
        <pc:spChg chg="add mod">
          <ac:chgData name="Brandon Knight" userId="b8d431c7f4cb94ad" providerId="Windows Live" clId="Web-{216C0E48-2914-434E-859D-4C1D74195090}" dt="2023-04-19T20:51:27.468" v="2387" actId="1076"/>
          <ac:spMkLst>
            <pc:docMk/>
            <pc:sldMk cId="2027389458" sldId="256"/>
            <ac:spMk id="28" creationId="{350BBA6A-3171-C9DF-EB80-23912C20DD97}"/>
          </ac:spMkLst>
        </pc:spChg>
        <pc:spChg chg="add mod">
          <ac:chgData name="Brandon Knight" userId="b8d431c7f4cb94ad" providerId="Windows Live" clId="Web-{216C0E48-2914-434E-859D-4C1D74195090}" dt="2023-04-19T20:51:27.530" v="2388" actId="1076"/>
          <ac:spMkLst>
            <pc:docMk/>
            <pc:sldMk cId="2027389458" sldId="256"/>
            <ac:spMk id="29" creationId="{9EA79343-AFDD-5E06-CC29-1BD375FA1B76}"/>
          </ac:spMkLst>
        </pc:spChg>
        <pc:spChg chg="add mod">
          <ac:chgData name="Brandon Knight" userId="b8d431c7f4cb94ad" providerId="Windows Live" clId="Web-{216C0E48-2914-434E-859D-4C1D74195090}" dt="2023-04-19T20:51:27.624" v="2389" actId="1076"/>
          <ac:spMkLst>
            <pc:docMk/>
            <pc:sldMk cId="2027389458" sldId="256"/>
            <ac:spMk id="32" creationId="{334CAD98-E35F-6A4F-0A43-4F5936A83816}"/>
          </ac:spMkLst>
        </pc:spChg>
        <pc:spChg chg="mod">
          <ac:chgData name="Brandon Knight" userId="b8d431c7f4cb94ad" providerId="Windows Live" clId="Web-{216C0E48-2914-434E-859D-4C1D74195090}" dt="2023-04-19T21:40:50.394" v="2780" actId="20577"/>
          <ac:spMkLst>
            <pc:docMk/>
            <pc:sldMk cId="2027389458" sldId="256"/>
            <ac:spMk id="34" creationId="{12812F51-2E7C-E56D-30FF-D2DA76C31EBD}"/>
          </ac:spMkLst>
        </pc:spChg>
        <pc:spChg chg="mod">
          <ac:chgData name="Brandon Knight" userId="b8d431c7f4cb94ad" providerId="Windows Live" clId="Web-{216C0E48-2914-434E-859D-4C1D74195090}" dt="2023-04-19T21:36:22.056" v="2734" actId="1076"/>
          <ac:spMkLst>
            <pc:docMk/>
            <pc:sldMk cId="2027389458" sldId="256"/>
            <ac:spMk id="35" creationId="{EE7FAD44-5765-A0C9-05FD-EC5D1529AA97}"/>
          </ac:spMkLst>
        </pc:spChg>
        <pc:spChg chg="mod">
          <ac:chgData name="Brandon Knight" userId="b8d431c7f4cb94ad" providerId="Windows Live" clId="Web-{216C0E48-2914-434E-859D-4C1D74195090}" dt="2023-04-19T21:34:34.239" v="2710" actId="1076"/>
          <ac:spMkLst>
            <pc:docMk/>
            <pc:sldMk cId="2027389458" sldId="256"/>
            <ac:spMk id="36" creationId="{FC01C2B8-0DF0-F59E-4F8A-A6FD5FA8850F}"/>
          </ac:spMkLst>
        </pc:spChg>
        <pc:spChg chg="mod">
          <ac:chgData name="Brandon Knight" userId="b8d431c7f4cb94ad" providerId="Windows Live" clId="Web-{216C0E48-2914-434E-859D-4C1D74195090}" dt="2023-04-19T21:34:18.723" v="2708" actId="1076"/>
          <ac:spMkLst>
            <pc:docMk/>
            <pc:sldMk cId="2027389458" sldId="256"/>
            <ac:spMk id="37" creationId="{11A9FB49-E47E-79B7-29E0-C405772D8A87}"/>
          </ac:spMkLst>
        </pc:spChg>
        <pc:spChg chg="add mod">
          <ac:chgData name="Brandon Knight" userId="b8d431c7f4cb94ad" providerId="Windows Live" clId="Web-{216C0E48-2914-434E-859D-4C1D74195090}" dt="2023-04-19T20:51:27.687" v="2390" actId="1076"/>
          <ac:spMkLst>
            <pc:docMk/>
            <pc:sldMk cId="2027389458" sldId="256"/>
            <ac:spMk id="38" creationId="{9DCEB7B9-BBAB-8279-0BEC-C105E5ED82D8}"/>
          </ac:spMkLst>
        </pc:spChg>
        <pc:spChg chg="add mod">
          <ac:chgData name="Brandon Knight" userId="b8d431c7f4cb94ad" providerId="Windows Live" clId="Web-{216C0E48-2914-434E-859D-4C1D74195090}" dt="2023-04-19T21:39:11.953" v="2765" actId="20577"/>
          <ac:spMkLst>
            <pc:docMk/>
            <pc:sldMk cId="2027389458" sldId="256"/>
            <ac:spMk id="39" creationId="{8EF16E54-54E7-651C-84C3-96EEE24012D0}"/>
          </ac:spMkLst>
        </pc:spChg>
        <pc:spChg chg="add mod">
          <ac:chgData name="Brandon Knight" userId="b8d431c7f4cb94ad" providerId="Windows Live" clId="Web-{216C0E48-2914-434E-859D-4C1D74195090}" dt="2023-04-19T21:32:53.126" v="2694"/>
          <ac:spMkLst>
            <pc:docMk/>
            <pc:sldMk cId="2027389458" sldId="256"/>
            <ac:spMk id="40" creationId="{D7AB9840-0272-2A78-AE3E-F5551875D732}"/>
          </ac:spMkLst>
        </pc:spChg>
        <pc:spChg chg="add mod">
          <ac:chgData name="Brandon Knight" userId="b8d431c7f4cb94ad" providerId="Windows Live" clId="Web-{216C0E48-2914-434E-859D-4C1D74195090}" dt="2023-04-19T21:26:23.877" v="2605" actId="20577"/>
          <ac:spMkLst>
            <pc:docMk/>
            <pc:sldMk cId="2027389458" sldId="256"/>
            <ac:spMk id="41" creationId="{719FBE73-A987-A3B0-4146-ED0CC5A9315D}"/>
          </ac:spMkLst>
        </pc:spChg>
        <pc:spChg chg="mod">
          <ac:chgData name="Brandon Knight" userId="b8d431c7f4cb94ad" providerId="Windows Live" clId="Web-{216C0E48-2914-434E-859D-4C1D74195090}" dt="2023-04-19T21:39:18.250" v="2767" actId="20577"/>
          <ac:spMkLst>
            <pc:docMk/>
            <pc:sldMk cId="2027389458" sldId="256"/>
            <ac:spMk id="105" creationId="{62008958-E4EB-3639-104A-0462D3775DD6}"/>
          </ac:spMkLst>
        </pc:spChg>
        <pc:spChg chg="add del mod">
          <ac:chgData name="Brandon Knight" userId="b8d431c7f4cb94ad" providerId="Windows Live" clId="Web-{216C0E48-2914-434E-859D-4C1D74195090}" dt="2023-04-19T21:40:26.940" v="2776" actId="20577"/>
          <ac:spMkLst>
            <pc:docMk/>
            <pc:sldMk cId="2027389458" sldId="256"/>
            <ac:spMk id="107" creationId="{5E2E7CEA-0637-4C2C-82A6-806A7BFCAB09}"/>
          </ac:spMkLst>
        </pc:spChg>
        <pc:spChg chg="mod">
          <ac:chgData name="Brandon Knight" userId="b8d431c7f4cb94ad" providerId="Windows Live" clId="Web-{216C0E48-2914-434E-859D-4C1D74195090}" dt="2023-04-19T21:31:43.905" v="2691" actId="1076"/>
          <ac:spMkLst>
            <pc:docMk/>
            <pc:sldMk cId="2027389458" sldId="256"/>
            <ac:spMk id="108" creationId="{476A1EC5-396A-452B-B80C-3BF1528F073F}"/>
          </ac:spMkLst>
        </pc:spChg>
        <pc:spChg chg="add del mod">
          <ac:chgData name="Brandon Knight" userId="b8d431c7f4cb94ad" providerId="Windows Live" clId="Web-{216C0E48-2914-434E-859D-4C1D74195090}" dt="2023-04-19T20:58:37.578" v="2416" actId="1076"/>
          <ac:spMkLst>
            <pc:docMk/>
            <pc:sldMk cId="2027389458" sldId="256"/>
            <ac:spMk id="109" creationId="{44A0D045-E324-FDBA-3675-4CC70B8C1BDF}"/>
          </ac:spMkLst>
        </pc:spChg>
        <pc:spChg chg="mod">
          <ac:chgData name="Brandon Knight" userId="b8d431c7f4cb94ad" providerId="Windows Live" clId="Web-{216C0E48-2914-434E-859D-4C1D74195090}" dt="2023-04-19T21:10:42.216" v="2494" actId="14100"/>
          <ac:spMkLst>
            <pc:docMk/>
            <pc:sldMk cId="2027389458" sldId="256"/>
            <ac:spMk id="121" creationId="{6988FE31-9383-4EF0-A143-7C327DB70A62}"/>
          </ac:spMkLst>
        </pc:spChg>
        <pc:spChg chg="mod">
          <ac:chgData name="Brandon Knight" userId="b8d431c7f4cb94ad" providerId="Windows Live" clId="Web-{216C0E48-2914-434E-859D-4C1D74195090}" dt="2023-04-19T21:32:58.017" v="2695"/>
          <ac:spMkLst>
            <pc:docMk/>
            <pc:sldMk cId="2027389458" sldId="256"/>
            <ac:spMk id="123" creationId="{D44CCF86-C6DF-49A4-83B4-5273B4C80C90}"/>
          </ac:spMkLst>
        </pc:spChg>
        <pc:spChg chg="mod">
          <ac:chgData name="Brandon Knight" userId="b8d431c7f4cb94ad" providerId="Windows Live" clId="Web-{216C0E48-2914-434E-859D-4C1D74195090}" dt="2023-04-19T21:10:54.982" v="2496" actId="1076"/>
          <ac:spMkLst>
            <pc:docMk/>
            <pc:sldMk cId="2027389458" sldId="256"/>
            <ac:spMk id="140" creationId="{B88F1E10-8A08-4371-AF9C-AAAF5B104F5F}"/>
          </ac:spMkLst>
        </pc:spChg>
        <pc:spChg chg="mod">
          <ac:chgData name="Brandon Knight" userId="b8d431c7f4cb94ad" providerId="Windows Live" clId="Web-{216C0E48-2914-434E-859D-4C1D74195090}" dt="2023-04-19T21:38:07.716" v="2747" actId="14100"/>
          <ac:spMkLst>
            <pc:docMk/>
            <pc:sldMk cId="2027389458" sldId="256"/>
            <ac:spMk id="141" creationId="{B035D376-81B7-48EF-843E-E3F08D996624}"/>
          </ac:spMkLst>
        </pc:spChg>
        <pc:spChg chg="add del mod">
          <ac:chgData name="Brandon Knight" userId="b8d431c7f4cb94ad" providerId="Windows Live" clId="Web-{216C0E48-2914-434E-859D-4C1D74195090}" dt="2023-04-19T21:10:28.871" v="2490" actId="1076"/>
          <ac:spMkLst>
            <pc:docMk/>
            <pc:sldMk cId="2027389458" sldId="256"/>
            <ac:spMk id="194" creationId="{D69FA072-6A20-49AC-88E1-19DA3B9FE5B2}"/>
          </ac:spMkLst>
        </pc:spChg>
        <pc:spChg chg="del">
          <ac:chgData name="Brandon Knight" userId="b8d431c7f4cb94ad" providerId="Windows Live" clId="Web-{216C0E48-2914-434E-859D-4C1D74195090}" dt="2023-04-19T18:57:20.638" v="727"/>
          <ac:spMkLst>
            <pc:docMk/>
            <pc:sldMk cId="2027389458" sldId="256"/>
            <ac:spMk id="244" creationId="{AAE6A8F6-6F5B-4F9B-93F9-DCD96948EB58}"/>
          </ac:spMkLst>
        </pc:spChg>
        <pc:spChg chg="mod">
          <ac:chgData name="Brandon Knight" userId="b8d431c7f4cb94ad" providerId="Windows Live" clId="Web-{216C0E48-2914-434E-859D-4C1D74195090}" dt="2023-04-19T21:30:00.651" v="2676" actId="14100"/>
          <ac:spMkLst>
            <pc:docMk/>
            <pc:sldMk cId="2027389458" sldId="256"/>
            <ac:spMk id="255" creationId="{8DE9FF77-B126-455C-8FB4-700F36B37043}"/>
          </ac:spMkLst>
        </pc:spChg>
        <pc:spChg chg="add del mod">
          <ac:chgData name="Brandon Knight" userId="b8d431c7f4cb94ad" providerId="Windows Live" clId="Web-{216C0E48-2914-434E-859D-4C1D74195090}" dt="2023-04-19T21:40:45.441" v="2779" actId="20577"/>
          <ac:spMkLst>
            <pc:docMk/>
            <pc:sldMk cId="2027389458" sldId="256"/>
            <ac:spMk id="259" creationId="{5BC7A028-0DF4-4924-8424-70FF30BFA602}"/>
          </ac:spMkLst>
        </pc:spChg>
        <pc:graphicFrameChg chg="mod modGraphic">
          <ac:chgData name="Brandon Knight" userId="b8d431c7f4cb94ad" providerId="Windows Live" clId="Web-{216C0E48-2914-434E-859D-4C1D74195090}" dt="2023-04-19T21:38:40.889" v="2750"/>
          <ac:graphicFrameMkLst>
            <pc:docMk/>
            <pc:sldMk cId="2027389458" sldId="256"/>
            <ac:graphicFrameMk id="11" creationId="{EDD4E527-6260-19AF-E8F4-B646644FA5E6}"/>
          </ac:graphicFrameMkLst>
        </pc:graphicFrameChg>
        <pc:graphicFrameChg chg="mod modGraphic">
          <ac:chgData name="Brandon Knight" userId="b8d431c7f4cb94ad" providerId="Windows Live" clId="Web-{216C0E48-2914-434E-859D-4C1D74195090}" dt="2023-04-19T21:38:52.390" v="2759"/>
          <ac:graphicFrameMkLst>
            <pc:docMk/>
            <pc:sldMk cId="2027389458" sldId="256"/>
            <ac:graphicFrameMk id="15" creationId="{15BF1DE6-E688-F289-8DD0-BB5576338DDA}"/>
          </ac:graphicFrameMkLst>
        </pc:graphicFrameChg>
        <pc:graphicFrameChg chg="mod modGraphic">
          <ac:chgData name="Brandon Knight" userId="b8d431c7f4cb94ad" providerId="Windows Live" clId="Web-{216C0E48-2914-434E-859D-4C1D74195090}" dt="2023-04-19T21:42:09.257" v="2781" actId="1076"/>
          <ac:graphicFrameMkLst>
            <pc:docMk/>
            <pc:sldMk cId="2027389458" sldId="256"/>
            <ac:graphicFrameMk id="20" creationId="{9CC670E9-83D6-AFF5-840A-1F7D85B85F9F}"/>
          </ac:graphicFrameMkLst>
        </pc:graphicFrameChg>
        <pc:picChg chg="mod">
          <ac:chgData name="Brandon Knight" userId="b8d431c7f4cb94ad" providerId="Windows Live" clId="Web-{216C0E48-2914-434E-859D-4C1D74195090}" dt="2023-04-19T20:41:53.805" v="2228" actId="1076"/>
          <ac:picMkLst>
            <pc:docMk/>
            <pc:sldMk cId="2027389458" sldId="256"/>
            <ac:picMk id="2" creationId="{3243673F-58CB-62F4-7FDF-08E44E4B4FF4}"/>
          </ac:picMkLst>
        </pc:picChg>
        <pc:picChg chg="add del mod">
          <ac:chgData name="Brandon Knight" userId="b8d431c7f4cb94ad" providerId="Windows Live" clId="Web-{216C0E48-2914-434E-859D-4C1D74195090}" dt="2023-04-19T18:01:37.284" v="417"/>
          <ac:picMkLst>
            <pc:docMk/>
            <pc:sldMk cId="2027389458" sldId="256"/>
            <ac:picMk id="7" creationId="{9A266E5A-7EBA-4ACC-B7DC-7F83C6175696}"/>
          </ac:picMkLst>
        </pc:picChg>
        <pc:picChg chg="del">
          <ac:chgData name="Brandon Knight" userId="b8d431c7f4cb94ad" providerId="Windows Live" clId="Web-{216C0E48-2914-434E-859D-4C1D74195090}" dt="2023-04-19T17:00:13.499" v="189"/>
          <ac:picMkLst>
            <pc:docMk/>
            <pc:sldMk cId="2027389458" sldId="256"/>
            <ac:picMk id="8" creationId="{AFB4EB8B-B8F0-7DA7-438E-B020FF04437A}"/>
          </ac:picMkLst>
        </pc:picChg>
        <pc:picChg chg="add mod">
          <ac:chgData name="Brandon Knight" userId="b8d431c7f4cb94ad" providerId="Windows Live" clId="Web-{216C0E48-2914-434E-859D-4C1D74195090}" dt="2023-04-19T20:51:27.405" v="2386" actId="1076"/>
          <ac:picMkLst>
            <pc:docMk/>
            <pc:sldMk cId="2027389458" sldId="256"/>
            <ac:picMk id="24" creationId="{6002F255-EFDC-49BF-4D0F-13A13BAB8C92}"/>
          </ac:picMkLst>
        </pc:picChg>
        <pc:picChg chg="mod">
          <ac:chgData name="Brandon Knight" userId="b8d431c7f4cb94ad" providerId="Windows Live" clId="Web-{216C0E48-2914-434E-859D-4C1D74195090}" dt="2023-04-19T21:34:32.536" v="2709" actId="1076"/>
          <ac:picMkLst>
            <pc:docMk/>
            <pc:sldMk cId="2027389458" sldId="256"/>
            <ac:picMk id="30" creationId="{587F5CF2-DB75-9BE9-7360-B623628C8460}"/>
          </ac:picMkLst>
        </pc:picChg>
        <pc:picChg chg="mod">
          <ac:chgData name="Brandon Knight" userId="b8d431c7f4cb94ad" providerId="Windows Live" clId="Web-{216C0E48-2914-434E-859D-4C1D74195090}" dt="2023-04-19T21:34:18.583" v="2706" actId="1076"/>
          <ac:picMkLst>
            <pc:docMk/>
            <pc:sldMk cId="2027389458" sldId="256"/>
            <ac:picMk id="31" creationId="{DC616822-FF1C-26CA-C27F-1B2FFB014144}"/>
          </ac:picMkLst>
        </pc:picChg>
        <pc:picChg chg="add del mod ord modCrop">
          <ac:chgData name="Brandon Knight" userId="b8d431c7f4cb94ad" providerId="Windows Live" clId="Web-{216C0E48-2914-434E-859D-4C1D74195090}" dt="2023-04-19T20:45:11.547" v="2280"/>
          <ac:picMkLst>
            <pc:docMk/>
            <pc:sldMk cId="2027389458" sldId="256"/>
            <ac:picMk id="33" creationId="{DCADAAE3-6AAC-E756-82C8-F8633E18DF1F}"/>
          </ac:picMkLst>
        </pc:picChg>
        <pc:picChg chg="mod">
          <ac:chgData name="Brandon Knight" userId="b8d431c7f4cb94ad" providerId="Windows Live" clId="Web-{216C0E48-2914-434E-859D-4C1D74195090}" dt="2023-04-19T21:17:55.904" v="2546" actId="1076"/>
          <ac:picMkLst>
            <pc:docMk/>
            <pc:sldMk cId="2027389458" sldId="256"/>
            <ac:picMk id="106" creationId="{E17D6FD3-41C0-9008-A3AD-A745CB214F7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6EABD793-2CD0-47EA-8C9D-031A0398E830}" type="datetimeFigureOut">
              <a:rPr lang="en-US" smtClean="0"/>
              <a:t>5/2/25</a:t>
            </a:fld>
            <a:endParaRPr lang="en-US"/>
          </a:p>
        </p:txBody>
      </p:sp>
      <p:sp>
        <p:nvSpPr>
          <p:cNvPr id="4" name="Slide Image Placeholder 3"/>
          <p:cNvSpPr>
            <a:spLocks noGrp="1" noRot="1" noChangeAspect="1"/>
          </p:cNvSpPr>
          <p:nvPr>
            <p:ph type="sldImg" idx="2"/>
          </p:nvPr>
        </p:nvSpPr>
        <p:spPr>
          <a:xfrm>
            <a:off x="1228725" y="1200150"/>
            <a:ext cx="4857750"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961679B2-C904-47D2-AF8E-879DA333DCB5}" type="slidenum">
              <a:rPr lang="en-US" smtClean="0"/>
              <a:t>‹#›</a:t>
            </a:fld>
            <a:endParaRPr lang="en-US"/>
          </a:p>
        </p:txBody>
      </p:sp>
    </p:spTree>
    <p:extLst>
      <p:ext uri="{BB962C8B-B14F-4D97-AF65-F5344CB8AC3E}">
        <p14:creationId xmlns:p14="http://schemas.microsoft.com/office/powerpoint/2010/main" val="400065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1200150"/>
            <a:ext cx="4857750" cy="3240088"/>
          </a:xfrm>
        </p:spPr>
      </p:sp>
      <p:sp>
        <p:nvSpPr>
          <p:cNvPr id="3" name="Notes Placeholder 2"/>
          <p:cNvSpPr>
            <a:spLocks noGrp="1"/>
          </p:cNvSpPr>
          <p:nvPr>
            <p:ph type="body" idx="1"/>
          </p:nvPr>
        </p:nvSpPr>
        <p:spPr/>
        <p:txBody>
          <a:bodyPr/>
          <a:lstStyle/>
          <a:p>
            <a:r>
              <a:rPr lang="en-US" dirty="0"/>
              <a:t>    Three main methods in the treatment regimen of cancer; surgery, radiotherapy, and chemotherapy. For chemotherapy delivery, systemic IV is perhaps the easiest method of drug administration, but it also have negatives, including that a low percent of drug passes the BBB (need high dose), and it causes systemic side effects (exacerbated by the high dose required)</a:t>
            </a:r>
          </a:p>
          <a:p>
            <a:r>
              <a:rPr lang="en-US" dirty="0"/>
              <a:t>    Intrathecally delivered therapies (injected into the subarachnoid space) combats the negatives of systemic CNS chemotherapy by delivering high concentrations of drug directly to the CNS while maintaining low systemic concentrations, lowering systemic side effects. </a:t>
            </a:r>
          </a:p>
          <a:p>
            <a:r>
              <a:rPr lang="en-US" dirty="0"/>
              <a:t>    However, Intrathecally delivered drugs display expedient clearance from the CSF, and have higher potential for neurotoxicity due to bolus administration. </a:t>
            </a:r>
          </a:p>
          <a:p>
            <a:r>
              <a:rPr lang="en-US" dirty="0"/>
              <a:t>Nanotechnology has great potential for improving treatment outcomes for CNS patients via Long in vivo lifetime (longer effect on cancer cells since </a:t>
            </a:r>
            <a:r>
              <a:rPr lang="en-US" dirty="0" err="1"/>
              <a:t>chemodrugs</a:t>
            </a:r>
            <a:r>
              <a:rPr lang="en-US" dirty="0"/>
              <a:t> cell cycle dependent), are more tolerable (encapsulation lowers free drug concentration in CSF at any one time, lowering acute toxicity), and have controlled release profiles.</a:t>
            </a:r>
          </a:p>
          <a:p>
            <a:r>
              <a:rPr lang="en-US" dirty="0"/>
              <a:t>    Therefore the purpose of my research was to characterize new formulations of HDAC inhibitor loaded cyclodextrin nanoparticles. We hypothesized that multiple types of HDACi chemotherapy drugs could be loaded into CDNs, and that characterization of these would allow selection of HDACi-CDN formulas capable of optimally prolonging drug activity in the CNS while decreasing toxicity.</a:t>
            </a:r>
          </a:p>
          <a:p>
            <a:r>
              <a:rPr lang="en-US" dirty="0"/>
              <a:t>There were 4 main methods in CDN formulation and characterization; Synthesis, Drug loading with HDACi’s, Drug loading </a:t>
            </a:r>
            <a:r>
              <a:rPr lang="en-US" dirty="0" err="1"/>
              <a:t>measruements</a:t>
            </a:r>
            <a:r>
              <a:rPr lang="en-US" dirty="0"/>
              <a:t>, and Drug time release </a:t>
            </a:r>
            <a:r>
              <a:rPr lang="en-US" dirty="0" err="1"/>
              <a:t>measeurements</a:t>
            </a:r>
            <a:endParaRPr lang="en-US" dirty="0"/>
          </a:p>
          <a:p>
            <a:r>
              <a:rPr lang="en-US" dirty="0"/>
              <a:t>    To formulate these Nanoparticles, we combined cyclodextrin, an amine, and diacrylate linker arm to create a meshwork; the first three CDNs had another amine as the R group, creating an amine sidearm. The last CDN had PEG polymer as a sidearm group to determine sidechain effect on molecule properties.</a:t>
            </a:r>
          </a:p>
          <a:p>
            <a:r>
              <a:rPr lang="en-US" dirty="0"/>
              <a:t>    CDN Amine 2 had twice as many diacrylate linkers as CDN amine 1, while CDN amine 3 had longer diacrylate linkers than CDN 1. The purpose of this comparison was to attempt to increase the intra-nanoparticle volume to see if it could hold more drug etc.</a:t>
            </a:r>
          </a:p>
          <a:p>
            <a:r>
              <a:rPr lang="en-US" dirty="0"/>
              <a:t>    We then measured surface charge of the drug loaded molecules. All of the amines showed a largely positive surface charge, while the PEG CDN showed a more neutral/negative charge (which is more favorable in bio)</a:t>
            </a:r>
          </a:p>
          <a:p>
            <a:r>
              <a:rPr lang="en-US" dirty="0"/>
              <a:t>The potential drug loading of CDNs were measured by loading with increasing amounts of  representative HDACi drug, Panobinostat. Increased loading with PEG chain or increased/longer diacrylate linkers; more volume, more loading, and PEG drug can enter into PEG chain cloud and be held there, effectively increases particle space.</a:t>
            </a:r>
          </a:p>
          <a:p>
            <a:r>
              <a:rPr lang="en-US" dirty="0"/>
              <a:t>    Next, we compared how well each CDN could hold different HDACi’s. We tested Panobinostat loading, as well as Quisinostat, Dacinostat, and Camptothecin, and found Quisinostat loaded best across all amine CDNs, Panobinostat loaded best in PEG CDN, and </a:t>
            </a:r>
            <a:r>
              <a:rPr lang="en-US" dirty="0" err="1"/>
              <a:t>Campothecin</a:t>
            </a:r>
            <a:r>
              <a:rPr lang="en-US" dirty="0"/>
              <a:t> loaded most poorly of all HDACi’s across each CDNs, due to lack of as many ionizable groups along with less of a dipole like shape.</a:t>
            </a:r>
          </a:p>
          <a:p>
            <a:r>
              <a:rPr lang="en-US" dirty="0"/>
              <a:t>    3 Ways HDACi’s interacted with CDN networks: Hydrophobic inner CDN with hydrophobic side of drug; Ionizable outer amine on Amine CDNs, and PEG outer chain interactions.</a:t>
            </a:r>
          </a:p>
          <a:p>
            <a:r>
              <a:rPr lang="en-US" dirty="0"/>
              <a:t>    Initial burst release of ion interaction/outer drug. </a:t>
            </a:r>
            <a:r>
              <a:rPr lang="en-US"/>
              <a:t>More hydrophobic </a:t>
            </a:r>
            <a:r>
              <a:rPr lang="en-US" dirty="0" err="1"/>
              <a:t>inner</a:t>
            </a:r>
            <a:r>
              <a:rPr lang="en-US" dirty="0"/>
              <a:t> core resists particle and drug degradation 5</a:t>
            </a:r>
            <a:r>
              <a:rPr lang="en-US"/>
              <a:t>% theoretical.</a:t>
            </a:r>
            <a:endParaRPr lang="en-US" dirty="0"/>
          </a:p>
          <a:p>
            <a:endParaRPr lang="en-US" dirty="0"/>
          </a:p>
          <a:p>
            <a:r>
              <a:rPr lang="en-US" dirty="0"/>
              <a:t>After the primary characterizations, it was time to move on to secondary characterization, testing the time release of an HDACi (Panobinostat)</a:t>
            </a:r>
          </a:p>
        </p:txBody>
      </p:sp>
      <p:sp>
        <p:nvSpPr>
          <p:cNvPr id="4" name="Slide Number Placeholder 3"/>
          <p:cNvSpPr>
            <a:spLocks noGrp="1"/>
          </p:cNvSpPr>
          <p:nvPr>
            <p:ph type="sldNum" sz="quarter" idx="5"/>
          </p:nvPr>
        </p:nvSpPr>
        <p:spPr/>
        <p:txBody>
          <a:bodyPr/>
          <a:lstStyle/>
          <a:p>
            <a:fld id="{961679B2-C904-47D2-AF8E-879DA333DCB5}" type="slidenum">
              <a:rPr lang="en-US" smtClean="0"/>
              <a:t>1</a:t>
            </a:fld>
            <a:endParaRPr lang="en-US"/>
          </a:p>
        </p:txBody>
      </p:sp>
    </p:spTree>
    <p:extLst>
      <p:ext uri="{BB962C8B-B14F-4D97-AF65-F5344CB8AC3E}">
        <p14:creationId xmlns:p14="http://schemas.microsoft.com/office/powerpoint/2010/main" val="2889782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3591562"/>
            <a:ext cx="2798064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4114800" y="11526522"/>
            <a:ext cx="246888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6C9115-154B-47AF-8778-0B74625F93F5}" type="datetimeFigureOut">
              <a:rPr lang="en-US" smtClean="0"/>
              <a:t>5/2/25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8F0B62-6D9E-4A0B-A4FF-DDA20583F9D5}" type="slidenum">
              <a:rPr lang="en-US" smtClean="0"/>
              <a:t>‹#›</a:t>
            </a:fld>
            <a:endParaRPr lang="en-US"/>
          </a:p>
        </p:txBody>
      </p:sp>
    </p:spTree>
    <p:extLst>
      <p:ext uri="{BB962C8B-B14F-4D97-AF65-F5344CB8AC3E}">
        <p14:creationId xmlns:p14="http://schemas.microsoft.com/office/powerpoint/2010/main" val="3342687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6C9115-154B-47AF-8778-0B74625F93F5}" type="datetimeFigureOut">
              <a:rPr lang="en-US" smtClean="0"/>
              <a:t>5/2/25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8F0B62-6D9E-4A0B-A4FF-DDA20583F9D5}" type="slidenum">
              <a:rPr lang="en-US" smtClean="0"/>
              <a:t>‹#›</a:t>
            </a:fld>
            <a:endParaRPr lang="en-US"/>
          </a:p>
        </p:txBody>
      </p:sp>
    </p:spTree>
    <p:extLst>
      <p:ext uri="{BB962C8B-B14F-4D97-AF65-F5344CB8AC3E}">
        <p14:creationId xmlns:p14="http://schemas.microsoft.com/office/powerpoint/2010/main" val="3030527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5471167"/>
            <a:ext cx="2839212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245997" y="14686287"/>
            <a:ext cx="28392120" cy="4800598"/>
          </a:xfrm>
        </p:spPr>
        <p:txBody>
          <a:bodyPr/>
          <a:lstStyle>
            <a:lvl1pPr marL="0" indent="0">
              <a:buNone/>
              <a:defRPr sz="7680">
                <a:solidFill>
                  <a:schemeClr val="tx1"/>
                </a:solidFill>
              </a:defRPr>
            </a:lvl1pPr>
            <a:lvl2pPr marL="1463040" indent="0">
              <a:buNone/>
              <a:defRPr sz="6400">
                <a:solidFill>
                  <a:schemeClr val="tx1">
                    <a:tint val="75000"/>
                  </a:schemeClr>
                </a:solidFill>
              </a:defRPr>
            </a:lvl2pPr>
            <a:lvl3pPr marL="2926080" indent="0">
              <a:buNone/>
              <a:defRPr sz="5760">
                <a:solidFill>
                  <a:schemeClr val="tx1">
                    <a:tint val="75000"/>
                  </a:schemeClr>
                </a:solidFill>
              </a:defRPr>
            </a:lvl3pPr>
            <a:lvl4pPr marL="4389120" indent="0">
              <a:buNone/>
              <a:defRPr sz="5120">
                <a:solidFill>
                  <a:schemeClr val="tx1">
                    <a:tint val="75000"/>
                  </a:schemeClr>
                </a:solidFill>
              </a:defRPr>
            </a:lvl4pPr>
            <a:lvl5pPr marL="5852160" indent="0">
              <a:buNone/>
              <a:defRPr sz="5120">
                <a:solidFill>
                  <a:schemeClr val="tx1">
                    <a:tint val="75000"/>
                  </a:schemeClr>
                </a:solidFill>
              </a:defRPr>
            </a:lvl5pPr>
            <a:lvl6pPr marL="7315200" indent="0">
              <a:buNone/>
              <a:defRPr sz="5120">
                <a:solidFill>
                  <a:schemeClr val="tx1">
                    <a:tint val="75000"/>
                  </a:schemeClr>
                </a:solidFill>
              </a:defRPr>
            </a:lvl6pPr>
            <a:lvl7pPr marL="8778240" indent="0">
              <a:buNone/>
              <a:defRPr sz="5120">
                <a:solidFill>
                  <a:schemeClr val="tx1">
                    <a:tint val="75000"/>
                  </a:schemeClr>
                </a:solidFill>
              </a:defRPr>
            </a:lvl7pPr>
            <a:lvl8pPr marL="10241280" indent="0">
              <a:buNone/>
              <a:defRPr sz="5120">
                <a:solidFill>
                  <a:schemeClr val="tx1">
                    <a:tint val="75000"/>
                  </a:schemeClr>
                </a:solidFill>
              </a:defRPr>
            </a:lvl8pPr>
            <a:lvl9pPr marL="11704320" indent="0">
              <a:buNone/>
              <a:defRPr sz="5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6C9115-154B-47AF-8778-0B74625F93F5}" type="datetimeFigureOut">
              <a:rPr lang="en-US" smtClean="0"/>
              <a:t>5/2/25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8F0B62-6D9E-4A0B-A4FF-DDA20583F9D5}" type="slidenum">
              <a:rPr lang="en-US" smtClean="0"/>
              <a:t>‹#›</a:t>
            </a:fld>
            <a:endParaRPr lang="en-US"/>
          </a:p>
        </p:txBody>
      </p:sp>
    </p:spTree>
    <p:extLst>
      <p:ext uri="{BB962C8B-B14F-4D97-AF65-F5344CB8AC3E}">
        <p14:creationId xmlns:p14="http://schemas.microsoft.com/office/powerpoint/2010/main" val="604775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6C9115-154B-47AF-8778-0B74625F93F5}" type="datetimeFigureOut">
              <a:rPr lang="en-US" smtClean="0"/>
              <a:t>5/2/25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8F0B62-6D9E-4A0B-A4FF-DDA20583F9D5}" type="slidenum">
              <a:rPr lang="en-US" smtClean="0"/>
              <a:t>‹#›</a:t>
            </a:fld>
            <a:endParaRPr lang="en-US"/>
          </a:p>
        </p:txBody>
      </p:sp>
    </p:spTree>
    <p:extLst>
      <p:ext uri="{BB962C8B-B14F-4D97-AF65-F5344CB8AC3E}">
        <p14:creationId xmlns:p14="http://schemas.microsoft.com/office/powerpoint/2010/main" val="1940800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168405"/>
            <a:ext cx="2839212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5379722"/>
            <a:ext cx="13926024"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267431" y="8016240"/>
            <a:ext cx="13926024"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5379722"/>
            <a:ext cx="13994608"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6664942" y="8016240"/>
            <a:ext cx="13994608"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B6C9115-154B-47AF-8778-0B74625F93F5}" type="datetimeFigureOut">
              <a:rPr lang="en-US" smtClean="0"/>
              <a:t>5/2/25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8F0B62-6D9E-4A0B-A4FF-DDA20583F9D5}" type="slidenum">
              <a:rPr lang="en-US" smtClean="0"/>
              <a:t>‹#›</a:t>
            </a:fld>
            <a:endParaRPr lang="en-US"/>
          </a:p>
        </p:txBody>
      </p:sp>
    </p:spTree>
    <p:extLst>
      <p:ext uri="{BB962C8B-B14F-4D97-AF65-F5344CB8AC3E}">
        <p14:creationId xmlns:p14="http://schemas.microsoft.com/office/powerpoint/2010/main" val="1034830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B6C9115-154B-47AF-8778-0B74625F93F5}" type="datetimeFigureOut">
              <a:rPr lang="en-US" smtClean="0"/>
              <a:t>5/2/25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8F0B62-6D9E-4A0B-A4FF-DDA20583F9D5}" type="slidenum">
              <a:rPr lang="en-US" smtClean="0"/>
              <a:t>‹#›</a:t>
            </a:fld>
            <a:endParaRPr lang="en-US"/>
          </a:p>
        </p:txBody>
      </p:sp>
    </p:spTree>
    <p:extLst>
      <p:ext uri="{BB962C8B-B14F-4D97-AF65-F5344CB8AC3E}">
        <p14:creationId xmlns:p14="http://schemas.microsoft.com/office/powerpoint/2010/main" val="1488873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6C9115-154B-47AF-8778-0B74625F93F5}" type="datetimeFigureOut">
              <a:rPr lang="en-US" smtClean="0"/>
              <a:t>5/2/25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8F0B62-6D9E-4A0B-A4FF-DDA20583F9D5}" type="slidenum">
              <a:rPr lang="en-US" smtClean="0"/>
              <a:t>‹#›</a:t>
            </a:fld>
            <a:endParaRPr lang="en-US"/>
          </a:p>
        </p:txBody>
      </p:sp>
    </p:spTree>
    <p:extLst>
      <p:ext uri="{BB962C8B-B14F-4D97-AF65-F5344CB8AC3E}">
        <p14:creationId xmlns:p14="http://schemas.microsoft.com/office/powerpoint/2010/main" val="963356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3994608" y="3159765"/>
            <a:ext cx="1666494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7B6C9115-154B-47AF-8778-0B74625F93F5}" type="datetimeFigureOut">
              <a:rPr lang="en-US" smtClean="0"/>
              <a:t>5/2/25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8F0B62-6D9E-4A0B-A4FF-DDA20583F9D5}" type="slidenum">
              <a:rPr lang="en-US" smtClean="0"/>
              <a:t>‹#›</a:t>
            </a:fld>
            <a:endParaRPr lang="en-US"/>
          </a:p>
        </p:txBody>
      </p:sp>
    </p:spTree>
    <p:extLst>
      <p:ext uri="{BB962C8B-B14F-4D97-AF65-F5344CB8AC3E}">
        <p14:creationId xmlns:p14="http://schemas.microsoft.com/office/powerpoint/2010/main" val="1401693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3159765"/>
            <a:ext cx="1666494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7B6C9115-154B-47AF-8778-0B74625F93F5}" type="datetimeFigureOut">
              <a:rPr lang="en-US" smtClean="0"/>
              <a:t>5/2/25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8F0B62-6D9E-4A0B-A4FF-DDA20583F9D5}" type="slidenum">
              <a:rPr lang="en-US" smtClean="0"/>
              <a:t>‹#›</a:t>
            </a:fld>
            <a:endParaRPr lang="en-US"/>
          </a:p>
        </p:txBody>
      </p:sp>
    </p:spTree>
    <p:extLst>
      <p:ext uri="{BB962C8B-B14F-4D97-AF65-F5344CB8AC3E}">
        <p14:creationId xmlns:p14="http://schemas.microsoft.com/office/powerpoint/2010/main" val="3808118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6C9115-154B-47AF-8778-0B74625F93F5}" type="datetimeFigureOut">
              <a:rPr lang="en-US" smtClean="0"/>
              <a:t>5/2/25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8F0B62-6D9E-4A0B-A4FF-DDA20583F9D5}" type="slidenum">
              <a:rPr lang="en-US" smtClean="0"/>
              <a:t>‹#›</a:t>
            </a:fld>
            <a:endParaRPr lang="en-US"/>
          </a:p>
        </p:txBody>
      </p:sp>
    </p:spTree>
    <p:extLst>
      <p:ext uri="{BB962C8B-B14F-4D97-AF65-F5344CB8AC3E}">
        <p14:creationId xmlns:p14="http://schemas.microsoft.com/office/powerpoint/2010/main" val="3254045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1168400"/>
            <a:ext cx="7098030"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1168400"/>
            <a:ext cx="20882610"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6C9115-154B-47AF-8778-0B74625F93F5}" type="datetimeFigureOut">
              <a:rPr lang="en-US" smtClean="0"/>
              <a:t>5/2/25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8F0B62-6D9E-4A0B-A4FF-DDA20583F9D5}" type="slidenum">
              <a:rPr lang="en-US" smtClean="0"/>
              <a:t>‹#›</a:t>
            </a:fld>
            <a:endParaRPr lang="en-US"/>
          </a:p>
        </p:txBody>
      </p:sp>
    </p:spTree>
    <p:extLst>
      <p:ext uri="{BB962C8B-B14F-4D97-AF65-F5344CB8AC3E}">
        <p14:creationId xmlns:p14="http://schemas.microsoft.com/office/powerpoint/2010/main" val="1613877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1168405"/>
            <a:ext cx="2839212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5842000"/>
            <a:ext cx="2839212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20340325"/>
            <a:ext cx="7406640" cy="1168400"/>
          </a:xfrm>
          <a:prstGeom prst="rect">
            <a:avLst/>
          </a:prstGeom>
        </p:spPr>
        <p:txBody>
          <a:bodyPr vert="horz" lIns="91440" tIns="45720" rIns="91440" bIns="45720" rtlCol="0" anchor="ctr"/>
          <a:lstStyle>
            <a:lvl1pPr algn="l">
              <a:defRPr sz="3840">
                <a:solidFill>
                  <a:schemeClr val="tx1">
                    <a:tint val="75000"/>
                  </a:schemeClr>
                </a:solidFill>
              </a:defRPr>
            </a:lvl1pPr>
          </a:lstStyle>
          <a:p>
            <a:fld id="{7B6C9115-154B-47AF-8778-0B74625F93F5}" type="datetimeFigureOut">
              <a:rPr lang="en-US" smtClean="0"/>
              <a:t>5/2/25</a:t>
            </a:fld>
            <a:endParaRPr lang="en-US"/>
          </a:p>
        </p:txBody>
      </p:sp>
      <p:sp>
        <p:nvSpPr>
          <p:cNvPr id="5" name="Footer Placeholder 4"/>
          <p:cNvSpPr>
            <a:spLocks noGrp="1"/>
          </p:cNvSpPr>
          <p:nvPr>
            <p:ph type="ftr" sz="quarter" idx="3"/>
          </p:nvPr>
        </p:nvSpPr>
        <p:spPr>
          <a:xfrm>
            <a:off x="10904220" y="20340325"/>
            <a:ext cx="11109960" cy="1168400"/>
          </a:xfrm>
          <a:prstGeom prst="rect">
            <a:avLst/>
          </a:prstGeom>
        </p:spPr>
        <p:txBody>
          <a:bodyPr vert="horz" lIns="91440" tIns="45720" rIns="91440" bIns="45720" rtlCol="0" anchor="ctr"/>
          <a:lstStyle>
            <a:lvl1pPr algn="ctr">
              <a:defRPr sz="38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48620" y="20340325"/>
            <a:ext cx="7406640" cy="1168400"/>
          </a:xfrm>
          <a:prstGeom prst="rect">
            <a:avLst/>
          </a:prstGeom>
        </p:spPr>
        <p:txBody>
          <a:bodyPr vert="horz" lIns="91440" tIns="45720" rIns="91440" bIns="45720" rtlCol="0" anchor="ctr"/>
          <a:lstStyle>
            <a:lvl1pPr algn="r">
              <a:defRPr sz="3840">
                <a:solidFill>
                  <a:schemeClr val="tx1">
                    <a:tint val="75000"/>
                  </a:schemeClr>
                </a:solidFill>
              </a:defRPr>
            </a:lvl1pPr>
          </a:lstStyle>
          <a:p>
            <a:fld id="{3F8F0B62-6D9E-4A0B-A4FF-DDA20583F9D5}" type="slidenum">
              <a:rPr lang="en-US" smtClean="0"/>
              <a:t>‹#›</a:t>
            </a:fld>
            <a:endParaRPr lang="en-US"/>
          </a:p>
        </p:txBody>
      </p:sp>
    </p:spTree>
    <p:extLst>
      <p:ext uri="{BB962C8B-B14F-4D97-AF65-F5344CB8AC3E}">
        <p14:creationId xmlns:p14="http://schemas.microsoft.com/office/powerpoint/2010/main" val="6292787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10636715" y="2617891"/>
            <a:ext cx="12118443" cy="20321676"/>
          </a:xfrm>
          <a:prstGeom prst="rect">
            <a:avLst/>
          </a:prstGeom>
          <a:solidFill>
            <a:srgbClr val="EDF2F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902145">
              <a:defRPr/>
            </a:pPr>
            <a:r>
              <a:rPr lang="en-US" sz="1964" dirty="0"/>
              <a:t>s</a:t>
            </a:r>
          </a:p>
        </p:txBody>
      </p:sp>
      <p:sp>
        <p:nvSpPr>
          <p:cNvPr id="17" name="Rectangle 16"/>
          <p:cNvSpPr/>
          <p:nvPr/>
        </p:nvSpPr>
        <p:spPr>
          <a:xfrm>
            <a:off x="21998170" y="2305589"/>
            <a:ext cx="10946009" cy="20633979"/>
          </a:xfrm>
          <a:prstGeom prst="rect">
            <a:avLst/>
          </a:prstGeom>
          <a:solidFill>
            <a:srgbClr val="EDF2F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902145">
              <a:defRPr/>
            </a:pPr>
            <a:endParaRPr lang="en-US" sz="1964" dirty="0"/>
          </a:p>
        </p:txBody>
      </p:sp>
      <p:sp>
        <p:nvSpPr>
          <p:cNvPr id="18" name="Rectangle 17"/>
          <p:cNvSpPr/>
          <p:nvPr/>
        </p:nvSpPr>
        <p:spPr>
          <a:xfrm>
            <a:off x="1289" y="2619228"/>
            <a:ext cx="10634064" cy="20320340"/>
          </a:xfrm>
          <a:prstGeom prst="rect">
            <a:avLst/>
          </a:prstGeom>
          <a:solidFill>
            <a:srgbClr val="EDF2F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902145">
              <a:defRPr/>
            </a:pPr>
            <a:endParaRPr lang="en-US" sz="1964"/>
          </a:p>
        </p:txBody>
      </p:sp>
      <p:sp>
        <p:nvSpPr>
          <p:cNvPr id="4" name="Rectangle 1"/>
          <p:cNvSpPr>
            <a:spLocks/>
          </p:cNvSpPr>
          <p:nvPr/>
        </p:nvSpPr>
        <p:spPr bwMode="auto">
          <a:xfrm>
            <a:off x="1221588" y="1780144"/>
            <a:ext cx="30623324" cy="1736698"/>
          </a:xfrm>
          <a:prstGeom prst="rect">
            <a:avLst/>
          </a:prstGeom>
          <a:solidFill>
            <a:schemeClr val="accent1">
              <a:lumMod val="50000"/>
            </a:schemeClr>
          </a:solidFill>
          <a:ln>
            <a:noFill/>
          </a:ln>
        </p:spPr>
        <p:txBody>
          <a:bodyPr lIns="0" tIns="0" rIns="0" bIns="0" anchor="ctr"/>
          <a:lstStyle>
            <a:lvl1pPr defTabSz="395288">
              <a:defRPr sz="8600">
                <a:solidFill>
                  <a:schemeClr val="tx1"/>
                </a:solidFill>
                <a:latin typeface="Calibri" panose="020F0502020204030204" pitchFamily="34" charset="0"/>
                <a:cs typeface="Arial" panose="020B0604020202020204" pitchFamily="34" charset="0"/>
              </a:defRPr>
            </a:lvl1pPr>
            <a:lvl2pPr marL="742950" indent="-285750" defTabSz="395288">
              <a:defRPr sz="8600">
                <a:solidFill>
                  <a:schemeClr val="tx1"/>
                </a:solidFill>
                <a:latin typeface="Calibri" panose="020F0502020204030204" pitchFamily="34" charset="0"/>
                <a:cs typeface="Arial" panose="020B0604020202020204" pitchFamily="34" charset="0"/>
              </a:defRPr>
            </a:lvl2pPr>
            <a:lvl3pPr marL="1143000" indent="-228600" defTabSz="395288">
              <a:defRPr sz="8600">
                <a:solidFill>
                  <a:schemeClr val="tx1"/>
                </a:solidFill>
                <a:latin typeface="Calibri" panose="020F0502020204030204" pitchFamily="34" charset="0"/>
                <a:cs typeface="Arial" panose="020B0604020202020204" pitchFamily="34" charset="0"/>
              </a:defRPr>
            </a:lvl3pPr>
            <a:lvl4pPr marL="1600200" indent="-228600" defTabSz="395288">
              <a:defRPr sz="8600">
                <a:solidFill>
                  <a:schemeClr val="tx1"/>
                </a:solidFill>
                <a:latin typeface="Calibri" panose="020F0502020204030204" pitchFamily="34" charset="0"/>
                <a:cs typeface="Arial" panose="020B0604020202020204" pitchFamily="34" charset="0"/>
              </a:defRPr>
            </a:lvl4pPr>
            <a:lvl5pPr marL="2057400" indent="-228600" defTabSz="395288">
              <a:defRPr sz="8600">
                <a:solidFill>
                  <a:schemeClr val="tx1"/>
                </a:solidFill>
                <a:latin typeface="Calibri" panose="020F0502020204030204" pitchFamily="34" charset="0"/>
                <a:cs typeface="Arial" panose="020B0604020202020204" pitchFamily="34" charset="0"/>
              </a:defRPr>
            </a:lvl5pPr>
            <a:lvl6pPr marL="2514600" indent="-228600" defTabSz="395288"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6pPr>
            <a:lvl7pPr marL="2971800" indent="-228600" defTabSz="395288"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7pPr>
            <a:lvl8pPr marL="3429000" indent="-228600" defTabSz="395288"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8pPr>
            <a:lvl9pPr marL="3886200" indent="-228600" defTabSz="395288"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9pPr>
          </a:lstStyle>
          <a:p>
            <a:pPr algn="ctr"/>
            <a:r>
              <a:rPr lang="en-US" altLang="en-US" sz="3056" dirty="0">
                <a:solidFill>
                  <a:schemeClr val="bg1"/>
                </a:solidFill>
                <a:latin typeface="Arial"/>
                <a:cs typeface="Arial"/>
                <a:sym typeface="Helvetica" panose="020B0604020202020204" pitchFamily="34" charset="0"/>
              </a:rPr>
              <a:t>Brandon E. Knight</a:t>
            </a:r>
            <a:r>
              <a:rPr lang="en-US" altLang="en-US" sz="3056" baseline="30000" dirty="0">
                <a:solidFill>
                  <a:schemeClr val="bg1"/>
                </a:solidFill>
                <a:latin typeface="Arial"/>
                <a:cs typeface="Arial"/>
                <a:sym typeface="Helvetica" panose="020B0604020202020204" pitchFamily="34" charset="0"/>
              </a:rPr>
              <a:t>1</a:t>
            </a:r>
            <a:r>
              <a:rPr lang="en-US" altLang="en-US" sz="3056" dirty="0">
                <a:solidFill>
                  <a:schemeClr val="bg1"/>
                </a:solidFill>
                <a:latin typeface="Arial"/>
                <a:cs typeface="Arial"/>
                <a:sym typeface="Helvetica" panose="020B0604020202020204" pitchFamily="34" charset="0"/>
              </a:rPr>
              <a:t>, Kimberley Brown</a:t>
            </a:r>
            <a:r>
              <a:rPr lang="en-US" altLang="en-US" sz="3056" baseline="30000" dirty="0">
                <a:solidFill>
                  <a:schemeClr val="bg1"/>
                </a:solidFill>
                <a:latin typeface="Arial"/>
                <a:cs typeface="Arial"/>
                <a:sym typeface="Helvetica" panose="020B0604020202020204" pitchFamily="34" charset="0"/>
              </a:rPr>
              <a:t>2</a:t>
            </a:r>
            <a:r>
              <a:rPr lang="en-US" altLang="en-US" sz="3056" dirty="0">
                <a:solidFill>
                  <a:schemeClr val="bg1"/>
                </a:solidFill>
                <a:latin typeface="Arial"/>
                <a:cs typeface="Arial"/>
                <a:sym typeface="Helvetica" panose="020B0604020202020204" pitchFamily="34" charset="0"/>
              </a:rPr>
              <a:t>, Alfred Mansour</a:t>
            </a:r>
            <a:r>
              <a:rPr lang="en-US" altLang="en-US" sz="3056" baseline="30000" dirty="0">
                <a:solidFill>
                  <a:schemeClr val="bg1"/>
                </a:solidFill>
                <a:latin typeface="Arial"/>
                <a:cs typeface="Arial"/>
                <a:sym typeface="Helvetica" panose="020B0604020202020204" pitchFamily="34" charset="0"/>
              </a:rPr>
              <a:t>3</a:t>
            </a:r>
            <a:r>
              <a:rPr lang="en-US" altLang="en-US" sz="3056" dirty="0">
                <a:solidFill>
                  <a:schemeClr val="bg1"/>
                </a:solidFill>
                <a:latin typeface="Arial"/>
                <a:cs typeface="Arial"/>
                <a:sym typeface="Helvetica" panose="020B0604020202020204" pitchFamily="34" charset="0"/>
              </a:rPr>
              <a:t>, Kumaravel Manickam</a:t>
            </a:r>
            <a:r>
              <a:rPr lang="en-US" altLang="en-US" sz="3056" baseline="30000" dirty="0">
                <a:solidFill>
                  <a:schemeClr val="bg1"/>
                </a:solidFill>
                <a:latin typeface="Arial"/>
                <a:cs typeface="Arial"/>
                <a:sym typeface="Helvetica" panose="020B0604020202020204" pitchFamily="34" charset="0"/>
              </a:rPr>
              <a:t>2</a:t>
            </a:r>
            <a:endParaRPr lang="en-US" altLang="en-US" sz="3056" baseline="30000" dirty="0">
              <a:solidFill>
                <a:schemeClr val="bg1"/>
              </a:solidFill>
              <a:latin typeface="Arial"/>
              <a:cs typeface="Arial"/>
            </a:endParaRPr>
          </a:p>
          <a:p>
            <a:pPr algn="ctr"/>
            <a:r>
              <a:rPr lang="en-US" altLang="en-US" sz="2182" baseline="30000" dirty="0">
                <a:solidFill>
                  <a:schemeClr val="bg1"/>
                </a:solidFill>
                <a:latin typeface="Arial"/>
                <a:cs typeface="Arial"/>
                <a:sym typeface="Helvetica" panose="020B0604020202020204" pitchFamily="34" charset="0"/>
              </a:rPr>
              <a:t>1</a:t>
            </a:r>
            <a:r>
              <a:rPr lang="en-US" altLang="en-US" sz="2182" dirty="0">
                <a:solidFill>
                  <a:schemeClr val="bg1"/>
                </a:solidFill>
                <a:latin typeface="Arial"/>
                <a:cs typeface="Arial"/>
                <a:sym typeface="Helvetica" panose="020B0604020202020204" pitchFamily="34" charset="0"/>
              </a:rPr>
              <a:t>Saint Agnes Medical Center, Department of GME, </a:t>
            </a:r>
            <a:br>
              <a:rPr lang="en-US" altLang="en-US" sz="2182" dirty="0">
                <a:solidFill>
                  <a:schemeClr val="bg1"/>
                </a:solidFill>
                <a:latin typeface="Arial"/>
                <a:cs typeface="Arial"/>
                <a:sym typeface="Helvetica" panose="020B0604020202020204" pitchFamily="34" charset="0"/>
              </a:rPr>
            </a:br>
            <a:r>
              <a:rPr lang="en-US" altLang="en-US" sz="2182" baseline="30000" dirty="0">
                <a:solidFill>
                  <a:schemeClr val="bg1"/>
                </a:solidFill>
                <a:latin typeface="Arial"/>
                <a:cs typeface="Arial"/>
                <a:sym typeface="Helvetica" panose="020B0604020202020204" pitchFamily="34" charset="0"/>
              </a:rPr>
              <a:t>2</a:t>
            </a:r>
            <a:r>
              <a:rPr lang="en-US" altLang="en-US" sz="2182" dirty="0">
                <a:solidFill>
                  <a:schemeClr val="bg1"/>
                </a:solidFill>
                <a:latin typeface="Arial"/>
                <a:cs typeface="Arial"/>
                <a:sym typeface="Helvetica" panose="020B0604020202020204" pitchFamily="34" charset="0"/>
              </a:rPr>
              <a:t>Department of Radiology, University of Texas Health Science Center at Houston (UTHealth Houston), </a:t>
            </a:r>
          </a:p>
          <a:p>
            <a:pPr algn="ctr"/>
            <a:r>
              <a:rPr lang="en-US" altLang="en-US" sz="2182" baseline="30000" dirty="0">
                <a:solidFill>
                  <a:schemeClr val="bg1"/>
                </a:solidFill>
                <a:latin typeface="Arial"/>
                <a:cs typeface="Arial"/>
                <a:sym typeface="Helvetica" panose="020B0604020202020204" pitchFamily="34" charset="0"/>
              </a:rPr>
              <a:t>3</a:t>
            </a:r>
            <a:r>
              <a:rPr lang="en-US" altLang="en-US" sz="2182" dirty="0">
                <a:solidFill>
                  <a:schemeClr val="bg1"/>
                </a:solidFill>
                <a:latin typeface="Arial"/>
                <a:cs typeface="Arial"/>
                <a:sym typeface="Helvetica" panose="020B0604020202020204" pitchFamily="34" charset="0"/>
              </a:rPr>
              <a:t>Department of Orthopaedic Surgery, UTHealth Houston</a:t>
            </a:r>
            <a:endParaRPr lang="en-US" altLang="en-US" sz="2182" dirty="0">
              <a:solidFill>
                <a:schemeClr val="bg1"/>
              </a:solidFill>
              <a:latin typeface="Arial"/>
              <a:cs typeface="Arial"/>
            </a:endParaRPr>
          </a:p>
        </p:txBody>
      </p:sp>
      <p:sp>
        <p:nvSpPr>
          <p:cNvPr id="5" name="Rectangle 12"/>
          <p:cNvSpPr>
            <a:spLocks/>
          </p:cNvSpPr>
          <p:nvPr/>
        </p:nvSpPr>
        <p:spPr bwMode="auto">
          <a:xfrm>
            <a:off x="4446099" y="625345"/>
            <a:ext cx="23707441" cy="971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lstStyle>
            <a:lvl1pPr defTabSz="395288">
              <a:defRPr sz="8600">
                <a:solidFill>
                  <a:schemeClr val="tx1"/>
                </a:solidFill>
                <a:latin typeface="Calibri" panose="020F0502020204030204" pitchFamily="34" charset="0"/>
                <a:cs typeface="Arial" panose="020B0604020202020204" pitchFamily="34" charset="0"/>
              </a:defRPr>
            </a:lvl1pPr>
            <a:lvl2pPr marL="742950" indent="-285750" defTabSz="395288">
              <a:defRPr sz="8600">
                <a:solidFill>
                  <a:schemeClr val="tx1"/>
                </a:solidFill>
                <a:latin typeface="Calibri" panose="020F0502020204030204" pitchFamily="34" charset="0"/>
                <a:cs typeface="Arial" panose="020B0604020202020204" pitchFamily="34" charset="0"/>
              </a:defRPr>
            </a:lvl2pPr>
            <a:lvl3pPr marL="1143000" indent="-228600" defTabSz="395288">
              <a:defRPr sz="8600">
                <a:solidFill>
                  <a:schemeClr val="tx1"/>
                </a:solidFill>
                <a:latin typeface="Calibri" panose="020F0502020204030204" pitchFamily="34" charset="0"/>
                <a:cs typeface="Arial" panose="020B0604020202020204" pitchFamily="34" charset="0"/>
              </a:defRPr>
            </a:lvl3pPr>
            <a:lvl4pPr marL="1600200" indent="-228600" defTabSz="395288">
              <a:defRPr sz="8600">
                <a:solidFill>
                  <a:schemeClr val="tx1"/>
                </a:solidFill>
                <a:latin typeface="Calibri" panose="020F0502020204030204" pitchFamily="34" charset="0"/>
                <a:cs typeface="Arial" panose="020B0604020202020204" pitchFamily="34" charset="0"/>
              </a:defRPr>
            </a:lvl4pPr>
            <a:lvl5pPr marL="2057400" indent="-228600" defTabSz="395288">
              <a:defRPr sz="8600">
                <a:solidFill>
                  <a:schemeClr val="tx1"/>
                </a:solidFill>
                <a:latin typeface="Calibri" panose="020F0502020204030204" pitchFamily="34" charset="0"/>
                <a:cs typeface="Arial" panose="020B0604020202020204" pitchFamily="34" charset="0"/>
              </a:defRPr>
            </a:lvl5pPr>
            <a:lvl6pPr marL="2514600" indent="-228600" defTabSz="395288"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6pPr>
            <a:lvl7pPr marL="2971800" indent="-228600" defTabSz="395288"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7pPr>
            <a:lvl8pPr marL="3429000" indent="-228600" defTabSz="395288"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8pPr>
            <a:lvl9pPr marL="3886200" indent="-228600" defTabSz="395288"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9pPr>
          </a:lstStyle>
          <a:p>
            <a:pPr marL="872853" algn="ctr"/>
            <a:r>
              <a:rPr lang="en-US" sz="6545" b="1" dirty="0">
                <a:latin typeface="Arial"/>
                <a:cs typeface="Arial"/>
              </a:rPr>
              <a:t>Anatomic Variants of the Acetabular Labrum of the Hip</a:t>
            </a:r>
            <a:endParaRPr lang="en-US" sz="9382" dirty="0"/>
          </a:p>
        </p:txBody>
      </p:sp>
      <p:sp>
        <p:nvSpPr>
          <p:cNvPr id="10" name="Rectangle 6"/>
          <p:cNvSpPr>
            <a:spLocks/>
          </p:cNvSpPr>
          <p:nvPr/>
        </p:nvSpPr>
        <p:spPr bwMode="auto">
          <a:xfrm>
            <a:off x="924068" y="3101956"/>
            <a:ext cx="9493132" cy="1060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395288">
              <a:defRPr sz="8600">
                <a:solidFill>
                  <a:schemeClr val="tx1"/>
                </a:solidFill>
                <a:latin typeface="Calibri" panose="020F0502020204030204" pitchFamily="34" charset="0"/>
                <a:cs typeface="Arial" panose="020B0604020202020204" pitchFamily="34" charset="0"/>
              </a:defRPr>
            </a:lvl1pPr>
            <a:lvl2pPr marL="742950" indent="-285750" defTabSz="395288">
              <a:defRPr sz="8600">
                <a:solidFill>
                  <a:schemeClr val="tx1"/>
                </a:solidFill>
                <a:latin typeface="Calibri" panose="020F0502020204030204" pitchFamily="34" charset="0"/>
                <a:cs typeface="Arial" panose="020B0604020202020204" pitchFamily="34" charset="0"/>
              </a:defRPr>
            </a:lvl2pPr>
            <a:lvl3pPr marL="1143000" indent="-228600" defTabSz="395288">
              <a:defRPr sz="8600">
                <a:solidFill>
                  <a:schemeClr val="tx1"/>
                </a:solidFill>
                <a:latin typeface="Calibri" panose="020F0502020204030204" pitchFamily="34" charset="0"/>
                <a:cs typeface="Arial" panose="020B0604020202020204" pitchFamily="34" charset="0"/>
              </a:defRPr>
            </a:lvl3pPr>
            <a:lvl4pPr marL="1600200" indent="-228600" defTabSz="395288">
              <a:defRPr sz="8600">
                <a:solidFill>
                  <a:schemeClr val="tx1"/>
                </a:solidFill>
                <a:latin typeface="Calibri" panose="020F0502020204030204" pitchFamily="34" charset="0"/>
                <a:cs typeface="Arial" panose="020B0604020202020204" pitchFamily="34" charset="0"/>
              </a:defRPr>
            </a:lvl4pPr>
            <a:lvl5pPr marL="2057400" indent="-228600" defTabSz="395288">
              <a:defRPr sz="8600">
                <a:solidFill>
                  <a:schemeClr val="tx1"/>
                </a:solidFill>
                <a:latin typeface="Calibri" panose="020F0502020204030204" pitchFamily="34" charset="0"/>
                <a:cs typeface="Arial" panose="020B0604020202020204" pitchFamily="34" charset="0"/>
              </a:defRPr>
            </a:lvl5pPr>
            <a:lvl6pPr marL="2514600" indent="-228600" defTabSz="395288"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6pPr>
            <a:lvl7pPr marL="2971800" indent="-228600" defTabSz="395288"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7pPr>
            <a:lvl8pPr marL="3429000" indent="-228600" defTabSz="395288"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8pPr>
            <a:lvl9pPr marL="3886200" indent="-228600" defTabSz="395288"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9pPr>
          </a:lstStyle>
          <a:p>
            <a:pPr eaLnBrk="1" hangingPunct="1"/>
            <a:endParaRPr lang="en-US" altLang="en-US" sz="2618" dirty="0">
              <a:latin typeface="Arial" panose="020B0604020202020204" pitchFamily="34" charset="0"/>
            </a:endParaRPr>
          </a:p>
          <a:p>
            <a:pPr algn="just">
              <a:lnSpc>
                <a:spcPct val="110000"/>
              </a:lnSpc>
              <a:spcAft>
                <a:spcPts val="655"/>
              </a:spcAft>
            </a:pPr>
            <a:r>
              <a:rPr lang="en-US" altLang="en-US" sz="1745" dirty="0">
                <a:latin typeface="Arial" panose="020B0604020202020204" pitchFamily="34" charset="0"/>
              </a:rPr>
              <a:t> </a:t>
            </a:r>
          </a:p>
          <a:p>
            <a:pPr algn="just">
              <a:lnSpc>
                <a:spcPct val="110000"/>
              </a:lnSpc>
              <a:spcAft>
                <a:spcPts val="655"/>
              </a:spcAft>
            </a:pPr>
            <a:endParaRPr lang="en-US" altLang="en-US" sz="1745" dirty="0">
              <a:latin typeface="Arial" panose="020B0604020202020204" pitchFamily="34" charset="0"/>
              <a:sym typeface="Helvetica" panose="020B0604020202020204" pitchFamily="34" charset="0"/>
            </a:endParaRPr>
          </a:p>
        </p:txBody>
      </p:sp>
      <p:sp>
        <p:nvSpPr>
          <p:cNvPr id="12" name="Rectangle 6"/>
          <p:cNvSpPr>
            <a:spLocks/>
          </p:cNvSpPr>
          <p:nvPr/>
        </p:nvSpPr>
        <p:spPr bwMode="auto">
          <a:xfrm>
            <a:off x="11636984" y="16446346"/>
            <a:ext cx="9325672" cy="4075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395288">
              <a:defRPr sz="8600">
                <a:solidFill>
                  <a:schemeClr val="tx1"/>
                </a:solidFill>
                <a:latin typeface="Calibri" panose="020F0502020204030204" pitchFamily="34" charset="0"/>
                <a:cs typeface="Arial" panose="020B0604020202020204" pitchFamily="34" charset="0"/>
              </a:defRPr>
            </a:lvl1pPr>
            <a:lvl2pPr marL="742950" indent="-285750" defTabSz="395288">
              <a:defRPr sz="8600">
                <a:solidFill>
                  <a:schemeClr val="tx1"/>
                </a:solidFill>
                <a:latin typeface="Calibri" panose="020F0502020204030204" pitchFamily="34" charset="0"/>
                <a:cs typeface="Arial" panose="020B0604020202020204" pitchFamily="34" charset="0"/>
              </a:defRPr>
            </a:lvl2pPr>
            <a:lvl3pPr marL="1143000" indent="-228600" defTabSz="395288">
              <a:defRPr sz="8600">
                <a:solidFill>
                  <a:schemeClr val="tx1"/>
                </a:solidFill>
                <a:latin typeface="Calibri" panose="020F0502020204030204" pitchFamily="34" charset="0"/>
                <a:cs typeface="Arial" panose="020B0604020202020204" pitchFamily="34" charset="0"/>
              </a:defRPr>
            </a:lvl3pPr>
            <a:lvl4pPr marL="1600200" indent="-228600" defTabSz="395288">
              <a:defRPr sz="8600">
                <a:solidFill>
                  <a:schemeClr val="tx1"/>
                </a:solidFill>
                <a:latin typeface="Calibri" panose="020F0502020204030204" pitchFamily="34" charset="0"/>
                <a:cs typeface="Arial" panose="020B0604020202020204" pitchFamily="34" charset="0"/>
              </a:defRPr>
            </a:lvl4pPr>
            <a:lvl5pPr marL="2057400" indent="-228600" defTabSz="395288">
              <a:defRPr sz="8600">
                <a:solidFill>
                  <a:schemeClr val="tx1"/>
                </a:solidFill>
                <a:latin typeface="Calibri" panose="020F0502020204030204" pitchFamily="34" charset="0"/>
                <a:cs typeface="Arial" panose="020B0604020202020204" pitchFamily="34" charset="0"/>
              </a:defRPr>
            </a:lvl5pPr>
            <a:lvl6pPr marL="2514600" indent="-228600" defTabSz="395288"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6pPr>
            <a:lvl7pPr marL="2971800" indent="-228600" defTabSz="395288"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7pPr>
            <a:lvl8pPr marL="3429000" indent="-228600" defTabSz="395288"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8pPr>
            <a:lvl9pPr marL="3886200" indent="-228600" defTabSz="395288" eaLnBrk="0" fontAlgn="base" hangingPunct="0">
              <a:spcBef>
                <a:spcPct val="0"/>
              </a:spcBef>
              <a:spcAft>
                <a:spcPct val="0"/>
              </a:spcAft>
              <a:defRPr sz="8600">
                <a:solidFill>
                  <a:schemeClr val="tx1"/>
                </a:solidFill>
                <a:latin typeface="Calibri" panose="020F0502020204030204" pitchFamily="34" charset="0"/>
                <a:cs typeface="Arial" panose="020B0604020202020204" pitchFamily="34" charset="0"/>
              </a:defRPr>
            </a:lvl9pPr>
          </a:lstStyle>
          <a:p>
            <a:pPr algn="just">
              <a:lnSpc>
                <a:spcPct val="110000"/>
              </a:lnSpc>
              <a:spcAft>
                <a:spcPts val="655"/>
              </a:spcAft>
            </a:pPr>
            <a:endParaRPr lang="en-US" altLang="en-US" sz="3927" b="1" dirty="0">
              <a:latin typeface="Arial" panose="020B0604020202020204" pitchFamily="34" charset="0"/>
              <a:sym typeface="Helvetica" panose="020B0604020202020204" pitchFamily="34" charset="0"/>
            </a:endParaRPr>
          </a:p>
          <a:p>
            <a:pPr algn="just">
              <a:lnSpc>
                <a:spcPct val="110000"/>
              </a:lnSpc>
              <a:spcAft>
                <a:spcPts val="655"/>
              </a:spcAft>
            </a:pPr>
            <a:endParaRPr lang="en-US" altLang="en-US" sz="3927" b="1" dirty="0">
              <a:latin typeface="Arial" panose="020B0604020202020204" pitchFamily="34" charset="0"/>
              <a:sym typeface="Helvetica" panose="020B0604020202020204" pitchFamily="34" charset="0"/>
            </a:endParaRPr>
          </a:p>
          <a:p>
            <a:pPr algn="just">
              <a:lnSpc>
                <a:spcPct val="110000"/>
              </a:lnSpc>
              <a:spcAft>
                <a:spcPts val="655"/>
              </a:spcAft>
            </a:pPr>
            <a:endParaRPr lang="en-US" altLang="en-US" sz="3927" b="1" dirty="0">
              <a:latin typeface="Arial" panose="020B0604020202020204" pitchFamily="34" charset="0"/>
              <a:sym typeface="Helvetica" panose="020B0604020202020204" pitchFamily="34" charset="0"/>
            </a:endParaRPr>
          </a:p>
          <a:p>
            <a:pPr algn="just">
              <a:lnSpc>
                <a:spcPct val="110000"/>
              </a:lnSpc>
              <a:spcAft>
                <a:spcPts val="655"/>
              </a:spcAft>
            </a:pPr>
            <a:endParaRPr lang="en-US" altLang="en-US" sz="3927" b="1" dirty="0">
              <a:latin typeface="Arial" panose="020B0604020202020204" pitchFamily="34" charset="0"/>
              <a:sym typeface="Helvetica" panose="020B0604020202020204" pitchFamily="34" charset="0"/>
            </a:endParaRPr>
          </a:p>
          <a:p>
            <a:pPr algn="just">
              <a:lnSpc>
                <a:spcPct val="110000"/>
              </a:lnSpc>
              <a:spcAft>
                <a:spcPts val="655"/>
              </a:spcAft>
            </a:pPr>
            <a:endParaRPr lang="en-US" altLang="en-US" sz="3927" b="1" dirty="0">
              <a:latin typeface="Arial" panose="020B0604020202020204" pitchFamily="34" charset="0"/>
              <a:sym typeface="Helvetica" panose="020B0604020202020204" pitchFamily="34" charset="0"/>
            </a:endParaRPr>
          </a:p>
          <a:p>
            <a:pPr eaLnBrk="1" hangingPunct="1"/>
            <a:endParaRPr lang="en-US" altLang="en-US" sz="1964" dirty="0">
              <a:latin typeface="Arial" panose="020B0604020202020204" pitchFamily="34" charset="0"/>
              <a:sym typeface="Helvetica" panose="020B0604020202020204" pitchFamily="34" charset="0"/>
            </a:endParaRPr>
          </a:p>
        </p:txBody>
      </p:sp>
      <p:sp>
        <p:nvSpPr>
          <p:cNvPr id="21" name="Rectangle 20">
            <a:extLst>
              <a:ext uri="{FF2B5EF4-FFF2-40B4-BE49-F238E27FC236}">
                <a16:creationId xmlns:a16="http://schemas.microsoft.com/office/drawing/2014/main" id="{3F1CD5A8-7E07-4F27-9907-85F6EB8818FF}"/>
              </a:ext>
            </a:extLst>
          </p:cNvPr>
          <p:cNvSpPr/>
          <p:nvPr/>
        </p:nvSpPr>
        <p:spPr>
          <a:xfrm>
            <a:off x="1177129" y="3829144"/>
            <a:ext cx="9978996" cy="13503283"/>
          </a:xfrm>
          <a:prstGeom prst="rect">
            <a:avLst/>
          </a:prstGeom>
          <a:solidFill>
            <a:schemeClr val="bg1"/>
          </a:solid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99753" tIns="49876" rIns="99753" bIns="49876" rtlCol="0" anchor="t"/>
          <a:lstStyle/>
          <a:p>
            <a:pPr marL="935200" indent="-935200" algn="ctr">
              <a:buFont typeface="Arial" panose="020B0604020202020204" pitchFamily="34" charset="0"/>
              <a:buChar char="•"/>
            </a:pPr>
            <a:endParaRPr lang="en-US" sz="3273" dirty="0">
              <a:solidFill>
                <a:schemeClr val="tx1"/>
              </a:solidFill>
            </a:endParaRPr>
          </a:p>
          <a:p>
            <a:pPr algn="ctr"/>
            <a:endParaRPr lang="en-US" sz="3273" dirty="0">
              <a:solidFill>
                <a:schemeClr val="tx1"/>
              </a:solidFill>
            </a:endParaRPr>
          </a:p>
          <a:p>
            <a:pPr marL="748160"/>
            <a:endParaRPr lang="en-US" sz="3273" dirty="0">
              <a:solidFill>
                <a:schemeClr val="tx1"/>
              </a:solidFill>
              <a:cs typeface="Calibri"/>
            </a:endParaRPr>
          </a:p>
        </p:txBody>
      </p:sp>
      <p:sp>
        <p:nvSpPr>
          <p:cNvPr id="22" name="Rectangle 21">
            <a:extLst>
              <a:ext uri="{FF2B5EF4-FFF2-40B4-BE49-F238E27FC236}">
                <a16:creationId xmlns:a16="http://schemas.microsoft.com/office/drawing/2014/main" id="{DC9695D7-53F9-4531-A414-FA7A78327312}"/>
              </a:ext>
            </a:extLst>
          </p:cNvPr>
          <p:cNvSpPr/>
          <p:nvPr/>
        </p:nvSpPr>
        <p:spPr>
          <a:xfrm>
            <a:off x="1434394" y="3965306"/>
            <a:ext cx="9516410" cy="820634"/>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9753" tIns="49876" rIns="99753" bIns="49876" rtlCol="0" anchor="ctr"/>
          <a:lstStyle/>
          <a:p>
            <a:pPr algn="ctr"/>
            <a:r>
              <a:rPr lang="en-US" sz="4145" b="1" dirty="0">
                <a:latin typeface="Arial"/>
                <a:cs typeface="Arial"/>
              </a:rPr>
              <a:t>Introduction</a:t>
            </a:r>
            <a:endParaRPr lang="en-US" sz="4145" b="1" dirty="0">
              <a:latin typeface="Arial" panose="020B0604020202020204" pitchFamily="34" charset="0"/>
              <a:cs typeface="Arial" panose="020B0604020202020204" pitchFamily="34" charset="0"/>
            </a:endParaRPr>
          </a:p>
        </p:txBody>
      </p:sp>
      <p:sp>
        <p:nvSpPr>
          <p:cNvPr id="255" name="Rectangle 254">
            <a:extLst>
              <a:ext uri="{FF2B5EF4-FFF2-40B4-BE49-F238E27FC236}">
                <a16:creationId xmlns:a16="http://schemas.microsoft.com/office/drawing/2014/main" id="{8DE9FF77-B126-455C-8FB4-700F36B37043}"/>
              </a:ext>
            </a:extLst>
          </p:cNvPr>
          <p:cNvSpPr/>
          <p:nvPr/>
        </p:nvSpPr>
        <p:spPr>
          <a:xfrm>
            <a:off x="1198721" y="19956735"/>
            <a:ext cx="9957404" cy="2486283"/>
          </a:xfrm>
          <a:prstGeom prst="rect">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935200" indent="-935200" algn="ctr">
              <a:buFont typeface="Arial" panose="020B0604020202020204" pitchFamily="34" charset="0"/>
              <a:buChar char="•"/>
            </a:pPr>
            <a:endParaRPr lang="en-US" sz="3273" dirty="0">
              <a:solidFill>
                <a:schemeClr val="tx1"/>
              </a:solidFill>
            </a:endParaRPr>
          </a:p>
          <a:p>
            <a:pPr algn="ctr"/>
            <a:endParaRPr lang="en-US" sz="3273" dirty="0">
              <a:solidFill>
                <a:schemeClr val="tx1"/>
              </a:solidFill>
            </a:endParaRPr>
          </a:p>
        </p:txBody>
      </p:sp>
      <p:sp>
        <p:nvSpPr>
          <p:cNvPr id="259" name="Rectangle 258">
            <a:extLst>
              <a:ext uri="{FF2B5EF4-FFF2-40B4-BE49-F238E27FC236}">
                <a16:creationId xmlns:a16="http://schemas.microsoft.com/office/drawing/2014/main" id="{5BC7A028-0DF4-4924-8424-70FF30BFA602}"/>
              </a:ext>
            </a:extLst>
          </p:cNvPr>
          <p:cNvSpPr/>
          <p:nvPr/>
        </p:nvSpPr>
        <p:spPr>
          <a:xfrm>
            <a:off x="11632921" y="8075137"/>
            <a:ext cx="9819032" cy="14367100"/>
          </a:xfrm>
          <a:prstGeom prst="rect">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99753" tIns="49876" rIns="99753" bIns="49876" rtlCol="0" anchor="t"/>
          <a:lstStyle/>
          <a:p>
            <a:pPr marL="935200" indent="-935200" algn="ctr">
              <a:buFont typeface="Arial" panose="020B0604020202020204" pitchFamily="34" charset="0"/>
              <a:buChar char="•"/>
            </a:pPr>
            <a:endParaRPr lang="en-US" sz="3273" dirty="0">
              <a:solidFill>
                <a:schemeClr val="tx1"/>
              </a:solidFill>
            </a:endParaRPr>
          </a:p>
          <a:p>
            <a:pPr marL="935200" indent="-935200" algn="ctr">
              <a:buFont typeface="Arial" panose="020B0604020202020204" pitchFamily="34" charset="0"/>
              <a:buChar char="•"/>
            </a:pPr>
            <a:endParaRPr lang="en-US" sz="3273" dirty="0">
              <a:solidFill>
                <a:schemeClr val="tx1"/>
              </a:solidFill>
              <a:cs typeface="Calibri"/>
            </a:endParaRPr>
          </a:p>
          <a:p>
            <a:pPr algn="ctr"/>
            <a:r>
              <a:rPr lang="en-US" sz="655" dirty="0">
                <a:solidFill>
                  <a:schemeClr val="tx1"/>
                </a:solidFill>
                <a:cs typeface="Calibri"/>
              </a:rPr>
              <a:t>   </a:t>
            </a:r>
          </a:p>
          <a:p>
            <a:pPr algn="ctr"/>
            <a:endParaRPr lang="en-US" sz="655" dirty="0">
              <a:solidFill>
                <a:schemeClr val="tx1"/>
              </a:solidFill>
              <a:cs typeface="Calibri"/>
            </a:endParaRPr>
          </a:p>
          <a:p>
            <a:pPr algn="ctr"/>
            <a:r>
              <a:rPr lang="en-US" sz="3273" b="1" dirty="0">
                <a:solidFill>
                  <a:schemeClr val="tx1"/>
                </a:solidFill>
                <a:cs typeface="Calibri"/>
              </a:rPr>
              <a:t>Population Characteristics</a:t>
            </a:r>
            <a:endParaRPr lang="en-US" sz="1964" dirty="0">
              <a:solidFill>
                <a:schemeClr val="tx1"/>
              </a:solidFill>
            </a:endParaRPr>
          </a:p>
          <a:p>
            <a:pPr algn="ctr"/>
            <a:endParaRPr lang="en-US" sz="2400" dirty="0">
              <a:solidFill>
                <a:schemeClr val="tx1"/>
              </a:solidFill>
              <a:cs typeface="Calibri"/>
            </a:endParaRPr>
          </a:p>
          <a:p>
            <a:pPr algn="ctr"/>
            <a:endParaRPr lang="en-US" sz="2400" dirty="0">
              <a:solidFill>
                <a:schemeClr val="tx1"/>
              </a:solidFill>
              <a:latin typeface="Calibri"/>
              <a:cs typeface="Calibri"/>
            </a:endParaRPr>
          </a:p>
          <a:p>
            <a:pPr algn="ctr"/>
            <a:endParaRPr lang="en-US" sz="1964" dirty="0">
              <a:solidFill>
                <a:schemeClr val="tx1"/>
              </a:solidFill>
              <a:latin typeface="Calibri"/>
              <a:cs typeface="Calibri"/>
            </a:endParaRPr>
          </a:p>
          <a:p>
            <a:r>
              <a:rPr lang="en-US" sz="1964" b="1" i="1" dirty="0">
                <a:solidFill>
                  <a:schemeClr val="tx1"/>
                </a:solidFill>
                <a:latin typeface="Calibri"/>
                <a:cs typeface="Calibri"/>
              </a:rPr>
              <a:t>                                            Table 1</a:t>
            </a:r>
            <a:r>
              <a:rPr lang="en-US" sz="1964" i="1" dirty="0">
                <a:solidFill>
                  <a:schemeClr val="tx1"/>
                </a:solidFill>
                <a:latin typeface="Calibri"/>
                <a:cs typeface="Calibri"/>
              </a:rPr>
              <a:t>.</a:t>
            </a:r>
            <a:r>
              <a:rPr lang="en-US" sz="1964" dirty="0">
                <a:solidFill>
                  <a:schemeClr val="tx1"/>
                </a:solidFill>
                <a:latin typeface="Calibri"/>
                <a:cs typeface="Calibri"/>
              </a:rPr>
              <a:t> Study population demographics.</a:t>
            </a:r>
            <a:endParaRPr lang="en-US" sz="1964" dirty="0">
              <a:solidFill>
                <a:schemeClr val="tx1"/>
              </a:solidFill>
              <a:cs typeface="Calibri" panose="020F0502020204030204"/>
            </a:endParaRPr>
          </a:p>
          <a:p>
            <a:pPr algn="ctr"/>
            <a:r>
              <a:rPr lang="en-US" sz="2727" dirty="0">
                <a:solidFill>
                  <a:schemeClr val="tx1"/>
                </a:solidFill>
                <a:cs typeface="Calibri"/>
              </a:rPr>
              <a:t>   </a:t>
            </a:r>
          </a:p>
          <a:p>
            <a:pPr algn="ctr"/>
            <a:endParaRPr lang="en-US" sz="1964" dirty="0">
              <a:solidFill>
                <a:schemeClr val="tx1"/>
              </a:solidFill>
              <a:cs typeface="Calibri"/>
            </a:endParaRPr>
          </a:p>
          <a:p>
            <a:pPr algn="ctr"/>
            <a:endParaRPr lang="en-US" sz="1745" dirty="0">
              <a:solidFill>
                <a:schemeClr val="tx1"/>
              </a:solidFill>
              <a:cs typeface="Calibri"/>
            </a:endParaRPr>
          </a:p>
          <a:p>
            <a:pPr algn="ctr"/>
            <a:endParaRPr lang="en-US" sz="1091" dirty="0">
              <a:solidFill>
                <a:schemeClr val="tx1"/>
              </a:solidFill>
              <a:cs typeface="Calibri"/>
            </a:endParaRPr>
          </a:p>
          <a:p>
            <a:pPr algn="ctr"/>
            <a:endParaRPr lang="en-US" sz="1091" dirty="0">
              <a:solidFill>
                <a:schemeClr val="tx1"/>
              </a:solidFill>
              <a:cs typeface="Calibri"/>
            </a:endParaRPr>
          </a:p>
          <a:p>
            <a:pPr algn="ctr"/>
            <a:endParaRPr lang="en-US" sz="1091" dirty="0">
              <a:solidFill>
                <a:schemeClr val="tx1"/>
              </a:solidFill>
              <a:cs typeface="Calibri"/>
            </a:endParaRPr>
          </a:p>
          <a:p>
            <a:pPr algn="ctr"/>
            <a:endParaRPr lang="en-US" sz="1745" dirty="0">
              <a:solidFill>
                <a:schemeClr val="tx1"/>
              </a:solidFill>
              <a:cs typeface="Calibri"/>
            </a:endParaRPr>
          </a:p>
          <a:p>
            <a:pPr algn="ctr"/>
            <a:endParaRPr lang="en-US" sz="1745" dirty="0">
              <a:solidFill>
                <a:schemeClr val="tx1"/>
              </a:solidFill>
              <a:cs typeface="Calibri"/>
            </a:endParaRPr>
          </a:p>
          <a:p>
            <a:pPr algn="ctr"/>
            <a:endParaRPr lang="en-US" sz="1745" dirty="0">
              <a:solidFill>
                <a:schemeClr val="tx1"/>
              </a:solidFill>
              <a:latin typeface="Calibri"/>
              <a:cs typeface="Calibri"/>
            </a:endParaRPr>
          </a:p>
          <a:p>
            <a:pPr marL="685813"/>
            <a:r>
              <a:rPr lang="en-US" sz="1964" b="1" i="1" dirty="0">
                <a:solidFill>
                  <a:schemeClr val="tx1"/>
                </a:solidFill>
                <a:latin typeface="Calibri"/>
                <a:cs typeface="Calibri"/>
              </a:rPr>
              <a:t>     Table 2. </a:t>
            </a:r>
            <a:r>
              <a:rPr lang="en-US" sz="1964" dirty="0">
                <a:solidFill>
                  <a:schemeClr val="tx1"/>
                </a:solidFill>
                <a:latin typeface="Calibri"/>
                <a:cs typeface="Calibri"/>
              </a:rPr>
              <a:t>Prevalence of baseline pathologic findings in study  population.</a:t>
            </a:r>
          </a:p>
          <a:p>
            <a:pPr marL="1309281"/>
            <a:r>
              <a:rPr lang="en-US" sz="1527" dirty="0">
                <a:solidFill>
                  <a:schemeClr val="tx1"/>
                </a:solidFill>
                <a:cs typeface="Calibri"/>
              </a:rPr>
              <a:t>  </a:t>
            </a:r>
          </a:p>
          <a:p>
            <a:pPr marL="1309281"/>
            <a:endParaRPr lang="en-US" sz="2727" dirty="0">
              <a:solidFill>
                <a:schemeClr val="tx1"/>
              </a:solidFill>
              <a:cs typeface="Calibri"/>
            </a:endParaRPr>
          </a:p>
          <a:p>
            <a:pPr algn="ctr"/>
            <a:r>
              <a:rPr lang="en-US" sz="3273" b="1" dirty="0">
                <a:solidFill>
                  <a:schemeClr val="tx1"/>
                </a:solidFill>
                <a:cs typeface="Calibri"/>
              </a:rPr>
              <a:t>Sulci Prevalence</a:t>
            </a:r>
          </a:p>
          <a:p>
            <a:pPr marL="2306828"/>
            <a:endParaRPr lang="en-US" sz="1964" dirty="0">
              <a:solidFill>
                <a:schemeClr val="tx1"/>
              </a:solidFill>
              <a:cs typeface="Calibri"/>
            </a:endParaRPr>
          </a:p>
          <a:p>
            <a:pPr algn="ctr"/>
            <a:endParaRPr lang="en-US" sz="3273" b="1" dirty="0">
              <a:solidFill>
                <a:schemeClr val="tx1"/>
              </a:solidFill>
              <a:cs typeface="Calibri"/>
            </a:endParaRPr>
          </a:p>
          <a:p>
            <a:endParaRPr lang="en-US" sz="1964" dirty="0">
              <a:solidFill>
                <a:schemeClr val="tx1"/>
              </a:solidFill>
              <a:cs typeface="Calibri"/>
            </a:endParaRPr>
          </a:p>
          <a:p>
            <a:pPr algn="ctr"/>
            <a:r>
              <a:rPr lang="en-US" sz="1964" dirty="0">
                <a:solidFill>
                  <a:schemeClr val="tx1"/>
                </a:solidFill>
                <a:cs typeface="Calibri"/>
              </a:rPr>
              <a:t>  </a:t>
            </a:r>
          </a:p>
          <a:p>
            <a:pPr algn="ctr"/>
            <a:endParaRPr lang="en-US" sz="1964" dirty="0">
              <a:solidFill>
                <a:schemeClr val="tx1"/>
              </a:solidFill>
              <a:cs typeface="Calibri"/>
            </a:endParaRPr>
          </a:p>
          <a:p>
            <a:pPr marL="1621013"/>
            <a:r>
              <a:rPr lang="en-US" sz="1964" b="1" i="1" dirty="0">
                <a:solidFill>
                  <a:schemeClr val="tx1"/>
                </a:solidFill>
                <a:cs typeface="Calibri"/>
              </a:rPr>
              <a:t>   Table 2</a:t>
            </a:r>
            <a:r>
              <a:rPr lang="en-US" sz="1964" i="1" dirty="0">
                <a:solidFill>
                  <a:schemeClr val="tx1"/>
                </a:solidFill>
                <a:cs typeface="Calibri"/>
              </a:rPr>
              <a:t>.</a:t>
            </a:r>
            <a:r>
              <a:rPr lang="en-US" sz="1964" dirty="0">
                <a:solidFill>
                  <a:schemeClr val="tx1"/>
                </a:solidFill>
                <a:cs typeface="Calibri"/>
              </a:rPr>
              <a:t> Prevalence of sublabral sulci  (one or more) and </a:t>
            </a:r>
          </a:p>
          <a:p>
            <a:pPr marL="1621013"/>
            <a:r>
              <a:rPr lang="en-US" sz="1964" dirty="0">
                <a:solidFill>
                  <a:schemeClr val="tx1"/>
                </a:solidFill>
                <a:cs typeface="Calibri"/>
              </a:rPr>
              <a:t>    transverse sulci in study population. </a:t>
            </a:r>
          </a:p>
          <a:p>
            <a:pPr marL="1621013"/>
            <a:r>
              <a:rPr lang="en-US" sz="3600" dirty="0">
                <a:solidFill>
                  <a:schemeClr val="tx1"/>
                </a:solidFill>
                <a:cs typeface="Calibri"/>
              </a:rPr>
              <a:t>  </a:t>
            </a:r>
          </a:p>
          <a:p>
            <a:r>
              <a:rPr lang="en-US" sz="3273" b="1" dirty="0">
                <a:solidFill>
                  <a:schemeClr val="tx1"/>
                </a:solidFill>
                <a:cs typeface="Calibri"/>
              </a:rPr>
              <a:t>             Sublabral Sulci</a:t>
            </a:r>
            <a:r>
              <a:rPr lang="en-US" sz="2836" b="1" dirty="0">
                <a:solidFill>
                  <a:schemeClr val="tx1"/>
                </a:solidFill>
                <a:cs typeface="Calibri"/>
              </a:rPr>
              <a:t>                    </a:t>
            </a:r>
            <a:r>
              <a:rPr lang="en-US" sz="3273" b="1" dirty="0">
                <a:solidFill>
                  <a:schemeClr val="tx1"/>
                </a:solidFill>
                <a:cs typeface="Calibri"/>
              </a:rPr>
              <a:t> Transverse Sulci</a:t>
            </a:r>
            <a:r>
              <a:rPr lang="en-US" sz="2836" b="1" dirty="0">
                <a:solidFill>
                  <a:schemeClr val="tx1"/>
                </a:solidFill>
                <a:cs typeface="Calibri"/>
              </a:rPr>
              <a:t>      </a:t>
            </a:r>
            <a:endParaRPr lang="en-US" sz="1964" dirty="0">
              <a:solidFill>
                <a:schemeClr val="tx1"/>
              </a:solidFill>
              <a:cs typeface="Calibri"/>
            </a:endParaRPr>
          </a:p>
          <a:p>
            <a:pPr algn="ctr"/>
            <a:endParaRPr lang="en-US" sz="2836" b="1" dirty="0">
              <a:solidFill>
                <a:schemeClr val="tx1"/>
              </a:solidFill>
              <a:cs typeface="Calibri"/>
            </a:endParaRPr>
          </a:p>
          <a:p>
            <a:pPr algn="ctr"/>
            <a:endParaRPr lang="en-US" sz="3273" b="1" dirty="0">
              <a:solidFill>
                <a:schemeClr val="tx1"/>
              </a:solidFill>
              <a:cs typeface="Calibri"/>
            </a:endParaRPr>
          </a:p>
          <a:p>
            <a:pPr algn="ctr"/>
            <a:endParaRPr lang="en-US" sz="3273" b="1" dirty="0">
              <a:solidFill>
                <a:schemeClr val="tx1"/>
              </a:solidFill>
              <a:cs typeface="Calibri"/>
            </a:endParaRPr>
          </a:p>
          <a:p>
            <a:pPr algn="ctr"/>
            <a:endParaRPr lang="en-US" sz="3273" b="1" dirty="0">
              <a:solidFill>
                <a:schemeClr val="tx1"/>
              </a:solidFill>
              <a:cs typeface="Calibri"/>
            </a:endParaRPr>
          </a:p>
          <a:p>
            <a:pPr algn="ctr"/>
            <a:endParaRPr lang="en-US" sz="3273" b="1" dirty="0">
              <a:solidFill>
                <a:schemeClr val="tx1"/>
              </a:solidFill>
              <a:cs typeface="Calibri"/>
            </a:endParaRPr>
          </a:p>
          <a:p>
            <a:pPr algn="ctr"/>
            <a:endParaRPr lang="en-US" sz="3273" b="1" dirty="0">
              <a:solidFill>
                <a:schemeClr val="tx1"/>
              </a:solidFill>
              <a:cs typeface="Calibri"/>
            </a:endParaRPr>
          </a:p>
          <a:p>
            <a:pPr algn="ctr"/>
            <a:endParaRPr lang="en-US" sz="3273" b="1" dirty="0">
              <a:solidFill>
                <a:schemeClr val="tx1"/>
              </a:solidFill>
              <a:cs typeface="Calibri"/>
            </a:endParaRPr>
          </a:p>
          <a:p>
            <a:pPr marL="1371628"/>
            <a:endParaRPr lang="en-US" sz="1964" dirty="0">
              <a:solidFill>
                <a:schemeClr val="tx1"/>
              </a:solidFill>
              <a:cs typeface="Calibri"/>
            </a:endParaRPr>
          </a:p>
          <a:p>
            <a:pPr marL="1371628"/>
            <a:endParaRPr lang="en-US" sz="1964" dirty="0">
              <a:solidFill>
                <a:schemeClr val="tx1"/>
              </a:solidFill>
              <a:cs typeface="Calibri"/>
            </a:endParaRPr>
          </a:p>
          <a:p>
            <a:pPr algn="ctr"/>
            <a:endParaRPr lang="en-US" sz="3273" dirty="0">
              <a:solidFill>
                <a:schemeClr val="tx1"/>
              </a:solidFill>
              <a:cs typeface="Calibri"/>
            </a:endParaRPr>
          </a:p>
          <a:p>
            <a:pPr algn="ctr"/>
            <a:endParaRPr lang="en-US" sz="3273" b="1" dirty="0">
              <a:solidFill>
                <a:schemeClr val="tx1"/>
              </a:solidFill>
              <a:cs typeface="Calibri"/>
            </a:endParaRPr>
          </a:p>
          <a:p>
            <a:pPr algn="ctr"/>
            <a:endParaRPr lang="en-US" sz="3273" b="1" dirty="0">
              <a:solidFill>
                <a:schemeClr val="tx1"/>
              </a:solidFill>
              <a:cs typeface="Calibri"/>
            </a:endParaRPr>
          </a:p>
          <a:p>
            <a:pPr algn="ctr"/>
            <a:endParaRPr lang="en-US" sz="3273" b="1" dirty="0">
              <a:solidFill>
                <a:schemeClr val="tx1"/>
              </a:solidFill>
              <a:cs typeface="Calibri"/>
            </a:endParaRPr>
          </a:p>
          <a:p>
            <a:pPr algn="ctr"/>
            <a:endParaRPr lang="en-US" sz="3273" b="1" dirty="0">
              <a:solidFill>
                <a:schemeClr val="tx1"/>
              </a:solidFill>
              <a:cs typeface="Calibri"/>
            </a:endParaRPr>
          </a:p>
          <a:p>
            <a:pPr algn="ctr"/>
            <a:endParaRPr lang="en-US" sz="3273" b="1" dirty="0">
              <a:solidFill>
                <a:schemeClr val="tx1"/>
              </a:solidFill>
              <a:cs typeface="Calibri"/>
            </a:endParaRPr>
          </a:p>
          <a:p>
            <a:pPr algn="ctr"/>
            <a:endParaRPr lang="en-US" sz="3273" b="1" dirty="0">
              <a:solidFill>
                <a:schemeClr val="tx1"/>
              </a:solidFill>
              <a:cs typeface="Calibri"/>
            </a:endParaRPr>
          </a:p>
          <a:p>
            <a:pPr algn="ctr"/>
            <a:endParaRPr lang="en-US" sz="3273" b="1" dirty="0">
              <a:solidFill>
                <a:schemeClr val="tx1"/>
              </a:solidFill>
              <a:cs typeface="Calibri"/>
            </a:endParaRPr>
          </a:p>
          <a:p>
            <a:pPr algn="ctr"/>
            <a:endParaRPr lang="en-US" sz="3273" b="1" dirty="0">
              <a:solidFill>
                <a:schemeClr val="tx1"/>
              </a:solidFill>
              <a:cs typeface="Calibri"/>
            </a:endParaRPr>
          </a:p>
          <a:p>
            <a:pPr marL="1371628"/>
            <a:endParaRPr lang="en-US" sz="1964" dirty="0">
              <a:solidFill>
                <a:schemeClr val="tx1"/>
              </a:solidFill>
              <a:cs typeface="Calibri"/>
            </a:endParaRPr>
          </a:p>
        </p:txBody>
      </p:sp>
      <p:sp>
        <p:nvSpPr>
          <p:cNvPr id="121" name="Rectangle 120">
            <a:extLst>
              <a:ext uri="{FF2B5EF4-FFF2-40B4-BE49-F238E27FC236}">
                <a16:creationId xmlns:a16="http://schemas.microsoft.com/office/drawing/2014/main" id="{6988FE31-9383-4EF0-A143-7C327DB70A62}"/>
              </a:ext>
            </a:extLst>
          </p:cNvPr>
          <p:cNvSpPr/>
          <p:nvPr/>
        </p:nvSpPr>
        <p:spPr>
          <a:xfrm>
            <a:off x="21993579" y="20611468"/>
            <a:ext cx="9799080" cy="1796600"/>
          </a:xfrm>
          <a:prstGeom prst="rect">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36" dirty="0">
              <a:solidFill>
                <a:schemeClr val="tx1"/>
              </a:solidFill>
            </a:endParaRPr>
          </a:p>
          <a:p>
            <a:endParaRPr lang="en-US" sz="1636" dirty="0">
              <a:solidFill>
                <a:schemeClr val="tx1"/>
              </a:solidFill>
            </a:endParaRPr>
          </a:p>
          <a:p>
            <a:endParaRPr lang="en-US" sz="1636" dirty="0">
              <a:solidFill>
                <a:schemeClr val="tx1"/>
              </a:solidFill>
            </a:endParaRPr>
          </a:p>
          <a:p>
            <a:br>
              <a:rPr lang="en-US" sz="1309" dirty="0">
                <a:solidFill>
                  <a:schemeClr val="tx1"/>
                </a:solidFill>
              </a:rPr>
            </a:br>
            <a:endParaRPr lang="en-US" sz="1309" dirty="0">
              <a:solidFill>
                <a:schemeClr val="tx1"/>
              </a:solidFill>
            </a:endParaRPr>
          </a:p>
        </p:txBody>
      </p:sp>
      <p:sp>
        <p:nvSpPr>
          <p:cNvPr id="23" name="TextBox 22">
            <a:extLst>
              <a:ext uri="{FF2B5EF4-FFF2-40B4-BE49-F238E27FC236}">
                <a16:creationId xmlns:a16="http://schemas.microsoft.com/office/drawing/2014/main" id="{E0851AE5-523B-457E-A35C-E13A7CB50707}"/>
              </a:ext>
            </a:extLst>
          </p:cNvPr>
          <p:cNvSpPr txBox="1"/>
          <p:nvPr/>
        </p:nvSpPr>
        <p:spPr>
          <a:xfrm>
            <a:off x="22238166" y="21214404"/>
            <a:ext cx="201519" cy="637989"/>
          </a:xfrm>
          <a:prstGeom prst="rect">
            <a:avLst/>
          </a:prstGeom>
          <a:noFill/>
        </p:spPr>
        <p:txBody>
          <a:bodyPr wrap="none" lIns="99753" tIns="49876" rIns="99753" bIns="49876" rtlCol="0" anchor="t">
            <a:spAutoFit/>
          </a:bodyPr>
          <a:lstStyle/>
          <a:p>
            <a:endParaRPr lang="en-US" sz="1964" dirty="0"/>
          </a:p>
          <a:p>
            <a:endParaRPr lang="en-US" sz="1527" dirty="0"/>
          </a:p>
        </p:txBody>
      </p:sp>
      <p:sp>
        <p:nvSpPr>
          <p:cNvPr id="194" name="Rectangle 193">
            <a:extLst>
              <a:ext uri="{FF2B5EF4-FFF2-40B4-BE49-F238E27FC236}">
                <a16:creationId xmlns:a16="http://schemas.microsoft.com/office/drawing/2014/main" id="{D69FA072-6A20-49AC-88E1-19DA3B9FE5B2}"/>
              </a:ext>
            </a:extLst>
          </p:cNvPr>
          <p:cNvSpPr/>
          <p:nvPr/>
        </p:nvSpPr>
        <p:spPr>
          <a:xfrm>
            <a:off x="21977722" y="15451491"/>
            <a:ext cx="9819031" cy="4884077"/>
          </a:xfrm>
          <a:prstGeom prst="rect">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935200" indent="-935200" algn="ctr">
              <a:buFont typeface="Arial" panose="020B0604020202020204" pitchFamily="34" charset="0"/>
              <a:buChar char="•"/>
            </a:pPr>
            <a:endParaRPr lang="en-US" sz="3273" dirty="0">
              <a:solidFill>
                <a:schemeClr val="tx1"/>
              </a:solidFill>
            </a:endParaRPr>
          </a:p>
          <a:p>
            <a:pPr algn="ctr"/>
            <a:endParaRPr lang="en-US" sz="3273" dirty="0">
              <a:solidFill>
                <a:schemeClr val="tx1"/>
              </a:solidFill>
            </a:endParaRPr>
          </a:p>
        </p:txBody>
      </p:sp>
      <p:sp>
        <p:nvSpPr>
          <p:cNvPr id="107" name="Rectangle 106">
            <a:extLst>
              <a:ext uri="{FF2B5EF4-FFF2-40B4-BE49-F238E27FC236}">
                <a16:creationId xmlns:a16="http://schemas.microsoft.com/office/drawing/2014/main" id="{5E2E7CEA-0637-4C2C-82A6-806A7BFCAB09}"/>
              </a:ext>
            </a:extLst>
          </p:cNvPr>
          <p:cNvSpPr/>
          <p:nvPr/>
        </p:nvSpPr>
        <p:spPr>
          <a:xfrm>
            <a:off x="21993579" y="10499270"/>
            <a:ext cx="9830663" cy="4746322"/>
          </a:xfrm>
          <a:prstGeom prst="rect">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99753" tIns="49876" rIns="99753" bIns="49876" rtlCol="0" anchor="t"/>
          <a:lstStyle/>
          <a:p>
            <a:pPr marL="249387"/>
            <a:endParaRPr lang="en-US" sz="2000" dirty="0">
              <a:solidFill>
                <a:schemeClr val="tx1"/>
              </a:solidFill>
              <a:cs typeface="Calibri" panose="020F0502020204030204"/>
            </a:endParaRPr>
          </a:p>
        </p:txBody>
      </p:sp>
      <p:sp>
        <p:nvSpPr>
          <p:cNvPr id="108" name="Rectangle 107">
            <a:extLst>
              <a:ext uri="{FF2B5EF4-FFF2-40B4-BE49-F238E27FC236}">
                <a16:creationId xmlns:a16="http://schemas.microsoft.com/office/drawing/2014/main" id="{476A1EC5-396A-452B-B80C-3BF1528F073F}"/>
              </a:ext>
            </a:extLst>
          </p:cNvPr>
          <p:cNvSpPr/>
          <p:nvPr/>
        </p:nvSpPr>
        <p:spPr>
          <a:xfrm>
            <a:off x="22129032" y="10697528"/>
            <a:ext cx="9516410" cy="76809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9753" tIns="49876" rIns="99753" bIns="49876" rtlCol="0" anchor="ctr"/>
          <a:lstStyle/>
          <a:p>
            <a:pPr algn="ctr"/>
            <a:r>
              <a:rPr lang="en-US" sz="4145" b="1" dirty="0">
                <a:latin typeface="Arial"/>
                <a:cs typeface="Arial"/>
              </a:rPr>
              <a:t>Conclusion</a:t>
            </a:r>
          </a:p>
        </p:txBody>
      </p:sp>
      <p:sp>
        <p:nvSpPr>
          <p:cNvPr id="123" name="Rectangle 122">
            <a:extLst>
              <a:ext uri="{FF2B5EF4-FFF2-40B4-BE49-F238E27FC236}">
                <a16:creationId xmlns:a16="http://schemas.microsoft.com/office/drawing/2014/main" id="{D44CCF86-C6DF-49A4-83B4-5273B4C80C90}"/>
              </a:ext>
            </a:extLst>
          </p:cNvPr>
          <p:cNvSpPr/>
          <p:nvPr/>
        </p:nvSpPr>
        <p:spPr>
          <a:xfrm>
            <a:off x="11800535" y="8269130"/>
            <a:ext cx="9516410" cy="76809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9753" tIns="49876" rIns="99753" bIns="49876" rtlCol="0" anchor="ctr"/>
          <a:lstStyle/>
          <a:p>
            <a:pPr algn="ctr"/>
            <a:r>
              <a:rPr lang="en-US" sz="4145" b="1" dirty="0">
                <a:latin typeface="Arial"/>
                <a:cs typeface="Arial"/>
              </a:rPr>
              <a:t>Results</a:t>
            </a:r>
          </a:p>
        </p:txBody>
      </p:sp>
      <p:sp>
        <p:nvSpPr>
          <p:cNvPr id="140" name="Rectangle 139">
            <a:extLst>
              <a:ext uri="{FF2B5EF4-FFF2-40B4-BE49-F238E27FC236}">
                <a16:creationId xmlns:a16="http://schemas.microsoft.com/office/drawing/2014/main" id="{B88F1E10-8A08-4371-AF9C-AAAF5B104F5F}"/>
              </a:ext>
            </a:extLst>
          </p:cNvPr>
          <p:cNvSpPr/>
          <p:nvPr/>
        </p:nvSpPr>
        <p:spPr>
          <a:xfrm>
            <a:off x="22171181" y="20765302"/>
            <a:ext cx="9516410" cy="76809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145" b="1" dirty="0">
                <a:latin typeface="Arial" panose="020B0604020202020204" pitchFamily="34" charset="0"/>
                <a:cs typeface="Arial" panose="020B0604020202020204" pitchFamily="34" charset="0"/>
              </a:rPr>
              <a:t>Acknowledgements &amp; References</a:t>
            </a:r>
          </a:p>
        </p:txBody>
      </p:sp>
      <p:sp>
        <p:nvSpPr>
          <p:cNvPr id="141" name="Rectangle 140">
            <a:extLst>
              <a:ext uri="{FF2B5EF4-FFF2-40B4-BE49-F238E27FC236}">
                <a16:creationId xmlns:a16="http://schemas.microsoft.com/office/drawing/2014/main" id="{B035D376-81B7-48EF-843E-E3F08D996624}"/>
              </a:ext>
            </a:extLst>
          </p:cNvPr>
          <p:cNvSpPr/>
          <p:nvPr/>
        </p:nvSpPr>
        <p:spPr>
          <a:xfrm>
            <a:off x="22134817" y="15612243"/>
            <a:ext cx="9516410" cy="79140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9753" tIns="49876" rIns="99753" bIns="49876" rtlCol="0" anchor="ctr"/>
          <a:lstStyle/>
          <a:p>
            <a:pPr algn="ctr"/>
            <a:r>
              <a:rPr lang="en-US" sz="4145" b="1" dirty="0">
                <a:latin typeface="Arial"/>
                <a:cs typeface="Arial"/>
              </a:rPr>
              <a:t>Summary</a:t>
            </a:r>
          </a:p>
        </p:txBody>
      </p:sp>
      <p:sp>
        <p:nvSpPr>
          <p:cNvPr id="105" name="TextBox 104">
            <a:extLst>
              <a:ext uri="{FF2B5EF4-FFF2-40B4-BE49-F238E27FC236}">
                <a16:creationId xmlns:a16="http://schemas.microsoft.com/office/drawing/2014/main" id="{62008958-E4EB-3639-104A-0462D3775DD6}"/>
              </a:ext>
            </a:extLst>
          </p:cNvPr>
          <p:cNvSpPr txBox="1"/>
          <p:nvPr/>
        </p:nvSpPr>
        <p:spPr>
          <a:xfrm>
            <a:off x="1464501" y="4821126"/>
            <a:ext cx="9660187" cy="4717375"/>
          </a:xfrm>
          <a:prstGeom prst="rect">
            <a:avLst/>
          </a:prstGeom>
          <a:noFill/>
        </p:spPr>
        <p:txBody>
          <a:bodyPr rot="0" spcFirstLastPara="0" vertOverflow="overflow" horzOverflow="overflow" vert="horz" wrap="square" lIns="99753" tIns="49876" rIns="99753" bIns="49876" numCol="1" spcCol="0" rtlCol="0" fromWordArt="0" anchor="t" anchorCtr="0" forceAA="0" compatLnSpc="1">
            <a:prstTxWarp prst="textNoShape">
              <a:avLst/>
            </a:prstTxWarp>
            <a:spAutoFit/>
          </a:bodyPr>
          <a:lstStyle/>
          <a:p>
            <a:pPr marL="62347"/>
            <a:r>
              <a:rPr lang="en-US" sz="2000" dirty="0">
                <a:latin typeface="Times New Roman"/>
                <a:cs typeface="Times New Roman"/>
              </a:rPr>
              <a:t>The acetabular labrum of the hip is a ring of fibrocartilaginous tissue continuous with the distal edge of the acetabulum, completed inferiorly in its arc by the transverse acetabular ligament, and which performs multiple physiologic functions at the hip joint.</a:t>
            </a:r>
            <a:endParaRPr lang="en-US" sz="2000" dirty="0">
              <a:latin typeface="Calibri"/>
              <a:cs typeface="Calibri"/>
            </a:endParaRPr>
          </a:p>
          <a:p>
            <a:r>
              <a:rPr lang="en-US" sz="2000" dirty="0">
                <a:latin typeface="Times New Roman"/>
                <a:cs typeface="Times New Roman"/>
              </a:rPr>
              <a:t>  </a:t>
            </a:r>
          </a:p>
          <a:p>
            <a:r>
              <a:rPr lang="en-US" sz="2000" dirty="0">
                <a:latin typeface="Times New Roman"/>
                <a:cs typeface="Calibri"/>
              </a:rPr>
              <a:t>Tears of the acetabular labrum of the hip are relatively common, occurring in up to 22% of athletes presenting with groin pain and diagnosed by clinical signs and imaging. </a:t>
            </a:r>
            <a:endParaRPr lang="en-US" sz="2000" dirty="0">
              <a:latin typeface="Calibri"/>
              <a:cs typeface="Calibri"/>
            </a:endParaRPr>
          </a:p>
          <a:p>
            <a:r>
              <a:rPr lang="en-US" sz="2000" dirty="0">
                <a:latin typeface="Times New Roman"/>
                <a:cs typeface="Calibri"/>
              </a:rPr>
              <a:t>  </a:t>
            </a:r>
          </a:p>
          <a:p>
            <a:r>
              <a:rPr lang="en-US" sz="2000" dirty="0">
                <a:latin typeface="Times New Roman"/>
                <a:cs typeface="Calibri"/>
              </a:rPr>
              <a:t>Labral Sulci are non-pathologic anatomic variants of the acetabular labrumD4K18QR that include</a:t>
            </a:r>
            <a:r>
              <a:rPr lang="en-US" sz="2000" dirty="0">
                <a:latin typeface="Times New Roman"/>
                <a:cs typeface="Times New Roman"/>
              </a:rPr>
              <a:t> Sublabral Sulci, which may occur in all labral quadrants, and Transverse Sulci, which may occur in the anteroinferior quadrant. Both Sublabral and Transverse Sulci may appear on imaging similar to labral tears</a:t>
            </a:r>
            <a:r>
              <a:rPr lang="en-US" sz="2000" dirty="0">
                <a:latin typeface="Times New Roman"/>
                <a:cs typeface="Calibri"/>
              </a:rPr>
              <a:t> (as shown in  Figure 1, below). </a:t>
            </a:r>
          </a:p>
          <a:p>
            <a:r>
              <a:rPr lang="en-US" sz="2000" dirty="0">
                <a:latin typeface="Times New Roman"/>
                <a:cs typeface="Calibri"/>
              </a:rPr>
              <a:t>    </a:t>
            </a:r>
          </a:p>
          <a:p>
            <a:r>
              <a:rPr lang="en-US" sz="2000" dirty="0">
                <a:latin typeface="Times New Roman"/>
                <a:cs typeface="Calibri"/>
              </a:rPr>
              <a:t>Because of their similar appearances, proper differentiation of labral sulci from labral tears is essential for correct diagnosis. Little observational data has been reported on acetabular labral sulci.</a:t>
            </a:r>
            <a:endParaRPr lang="en-US" sz="2000" dirty="0">
              <a:latin typeface="Calibri"/>
              <a:cs typeface="Calibri"/>
            </a:endParaRPr>
          </a:p>
        </p:txBody>
      </p:sp>
      <p:sp>
        <p:nvSpPr>
          <p:cNvPr id="109" name="TextBox 108">
            <a:extLst>
              <a:ext uri="{FF2B5EF4-FFF2-40B4-BE49-F238E27FC236}">
                <a16:creationId xmlns:a16="http://schemas.microsoft.com/office/drawing/2014/main" id="{44A0D045-E324-FDBA-3675-4CC70B8C1BDF}"/>
              </a:ext>
            </a:extLst>
          </p:cNvPr>
          <p:cNvSpPr txBox="1"/>
          <p:nvPr/>
        </p:nvSpPr>
        <p:spPr>
          <a:xfrm>
            <a:off x="1422815" y="21076242"/>
            <a:ext cx="9386319" cy="1208722"/>
          </a:xfrm>
          <a:prstGeom prst="rect">
            <a:avLst/>
          </a:prstGeom>
          <a:noFill/>
        </p:spPr>
        <p:txBody>
          <a:bodyPr rot="0" spcFirstLastPara="0" vertOverflow="overflow" horzOverflow="overflow" vert="horz" wrap="square" lIns="99753" tIns="49876" rIns="99753" bIns="49876" numCol="1" spcCol="0" rtlCol="0" fromWordArt="0" anchor="t" anchorCtr="0" forceAA="0" compatLnSpc="1">
            <a:prstTxWarp prst="textNoShape">
              <a:avLst/>
            </a:prstTxWarp>
            <a:spAutoFit/>
          </a:bodyPr>
          <a:lstStyle/>
          <a:p>
            <a:r>
              <a:rPr lang="en-US" sz="2400" dirty="0">
                <a:latin typeface="Times New Roman"/>
                <a:cs typeface="Calibri"/>
              </a:rPr>
              <a:t>Hip MR imaging of 121 hip surgical cases from patients who presented to our hospital system for hip arthroscopy was retrospectively reviewed for the presence of labral sulci and additional anatomic findings.</a:t>
            </a:r>
            <a:endParaRPr lang="en-US" sz="2400" dirty="0">
              <a:cs typeface="Calibri"/>
            </a:endParaRPr>
          </a:p>
        </p:txBody>
      </p:sp>
      <p:pic>
        <p:nvPicPr>
          <p:cNvPr id="2" name="Picture 2" descr="A picture containing cat, black, indoor, looking&#10;&#10;Description automatically generated">
            <a:extLst>
              <a:ext uri="{FF2B5EF4-FFF2-40B4-BE49-F238E27FC236}">
                <a16:creationId xmlns:a16="http://schemas.microsoft.com/office/drawing/2014/main" id="{3243673F-58CB-62F4-7FDF-08E44E4B4FF4}"/>
              </a:ext>
            </a:extLst>
          </p:cNvPr>
          <p:cNvPicPr>
            <a:picLocks noChangeAspect="1"/>
          </p:cNvPicPr>
          <p:nvPr/>
        </p:nvPicPr>
        <p:blipFill>
          <a:blip r:embed="rId3"/>
          <a:stretch>
            <a:fillRect/>
          </a:stretch>
        </p:blipFill>
        <p:spPr>
          <a:xfrm>
            <a:off x="1803945" y="11096013"/>
            <a:ext cx="8494787" cy="4403057"/>
          </a:xfrm>
          <a:prstGeom prst="rect">
            <a:avLst/>
          </a:prstGeom>
        </p:spPr>
      </p:pic>
      <p:sp>
        <p:nvSpPr>
          <p:cNvPr id="3" name="Rectangle 2">
            <a:extLst>
              <a:ext uri="{FF2B5EF4-FFF2-40B4-BE49-F238E27FC236}">
                <a16:creationId xmlns:a16="http://schemas.microsoft.com/office/drawing/2014/main" id="{1301C928-5737-BEEE-D532-CA9EB7144621}"/>
              </a:ext>
            </a:extLst>
          </p:cNvPr>
          <p:cNvSpPr/>
          <p:nvPr/>
        </p:nvSpPr>
        <p:spPr>
          <a:xfrm>
            <a:off x="1397499" y="20144004"/>
            <a:ext cx="9516410" cy="76809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9753" tIns="49876" rIns="99753" bIns="49876" rtlCol="0" anchor="ctr"/>
          <a:lstStyle/>
          <a:p>
            <a:pPr algn="ctr"/>
            <a:r>
              <a:rPr lang="en-US" sz="4145" b="1" dirty="0">
                <a:latin typeface="Arial"/>
                <a:cs typeface="Arial"/>
              </a:rPr>
              <a:t>Methods</a:t>
            </a:r>
            <a:endParaRPr lang="en-US" sz="4145" b="1"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C7837FDF-F80A-58C2-958E-61B8958E2E96}"/>
              </a:ext>
            </a:extLst>
          </p:cNvPr>
          <p:cNvSpPr/>
          <p:nvPr/>
        </p:nvSpPr>
        <p:spPr>
          <a:xfrm>
            <a:off x="5351497" y="10977086"/>
            <a:ext cx="1285576" cy="45223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64"/>
          </a:p>
        </p:txBody>
      </p:sp>
      <p:graphicFrame>
        <p:nvGraphicFramePr>
          <p:cNvPr id="11" name="Table 10">
            <a:extLst>
              <a:ext uri="{FF2B5EF4-FFF2-40B4-BE49-F238E27FC236}">
                <a16:creationId xmlns:a16="http://schemas.microsoft.com/office/drawing/2014/main" id="{EDD4E527-6260-19AF-E8F4-B646644FA5E6}"/>
              </a:ext>
            </a:extLst>
          </p:cNvPr>
          <p:cNvGraphicFramePr>
            <a:graphicFrameLocks noGrp="1"/>
          </p:cNvGraphicFramePr>
          <p:nvPr>
            <p:extLst>
              <p:ext uri="{D42A27DB-BD31-4B8C-83A1-F6EECF244321}">
                <p14:modId xmlns:p14="http://schemas.microsoft.com/office/powerpoint/2010/main" val="3345814033"/>
              </p:ext>
            </p:extLst>
          </p:nvPr>
        </p:nvGraphicFramePr>
        <p:xfrm>
          <a:off x="13471385" y="15125358"/>
          <a:ext cx="6212419" cy="1519874"/>
        </p:xfrm>
        <a:graphic>
          <a:graphicData uri="http://schemas.openxmlformats.org/drawingml/2006/table">
            <a:tbl>
              <a:tblPr firstRow="1" bandRow="1">
                <a:tableStyleId>{5C22544A-7EE6-4342-B048-85BDC9FD1C3A}</a:tableStyleId>
              </a:tblPr>
              <a:tblGrid>
                <a:gridCol w="2542799">
                  <a:extLst>
                    <a:ext uri="{9D8B030D-6E8A-4147-A177-3AD203B41FA5}">
                      <a16:colId xmlns:a16="http://schemas.microsoft.com/office/drawing/2014/main" val="4262795557"/>
                    </a:ext>
                  </a:extLst>
                </a:gridCol>
                <a:gridCol w="3669620">
                  <a:extLst>
                    <a:ext uri="{9D8B030D-6E8A-4147-A177-3AD203B41FA5}">
                      <a16:colId xmlns:a16="http://schemas.microsoft.com/office/drawing/2014/main" val="3211968699"/>
                    </a:ext>
                  </a:extLst>
                </a:gridCol>
              </a:tblGrid>
              <a:tr h="550299">
                <a:tc>
                  <a:txBody>
                    <a:bodyPr/>
                    <a:lstStyle/>
                    <a:p>
                      <a:pPr algn="ctr" fontAlgn="b"/>
                      <a:endParaRPr lang="en-US" sz="2600" dirty="0">
                        <a:solidFill>
                          <a:schemeClr val="tx1"/>
                        </a:solidFill>
                        <a:effectLst/>
                        <a:latin typeface="Calibri"/>
                      </a:endParaRPr>
                    </a:p>
                  </a:txBody>
                  <a:tcPr marL="10391" marR="10391" marT="10391" marB="49876"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2600" dirty="0">
                          <a:solidFill>
                            <a:schemeClr val="tx1"/>
                          </a:solidFill>
                          <a:effectLst/>
                        </a:rPr>
                        <a:t>Prevalence among Cases</a:t>
                      </a:r>
                    </a:p>
                  </a:txBody>
                  <a:tcPr marL="10391" marR="10391" marT="10391" marB="49876"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920829135"/>
                  </a:ext>
                </a:extLst>
              </a:tr>
              <a:tr h="471685">
                <a:tc>
                  <a:txBody>
                    <a:bodyPr/>
                    <a:lstStyle/>
                    <a:p>
                      <a:pPr algn="ctr" fontAlgn="b"/>
                      <a:r>
                        <a:rPr lang="en-US" sz="2600" b="1" dirty="0">
                          <a:effectLst/>
                        </a:rPr>
                        <a:t>Sublabral Sulci</a:t>
                      </a:r>
                      <a:endParaRPr lang="en-US" sz="2600" b="1" dirty="0">
                        <a:effectLst/>
                        <a:latin typeface="Calibri"/>
                      </a:endParaRPr>
                    </a:p>
                  </a:txBody>
                  <a:tcPr marL="10391" marR="10391" marT="10391" marB="49876"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2600" b="1" dirty="0">
                          <a:effectLst/>
                        </a:rPr>
                        <a:t>39%</a:t>
                      </a:r>
                      <a:endParaRPr lang="en-US" sz="2600" b="1">
                        <a:effectLst/>
                        <a:latin typeface="Calibri"/>
                      </a:endParaRPr>
                    </a:p>
                  </a:txBody>
                  <a:tcPr marL="10391" marR="10391" marT="10391" marB="49876"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676518100"/>
                  </a:ext>
                </a:extLst>
              </a:tr>
              <a:tr h="497890">
                <a:tc>
                  <a:txBody>
                    <a:bodyPr/>
                    <a:lstStyle/>
                    <a:p>
                      <a:pPr algn="ctr" fontAlgn="b"/>
                      <a:r>
                        <a:rPr lang="en-US" sz="2600" b="1" dirty="0">
                          <a:effectLst/>
                        </a:rPr>
                        <a:t>Transverse Sulci</a:t>
                      </a:r>
                      <a:endParaRPr lang="en-US" sz="2600" b="1" dirty="0">
                        <a:effectLst/>
                        <a:latin typeface="Calibri"/>
                      </a:endParaRPr>
                    </a:p>
                  </a:txBody>
                  <a:tcPr marL="10391" marR="10391" marT="10391" marB="49876"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2600" b="1" dirty="0">
                          <a:effectLst/>
                        </a:rPr>
                        <a:t>42%</a:t>
                      </a:r>
                      <a:endParaRPr lang="en-US" sz="2600" b="1">
                        <a:effectLst/>
                        <a:latin typeface="Calibri"/>
                      </a:endParaRPr>
                    </a:p>
                  </a:txBody>
                  <a:tcPr marL="10391" marR="10391" marT="10391" marB="49876"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87967957"/>
                  </a:ext>
                </a:extLst>
              </a:tr>
            </a:tbl>
          </a:graphicData>
        </a:graphic>
      </p:graphicFrame>
      <p:graphicFrame>
        <p:nvGraphicFramePr>
          <p:cNvPr id="15" name="Table 19">
            <a:extLst>
              <a:ext uri="{FF2B5EF4-FFF2-40B4-BE49-F238E27FC236}">
                <a16:creationId xmlns:a16="http://schemas.microsoft.com/office/drawing/2014/main" id="{15BF1DE6-E688-F289-8DD0-BB5576338DDA}"/>
              </a:ext>
            </a:extLst>
          </p:cNvPr>
          <p:cNvGraphicFramePr>
            <a:graphicFrameLocks noGrp="1"/>
          </p:cNvGraphicFramePr>
          <p:nvPr>
            <p:extLst>
              <p:ext uri="{D42A27DB-BD31-4B8C-83A1-F6EECF244321}">
                <p14:modId xmlns:p14="http://schemas.microsoft.com/office/powerpoint/2010/main" val="4166340555"/>
              </p:ext>
            </p:extLst>
          </p:nvPr>
        </p:nvGraphicFramePr>
        <p:xfrm>
          <a:off x="14147024" y="9866290"/>
          <a:ext cx="4787110" cy="931026"/>
        </p:xfrm>
        <a:graphic>
          <a:graphicData uri="http://schemas.openxmlformats.org/drawingml/2006/table">
            <a:tbl>
              <a:tblPr firstRow="1" bandRow="1">
                <a:tableStyleId>{5C22544A-7EE6-4342-B048-85BDC9FD1C3A}</a:tableStyleId>
              </a:tblPr>
              <a:tblGrid>
                <a:gridCol w="2529058">
                  <a:extLst>
                    <a:ext uri="{9D8B030D-6E8A-4147-A177-3AD203B41FA5}">
                      <a16:colId xmlns:a16="http://schemas.microsoft.com/office/drawing/2014/main" val="2729079696"/>
                    </a:ext>
                  </a:extLst>
                </a:gridCol>
                <a:gridCol w="2258052">
                  <a:extLst>
                    <a:ext uri="{9D8B030D-6E8A-4147-A177-3AD203B41FA5}">
                      <a16:colId xmlns:a16="http://schemas.microsoft.com/office/drawing/2014/main" val="800585893"/>
                    </a:ext>
                  </a:extLst>
                </a:gridCol>
              </a:tblGrid>
              <a:tr h="465513">
                <a:tc>
                  <a:txBody>
                    <a:bodyPr/>
                    <a:lstStyle/>
                    <a:p>
                      <a:pPr marL="0" indent="0" algn="ctr">
                        <a:buNone/>
                      </a:pPr>
                      <a:r>
                        <a:rPr lang="en-US" sz="2400" b="1" dirty="0">
                          <a:solidFill>
                            <a:schemeClr val="tx1"/>
                          </a:solidFill>
                        </a:rPr>
                        <a:t>Mean Age: 28</a:t>
                      </a:r>
                    </a:p>
                  </a:txBody>
                  <a:tcPr marL="99753" marR="99753" marT="49876" marB="49876">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lvl="0" indent="0" algn="ctr">
                        <a:buNone/>
                      </a:pPr>
                      <a:r>
                        <a:rPr lang="en-US" sz="2400" b="1" i="0" u="none" strike="noStrike" noProof="0" dirty="0">
                          <a:solidFill>
                            <a:schemeClr val="tx1"/>
                          </a:solidFill>
                          <a:latin typeface="Calibri"/>
                        </a:rPr>
                        <a:t>79% Female</a:t>
                      </a:r>
                      <a:endParaRPr lang="en-US" sz="2400" b="1"/>
                    </a:p>
                  </a:txBody>
                  <a:tcPr marL="99753" marR="99753" marT="49876" marB="49876">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99411007"/>
                  </a:ext>
                </a:extLst>
              </a:tr>
              <a:tr h="465513">
                <a:tc>
                  <a:txBody>
                    <a:bodyPr/>
                    <a:lstStyle/>
                    <a:p>
                      <a:pPr marL="0" indent="0" algn="ctr">
                        <a:buNone/>
                      </a:pPr>
                      <a:r>
                        <a:rPr lang="en-US" sz="2400" b="1" i="0" u="none" strike="noStrike" noProof="0" dirty="0">
                          <a:solidFill>
                            <a:schemeClr val="tx1"/>
                          </a:solidFill>
                          <a:latin typeface="Calibri"/>
                        </a:rPr>
                        <a:t>Median Age: 26</a:t>
                      </a:r>
                      <a:endParaRPr lang="en-US" sz="2400" b="1" dirty="0">
                        <a:solidFill>
                          <a:schemeClr val="tx1"/>
                        </a:solidFill>
                      </a:endParaRPr>
                    </a:p>
                  </a:txBody>
                  <a:tcPr marL="99753" marR="99753" marT="49876" marB="49876">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indent="0" algn="ctr">
                        <a:buNone/>
                      </a:pPr>
                      <a:r>
                        <a:rPr lang="en-US" sz="2400" b="1" dirty="0">
                          <a:solidFill>
                            <a:schemeClr val="tx1"/>
                          </a:solidFill>
                        </a:rPr>
                        <a:t>21% Male</a:t>
                      </a:r>
                    </a:p>
                  </a:txBody>
                  <a:tcPr marL="99753" marR="99753" marT="49876" marB="49876">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005659866"/>
                  </a:ext>
                </a:extLst>
              </a:tr>
            </a:tbl>
          </a:graphicData>
        </a:graphic>
      </p:graphicFrame>
      <p:graphicFrame>
        <p:nvGraphicFramePr>
          <p:cNvPr id="20" name="Table 19">
            <a:extLst>
              <a:ext uri="{FF2B5EF4-FFF2-40B4-BE49-F238E27FC236}">
                <a16:creationId xmlns:a16="http://schemas.microsoft.com/office/drawing/2014/main" id="{9CC670E9-83D6-AFF5-840A-1F7D85B85F9F}"/>
              </a:ext>
            </a:extLst>
          </p:cNvPr>
          <p:cNvGraphicFramePr>
            <a:graphicFrameLocks noGrp="1"/>
          </p:cNvGraphicFramePr>
          <p:nvPr>
            <p:extLst>
              <p:ext uri="{D42A27DB-BD31-4B8C-83A1-F6EECF244321}">
                <p14:modId xmlns:p14="http://schemas.microsoft.com/office/powerpoint/2010/main" val="1724130193"/>
              </p:ext>
            </p:extLst>
          </p:nvPr>
        </p:nvGraphicFramePr>
        <p:xfrm>
          <a:off x="12667741" y="11597020"/>
          <a:ext cx="7731018" cy="1862052"/>
        </p:xfrm>
        <a:graphic>
          <a:graphicData uri="http://schemas.openxmlformats.org/drawingml/2006/table">
            <a:tbl>
              <a:tblPr firstRow="1" bandRow="1">
                <a:tableStyleId>{5C22544A-7EE6-4342-B048-85BDC9FD1C3A}</a:tableStyleId>
              </a:tblPr>
              <a:tblGrid>
                <a:gridCol w="4376192">
                  <a:extLst>
                    <a:ext uri="{9D8B030D-6E8A-4147-A177-3AD203B41FA5}">
                      <a16:colId xmlns:a16="http://schemas.microsoft.com/office/drawing/2014/main" val="2729079696"/>
                    </a:ext>
                  </a:extLst>
                </a:gridCol>
                <a:gridCol w="3354826">
                  <a:extLst>
                    <a:ext uri="{9D8B030D-6E8A-4147-A177-3AD203B41FA5}">
                      <a16:colId xmlns:a16="http://schemas.microsoft.com/office/drawing/2014/main" val="800585893"/>
                    </a:ext>
                  </a:extLst>
                </a:gridCol>
              </a:tblGrid>
              <a:tr h="465513">
                <a:tc>
                  <a:txBody>
                    <a:bodyPr/>
                    <a:lstStyle/>
                    <a:p>
                      <a:pPr marL="0" lvl="0" indent="0" algn="ctr">
                        <a:buNone/>
                      </a:pPr>
                      <a:endParaRPr lang="en-US" sz="2400" b="1" dirty="0">
                        <a:solidFill>
                          <a:schemeClr val="tx1"/>
                        </a:solidFill>
                      </a:endParaRPr>
                    </a:p>
                  </a:txBody>
                  <a:tcPr marL="99753" marR="99753" marT="49876" marB="49876">
                    <a:lnL w="6350">
                      <a:solidFill>
                        <a:schemeClr val="tx1"/>
                      </a:solidFill>
                    </a:lnL>
                    <a:lnR w="6350">
                      <a:solidFill>
                        <a:schemeClr val="tx1"/>
                      </a:solidFill>
                    </a:lnR>
                    <a:lnT w="6350">
                      <a:solidFill>
                        <a:schemeClr val="tx1"/>
                      </a:solidFill>
                    </a:lnT>
                    <a:lnB w="6350">
                      <a:solidFill>
                        <a:schemeClr val="tx1"/>
                      </a:solidFill>
                    </a:lnB>
                    <a:solidFill>
                      <a:schemeClr val="bg1"/>
                    </a:solidFill>
                  </a:tcPr>
                </a:tc>
                <a:tc>
                  <a:txBody>
                    <a:bodyPr/>
                    <a:lstStyle/>
                    <a:p>
                      <a:pPr marL="0" lvl="0" indent="0" algn="ctr">
                        <a:buNone/>
                      </a:pPr>
                      <a:r>
                        <a:rPr lang="en-US" sz="2400" b="1" i="0" u="none" strike="noStrike" noProof="0" dirty="0">
                          <a:solidFill>
                            <a:schemeClr val="tx1"/>
                          </a:solidFill>
                          <a:latin typeface="Calibri"/>
                        </a:rPr>
                        <a:t>Prevalence among Cases</a:t>
                      </a:r>
                      <a:endParaRPr lang="en-US" sz="6300" b="1"/>
                    </a:p>
                  </a:txBody>
                  <a:tcPr marL="99753" marR="99753" marT="49876" marB="49876">
                    <a:lnL w="6350">
                      <a:solidFill>
                        <a:schemeClr val="tx1"/>
                      </a:solidFill>
                    </a:lnL>
                    <a:lnR w="6350">
                      <a:solidFill>
                        <a:schemeClr val="tx1"/>
                      </a:solidFill>
                    </a:lnR>
                    <a:lnT w="6350">
                      <a:solidFill>
                        <a:schemeClr val="tx1"/>
                      </a:solidFill>
                    </a:lnT>
                    <a:lnB w="6350">
                      <a:solidFill>
                        <a:schemeClr val="tx1"/>
                      </a:solidFill>
                    </a:lnB>
                    <a:solidFill>
                      <a:schemeClr val="bg1"/>
                    </a:solidFill>
                  </a:tcPr>
                </a:tc>
                <a:extLst>
                  <a:ext uri="{0D108BD9-81ED-4DB2-BD59-A6C34878D82A}">
                    <a16:rowId xmlns:a16="http://schemas.microsoft.com/office/drawing/2014/main" val="1581140982"/>
                  </a:ext>
                </a:extLst>
              </a:tr>
              <a:tr h="465513">
                <a:tc>
                  <a:txBody>
                    <a:bodyPr/>
                    <a:lstStyle/>
                    <a:p>
                      <a:pPr marL="0" indent="0" algn="ctr">
                        <a:buNone/>
                      </a:pPr>
                      <a:r>
                        <a:rPr lang="en-US" sz="2400" b="1" dirty="0">
                          <a:solidFill>
                            <a:schemeClr val="tx1"/>
                          </a:solidFill>
                        </a:rPr>
                        <a:t>Labral Tears</a:t>
                      </a:r>
                    </a:p>
                  </a:txBody>
                  <a:tcPr marL="99753" marR="99753" marT="49876" marB="49876">
                    <a:lnL w="6350">
                      <a:solidFill>
                        <a:schemeClr val="tx1"/>
                      </a:solidFill>
                    </a:lnL>
                    <a:lnR w="6350">
                      <a:solidFill>
                        <a:schemeClr val="tx1"/>
                      </a:solid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lvl="0" indent="0" algn="ctr">
                        <a:buNone/>
                      </a:pPr>
                      <a:r>
                        <a:rPr lang="en-US" sz="2400" b="1" i="0" u="none" strike="noStrike" noProof="0" dirty="0">
                          <a:solidFill>
                            <a:schemeClr val="tx1"/>
                          </a:solidFill>
                          <a:latin typeface="Calibri"/>
                        </a:rPr>
                        <a:t>96.6%</a:t>
                      </a:r>
                    </a:p>
                  </a:txBody>
                  <a:tcPr marL="99753" marR="99753" marT="49876" marB="49876">
                    <a:lnL w="6350">
                      <a:solidFill>
                        <a:schemeClr val="tx1"/>
                      </a:solidFill>
                    </a:lnL>
                    <a:lnR w="6350">
                      <a:solidFill>
                        <a:schemeClr val="tx1"/>
                      </a:solid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99411007"/>
                  </a:ext>
                </a:extLst>
              </a:tr>
              <a:tr h="465513">
                <a:tc>
                  <a:txBody>
                    <a:bodyPr/>
                    <a:lstStyle/>
                    <a:p>
                      <a:pPr marL="0" lvl="0" indent="0" algn="ctr">
                        <a:buNone/>
                      </a:pPr>
                      <a:r>
                        <a:rPr lang="en-US" sz="2400" b="1" i="0" u="none" strike="noStrike" noProof="0" dirty="0">
                          <a:solidFill>
                            <a:schemeClr val="tx1"/>
                          </a:solidFill>
                          <a:latin typeface="Calibri"/>
                        </a:rPr>
                        <a:t>Paralabral Cysts</a:t>
                      </a:r>
                    </a:p>
                  </a:txBody>
                  <a:tcPr marL="99753" marR="99753" marT="49876" marB="49876">
                    <a:lnL w="6350">
                      <a:solidFill>
                        <a:schemeClr val="tx1"/>
                      </a:solidFill>
                    </a:lnL>
                    <a:lnR w="6350">
                      <a:solidFill>
                        <a:schemeClr val="tx1"/>
                      </a:solidFill>
                    </a:lnR>
                    <a:lnT w="6350">
                      <a:solidFill>
                        <a:schemeClr val="tx1"/>
                      </a:solidFill>
                    </a:lnT>
                    <a:lnB w="6350" cap="flat" cmpd="sng" algn="ctr">
                      <a:solidFill>
                        <a:schemeClr val="tx1"/>
                      </a:solidFill>
                      <a:prstDash val="solid"/>
                      <a:round/>
                      <a:headEnd type="none" w="med" len="med"/>
                      <a:tailEnd type="none" w="med" len="med"/>
                    </a:lnB>
                    <a:solidFill>
                      <a:schemeClr val="bg1"/>
                    </a:solidFill>
                  </a:tcPr>
                </a:tc>
                <a:tc>
                  <a:txBody>
                    <a:bodyPr/>
                    <a:lstStyle/>
                    <a:p>
                      <a:pPr marL="0" lvl="0" indent="0" algn="ctr">
                        <a:buNone/>
                      </a:pPr>
                      <a:r>
                        <a:rPr lang="en-US" sz="2400" b="1" dirty="0">
                          <a:solidFill>
                            <a:schemeClr val="tx1"/>
                          </a:solidFill>
                        </a:rPr>
                        <a:t>20.5%</a:t>
                      </a:r>
                    </a:p>
                  </a:txBody>
                  <a:tcPr marL="99753" marR="99753" marT="49876" marB="49876">
                    <a:lnL w="6350">
                      <a:solidFill>
                        <a:schemeClr val="tx1"/>
                      </a:solidFill>
                    </a:lnL>
                    <a:lnR w="6350">
                      <a:solidFill>
                        <a:schemeClr val="tx1"/>
                      </a:solidFill>
                    </a:lnR>
                    <a:lnT w="6350">
                      <a:solidFill>
                        <a:schemeClr val="tx1"/>
                      </a:solidFill>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5659866"/>
                  </a:ext>
                </a:extLst>
              </a:tr>
              <a:tr h="465513">
                <a:tc>
                  <a:txBody>
                    <a:bodyPr/>
                    <a:lstStyle/>
                    <a:p>
                      <a:pPr marL="0" lvl="0" indent="0" algn="ctr">
                        <a:buNone/>
                      </a:pPr>
                      <a:r>
                        <a:rPr lang="en-US" sz="2400" b="1" i="0" u="none" strike="noStrike" noProof="0" dirty="0">
                          <a:solidFill>
                            <a:schemeClr val="tx1"/>
                          </a:solidFill>
                          <a:latin typeface="Calibri"/>
                        </a:rPr>
                        <a:t>Femoroacetabular Impingement</a:t>
                      </a:r>
                    </a:p>
                  </a:txBody>
                  <a:tcPr marL="99753" marR="99753" marT="49876" marB="49876">
                    <a:lnL w="6350">
                      <a:solidFill>
                        <a:schemeClr val="tx1"/>
                      </a:solidFill>
                    </a:lnL>
                    <a:lnR w="6350">
                      <a:solidFill>
                        <a:schemeClr val="tx1"/>
                      </a:solidFill>
                    </a:lnR>
                    <a:lnT w="6350">
                      <a:solidFill>
                        <a:schemeClr val="tx1"/>
                      </a:solidFill>
                    </a:lnT>
                    <a:lnB w="6350">
                      <a:solidFill>
                        <a:schemeClr val="tx1"/>
                      </a:solidFill>
                    </a:lnB>
                    <a:solidFill>
                      <a:schemeClr val="bg1"/>
                    </a:solidFill>
                  </a:tcPr>
                </a:tc>
                <a:tc>
                  <a:txBody>
                    <a:bodyPr/>
                    <a:lstStyle/>
                    <a:p>
                      <a:pPr marL="0" lvl="0" indent="0" algn="ctr">
                        <a:buNone/>
                      </a:pPr>
                      <a:r>
                        <a:rPr lang="en-US" sz="2400" b="1" dirty="0">
                          <a:solidFill>
                            <a:schemeClr val="tx1"/>
                          </a:solidFill>
                        </a:rPr>
                        <a:t>96%</a:t>
                      </a:r>
                    </a:p>
                  </a:txBody>
                  <a:tcPr marL="99753" marR="99753" marT="49876" marB="49876" anchor="ctr">
                    <a:lnL w="6350">
                      <a:solidFill>
                        <a:schemeClr val="tx1"/>
                      </a:solidFill>
                    </a:lnL>
                    <a:lnR w="6350">
                      <a:solidFill>
                        <a:schemeClr val="tx1"/>
                      </a:solidFill>
                    </a:lnR>
                    <a:lnT w="6350">
                      <a:solidFill>
                        <a:schemeClr val="tx1"/>
                      </a:solidFill>
                    </a:lnT>
                    <a:lnB w="6350">
                      <a:solidFill>
                        <a:schemeClr val="tx1"/>
                      </a:solidFill>
                    </a:lnB>
                    <a:solidFill>
                      <a:schemeClr val="bg1"/>
                    </a:solidFill>
                  </a:tcPr>
                </a:tc>
                <a:extLst>
                  <a:ext uri="{0D108BD9-81ED-4DB2-BD59-A6C34878D82A}">
                    <a16:rowId xmlns:a16="http://schemas.microsoft.com/office/drawing/2014/main" val="3243430065"/>
                  </a:ext>
                </a:extLst>
              </a:tr>
            </a:tbl>
          </a:graphicData>
        </a:graphic>
      </p:graphicFrame>
      <p:pic>
        <p:nvPicPr>
          <p:cNvPr id="30" name="Picture 30" descr="Chart, pie chart&#10;&#10;Description automatically generated">
            <a:extLst>
              <a:ext uri="{FF2B5EF4-FFF2-40B4-BE49-F238E27FC236}">
                <a16:creationId xmlns:a16="http://schemas.microsoft.com/office/drawing/2014/main" id="{587F5CF2-DB75-9BE9-7360-B623628C8460}"/>
              </a:ext>
            </a:extLst>
          </p:cNvPr>
          <p:cNvPicPr>
            <a:picLocks noChangeAspect="1"/>
          </p:cNvPicPr>
          <p:nvPr/>
        </p:nvPicPr>
        <p:blipFill>
          <a:blip r:embed="rId4"/>
          <a:stretch>
            <a:fillRect/>
          </a:stretch>
        </p:blipFill>
        <p:spPr>
          <a:xfrm>
            <a:off x="12491495" y="18713610"/>
            <a:ext cx="3425504" cy="2796531"/>
          </a:xfrm>
          <a:prstGeom prst="rect">
            <a:avLst/>
          </a:prstGeom>
        </p:spPr>
      </p:pic>
      <p:pic>
        <p:nvPicPr>
          <p:cNvPr id="31" name="Picture 31" descr="Chart, pie chart&#10;&#10;Description automatically generated">
            <a:extLst>
              <a:ext uri="{FF2B5EF4-FFF2-40B4-BE49-F238E27FC236}">
                <a16:creationId xmlns:a16="http://schemas.microsoft.com/office/drawing/2014/main" id="{DC616822-FF1C-26CA-C27F-1B2FFB014144}"/>
              </a:ext>
            </a:extLst>
          </p:cNvPr>
          <p:cNvPicPr>
            <a:picLocks noChangeAspect="1"/>
          </p:cNvPicPr>
          <p:nvPr/>
        </p:nvPicPr>
        <p:blipFill>
          <a:blip r:embed="rId5"/>
          <a:stretch>
            <a:fillRect/>
          </a:stretch>
        </p:blipFill>
        <p:spPr>
          <a:xfrm>
            <a:off x="16690713" y="18713940"/>
            <a:ext cx="3726033" cy="2732947"/>
          </a:xfrm>
          <a:prstGeom prst="rect">
            <a:avLst/>
          </a:prstGeom>
        </p:spPr>
      </p:pic>
      <p:sp>
        <p:nvSpPr>
          <p:cNvPr id="34" name="TextBox 33">
            <a:extLst>
              <a:ext uri="{FF2B5EF4-FFF2-40B4-BE49-F238E27FC236}">
                <a16:creationId xmlns:a16="http://schemas.microsoft.com/office/drawing/2014/main" id="{12812F51-2E7C-E56D-30FF-D2DA76C31EBD}"/>
              </a:ext>
            </a:extLst>
          </p:cNvPr>
          <p:cNvSpPr txBox="1"/>
          <p:nvPr/>
        </p:nvSpPr>
        <p:spPr>
          <a:xfrm>
            <a:off x="12162338" y="21492822"/>
            <a:ext cx="4284729" cy="705251"/>
          </a:xfrm>
          <a:prstGeom prst="rect">
            <a:avLst/>
          </a:prstGeom>
          <a:noFill/>
        </p:spPr>
        <p:txBody>
          <a:bodyPr rot="0" spcFirstLastPara="0" vertOverflow="overflow" horzOverflow="overflow" vert="horz" wrap="square" lIns="99753" tIns="49876" rIns="99753" bIns="49876" numCol="1" spcCol="0" rtlCol="0" fromWordArt="0" anchor="t" anchorCtr="0" forceAA="0" compatLnSpc="1">
            <a:prstTxWarp prst="textNoShape">
              <a:avLst/>
            </a:prstTxWarp>
            <a:spAutoFit/>
          </a:bodyPr>
          <a:lstStyle/>
          <a:p>
            <a:r>
              <a:rPr lang="en-US" sz="1964" b="1" i="1" dirty="0">
                <a:cs typeface="Calibri"/>
              </a:rPr>
              <a:t>Figure 2</a:t>
            </a:r>
            <a:r>
              <a:rPr lang="en-US" sz="1964" dirty="0">
                <a:cs typeface="Calibri"/>
              </a:rPr>
              <a:t>. 39% of total hip surgical cases were positive for a Sublabral sulcus.</a:t>
            </a:r>
            <a:endParaRPr lang="en-US" sz="1964" dirty="0"/>
          </a:p>
        </p:txBody>
      </p:sp>
      <p:sp>
        <p:nvSpPr>
          <p:cNvPr id="35" name="TextBox 34">
            <a:extLst>
              <a:ext uri="{FF2B5EF4-FFF2-40B4-BE49-F238E27FC236}">
                <a16:creationId xmlns:a16="http://schemas.microsoft.com/office/drawing/2014/main" id="{EE7FAD44-5765-A0C9-05FD-EC5D1529AA97}"/>
              </a:ext>
            </a:extLst>
          </p:cNvPr>
          <p:cNvSpPr txBox="1"/>
          <p:nvPr/>
        </p:nvSpPr>
        <p:spPr>
          <a:xfrm>
            <a:off x="16694592" y="21496363"/>
            <a:ext cx="4385090" cy="705251"/>
          </a:xfrm>
          <a:prstGeom prst="rect">
            <a:avLst/>
          </a:prstGeom>
          <a:noFill/>
        </p:spPr>
        <p:txBody>
          <a:bodyPr rot="0" spcFirstLastPara="0" vertOverflow="overflow" horzOverflow="overflow" vert="horz" wrap="square" lIns="99753" tIns="49876" rIns="99753" bIns="49876" numCol="1" spcCol="0" rtlCol="0" fromWordArt="0" anchor="t" anchorCtr="0" forceAA="0" compatLnSpc="1">
            <a:prstTxWarp prst="textNoShape">
              <a:avLst/>
            </a:prstTxWarp>
            <a:spAutoFit/>
          </a:bodyPr>
          <a:lstStyle/>
          <a:p>
            <a:r>
              <a:rPr lang="en-US" sz="1964" b="1" i="1" dirty="0">
                <a:cs typeface="Calibri"/>
              </a:rPr>
              <a:t>Figure 3.</a:t>
            </a:r>
            <a:r>
              <a:rPr lang="en-US" sz="1964" dirty="0">
                <a:cs typeface="Calibri"/>
              </a:rPr>
              <a:t> 42%  of total hip surgical cases positive for a transverse sulci.</a:t>
            </a:r>
          </a:p>
        </p:txBody>
      </p:sp>
      <p:sp>
        <p:nvSpPr>
          <p:cNvPr id="36" name="TextBox 35">
            <a:extLst>
              <a:ext uri="{FF2B5EF4-FFF2-40B4-BE49-F238E27FC236}">
                <a16:creationId xmlns:a16="http://schemas.microsoft.com/office/drawing/2014/main" id="{FC01C2B8-0DF0-F59E-4F8A-A6FD5FA8850F}"/>
              </a:ext>
            </a:extLst>
          </p:cNvPr>
          <p:cNvSpPr txBox="1"/>
          <p:nvPr/>
        </p:nvSpPr>
        <p:spPr>
          <a:xfrm>
            <a:off x="14413641" y="19675927"/>
            <a:ext cx="2992582" cy="436524"/>
          </a:xfrm>
          <a:prstGeom prst="rect">
            <a:avLst/>
          </a:prstGeom>
          <a:noFill/>
        </p:spPr>
        <p:txBody>
          <a:bodyPr rot="0" spcFirstLastPara="0" vertOverflow="overflow" horzOverflow="overflow" vert="horz" wrap="square" lIns="99753" tIns="49876" rIns="99753" bIns="49876" numCol="1" spcCol="0" rtlCol="0" fromWordArt="0" anchor="t" anchorCtr="0" forceAA="0" compatLnSpc="1">
            <a:prstTxWarp prst="textNoShape">
              <a:avLst/>
            </a:prstTxWarp>
            <a:spAutoFit/>
          </a:bodyPr>
          <a:lstStyle/>
          <a:p>
            <a:pPr algn="l"/>
            <a:r>
              <a:rPr lang="en-US" sz="2182" b="1" dirty="0">
                <a:solidFill>
                  <a:schemeClr val="bg1"/>
                </a:solidFill>
                <a:cs typeface="Calibri"/>
              </a:rPr>
              <a:t>39%</a:t>
            </a:r>
            <a:endParaRPr lang="en-US" sz="2182" b="1" dirty="0">
              <a:solidFill>
                <a:schemeClr val="bg1"/>
              </a:solidFill>
            </a:endParaRPr>
          </a:p>
        </p:txBody>
      </p:sp>
      <p:sp>
        <p:nvSpPr>
          <p:cNvPr id="37" name="TextBox 36">
            <a:extLst>
              <a:ext uri="{FF2B5EF4-FFF2-40B4-BE49-F238E27FC236}">
                <a16:creationId xmlns:a16="http://schemas.microsoft.com/office/drawing/2014/main" id="{11A9FB49-E47E-79B7-29E0-C405772D8A87}"/>
              </a:ext>
            </a:extLst>
          </p:cNvPr>
          <p:cNvSpPr txBox="1"/>
          <p:nvPr/>
        </p:nvSpPr>
        <p:spPr>
          <a:xfrm>
            <a:off x="18823541" y="19647955"/>
            <a:ext cx="2992582" cy="436524"/>
          </a:xfrm>
          <a:prstGeom prst="rect">
            <a:avLst/>
          </a:prstGeom>
          <a:noFill/>
        </p:spPr>
        <p:txBody>
          <a:bodyPr rot="0" spcFirstLastPara="0" vertOverflow="overflow" horzOverflow="overflow" vert="horz" wrap="square" lIns="99753" tIns="49876" rIns="99753" bIns="49876" numCol="1" spcCol="0" rtlCol="0" fromWordArt="0" anchor="t" anchorCtr="0" forceAA="0" compatLnSpc="1">
            <a:prstTxWarp prst="textNoShape">
              <a:avLst/>
            </a:prstTxWarp>
            <a:spAutoFit/>
          </a:bodyPr>
          <a:lstStyle/>
          <a:p>
            <a:pPr algn="l"/>
            <a:r>
              <a:rPr lang="en-US" sz="2182" b="1" dirty="0">
                <a:solidFill>
                  <a:schemeClr val="bg1"/>
                </a:solidFill>
                <a:cs typeface="Calibri"/>
              </a:rPr>
              <a:t>42%</a:t>
            </a:r>
          </a:p>
        </p:txBody>
      </p:sp>
      <p:sp>
        <p:nvSpPr>
          <p:cNvPr id="7" name="Rectangle 6">
            <a:extLst>
              <a:ext uri="{FF2B5EF4-FFF2-40B4-BE49-F238E27FC236}">
                <a16:creationId xmlns:a16="http://schemas.microsoft.com/office/drawing/2014/main" id="{A3980B69-66FB-F664-F57F-3D9D6C5BE1E3}"/>
              </a:ext>
            </a:extLst>
          </p:cNvPr>
          <p:cNvSpPr/>
          <p:nvPr/>
        </p:nvSpPr>
        <p:spPr>
          <a:xfrm>
            <a:off x="1198897" y="17510243"/>
            <a:ext cx="9982673" cy="2206685"/>
          </a:xfrm>
          <a:prstGeom prst="rect">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99753" tIns="49876" rIns="99753" bIns="49876" rtlCol="0" anchor="t"/>
          <a:lstStyle/>
          <a:p>
            <a:pPr algn="ctr"/>
            <a:endParaRPr lang="en-US" sz="3273" dirty="0">
              <a:solidFill>
                <a:schemeClr val="tx1"/>
              </a:solidFill>
              <a:cs typeface="Calibri"/>
            </a:endParaRPr>
          </a:p>
          <a:p>
            <a:pPr algn="ctr"/>
            <a:endParaRPr lang="en-US" sz="3273" dirty="0">
              <a:solidFill>
                <a:schemeClr val="tx1"/>
              </a:solidFill>
              <a:latin typeface="Calibri"/>
              <a:cs typeface="Calibri"/>
            </a:endParaRPr>
          </a:p>
          <a:p>
            <a:pPr marL="187040"/>
            <a:r>
              <a:rPr lang="en-US" sz="2400" dirty="0">
                <a:solidFill>
                  <a:schemeClr val="tx1"/>
                </a:solidFill>
                <a:latin typeface="Times New Roman"/>
                <a:cs typeface="Times New Roman"/>
              </a:rPr>
              <a:t>To observe the prevalence and locations of non-pathologic anatomic variants of the acetabular labrum of the hip, including sublabral sulci and transverse sulci.</a:t>
            </a:r>
          </a:p>
        </p:txBody>
      </p:sp>
      <p:sp>
        <p:nvSpPr>
          <p:cNvPr id="8" name="Rectangle 7">
            <a:extLst>
              <a:ext uri="{FF2B5EF4-FFF2-40B4-BE49-F238E27FC236}">
                <a16:creationId xmlns:a16="http://schemas.microsoft.com/office/drawing/2014/main" id="{F41FB1E7-BF30-704B-D1C9-361CEA23D3F7}"/>
              </a:ext>
            </a:extLst>
          </p:cNvPr>
          <p:cNvSpPr/>
          <p:nvPr/>
        </p:nvSpPr>
        <p:spPr>
          <a:xfrm>
            <a:off x="1412292" y="17662563"/>
            <a:ext cx="9516410" cy="76809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9753" tIns="49876" rIns="99753" bIns="49876" rtlCol="0" anchor="ctr"/>
          <a:lstStyle/>
          <a:p>
            <a:pPr algn="ctr"/>
            <a:r>
              <a:rPr lang="en-US" sz="4145" b="1" dirty="0">
                <a:latin typeface="Arial"/>
                <a:cs typeface="Arial"/>
              </a:rPr>
              <a:t>Purpose</a:t>
            </a:r>
          </a:p>
        </p:txBody>
      </p:sp>
      <p:sp>
        <p:nvSpPr>
          <p:cNvPr id="9" name="Rectangle 8">
            <a:extLst>
              <a:ext uri="{FF2B5EF4-FFF2-40B4-BE49-F238E27FC236}">
                <a16:creationId xmlns:a16="http://schemas.microsoft.com/office/drawing/2014/main" id="{5BFF9E85-BCE2-A16A-2212-3216C227759B}"/>
              </a:ext>
            </a:extLst>
          </p:cNvPr>
          <p:cNvSpPr/>
          <p:nvPr/>
        </p:nvSpPr>
        <p:spPr>
          <a:xfrm>
            <a:off x="21972725" y="3767606"/>
            <a:ext cx="9830663" cy="6514313"/>
          </a:xfrm>
          <a:prstGeom prst="rect">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99753" tIns="49876" rIns="99753" bIns="49876" rtlCol="0" anchor="t"/>
          <a:lstStyle/>
          <a:p>
            <a:pPr marL="935200" indent="-935200" algn="ctr">
              <a:buFont typeface="Arial" panose="020B0604020202020204" pitchFamily="34" charset="0"/>
              <a:buChar char="•"/>
            </a:pPr>
            <a:endParaRPr lang="en-US" sz="3273" dirty="0">
              <a:solidFill>
                <a:schemeClr val="tx1"/>
              </a:solidFill>
            </a:endParaRPr>
          </a:p>
          <a:p>
            <a:pPr algn="ctr"/>
            <a:endParaRPr lang="en-US" sz="3491" dirty="0">
              <a:solidFill>
                <a:schemeClr val="tx1"/>
              </a:solidFill>
              <a:latin typeface="Calibri" panose="020F0502020204030204"/>
              <a:cs typeface="Calibri"/>
            </a:endParaRPr>
          </a:p>
          <a:p>
            <a:pPr algn="ctr"/>
            <a:r>
              <a:rPr lang="en-US" sz="3273" b="1" dirty="0">
                <a:solidFill>
                  <a:schemeClr val="tx1"/>
                </a:solidFill>
                <a:latin typeface="Calibri" panose="020F0502020204030204"/>
                <a:cs typeface="Calibri"/>
              </a:rPr>
              <a:t>Sublabral Sulci Occurrence by Quadrant</a:t>
            </a:r>
            <a:endParaRPr lang="en-US" sz="1964" dirty="0">
              <a:solidFill>
                <a:schemeClr val="tx1"/>
              </a:solidFill>
            </a:endParaRPr>
          </a:p>
          <a:p>
            <a:pPr algn="ctr"/>
            <a:endParaRPr lang="en-US" sz="3273" dirty="0">
              <a:solidFill>
                <a:schemeClr val="tx1"/>
              </a:solidFill>
              <a:latin typeface="Calibri" panose="020F0502020204030204"/>
              <a:cs typeface="Calibri"/>
            </a:endParaRPr>
          </a:p>
          <a:p>
            <a:pPr algn="ctr"/>
            <a:endParaRPr lang="en-US" sz="3273" dirty="0">
              <a:solidFill>
                <a:schemeClr val="tx1"/>
              </a:solidFill>
              <a:latin typeface="Calibri" panose="020F0502020204030204"/>
              <a:cs typeface="Calibri"/>
            </a:endParaRPr>
          </a:p>
          <a:p>
            <a:pPr algn="ctr"/>
            <a:endParaRPr lang="en-US" sz="3273" dirty="0">
              <a:solidFill>
                <a:schemeClr val="tx1"/>
              </a:solidFill>
              <a:latin typeface="Calibri" panose="020F0502020204030204"/>
              <a:cs typeface="Calibri"/>
            </a:endParaRPr>
          </a:p>
          <a:p>
            <a:pPr algn="ctr"/>
            <a:endParaRPr lang="en-US" sz="3273" dirty="0">
              <a:solidFill>
                <a:schemeClr val="tx1"/>
              </a:solidFill>
              <a:latin typeface="Calibri" panose="020F0502020204030204"/>
              <a:cs typeface="Calibri"/>
            </a:endParaRPr>
          </a:p>
          <a:p>
            <a:pPr algn="ctr"/>
            <a:endParaRPr lang="en-US" sz="3273" dirty="0">
              <a:solidFill>
                <a:schemeClr val="tx1"/>
              </a:solidFill>
              <a:latin typeface="Calibri" panose="020F0502020204030204"/>
              <a:cs typeface="Calibri"/>
            </a:endParaRPr>
          </a:p>
          <a:p>
            <a:pPr algn="ctr"/>
            <a:endParaRPr lang="en-US" sz="3273" dirty="0">
              <a:solidFill>
                <a:schemeClr val="tx1"/>
              </a:solidFill>
              <a:latin typeface="Calibri" panose="020F0502020204030204"/>
              <a:cs typeface="Calibri"/>
            </a:endParaRPr>
          </a:p>
          <a:p>
            <a:pPr algn="ctr"/>
            <a:endParaRPr lang="en-US" sz="3273" dirty="0">
              <a:solidFill>
                <a:schemeClr val="tx1"/>
              </a:solidFill>
              <a:latin typeface="Calibri" panose="020F0502020204030204"/>
              <a:cs typeface="Calibri"/>
            </a:endParaRPr>
          </a:p>
          <a:p>
            <a:pPr algn="ctr"/>
            <a:endParaRPr lang="en-US" sz="3273" dirty="0">
              <a:solidFill>
                <a:schemeClr val="tx1"/>
              </a:solidFill>
              <a:latin typeface="Calibri" panose="020F0502020204030204"/>
              <a:cs typeface="Calibri"/>
            </a:endParaRPr>
          </a:p>
          <a:p>
            <a:pPr algn="ctr"/>
            <a:r>
              <a:rPr lang="en-US" sz="1964" b="1" i="1" dirty="0">
                <a:solidFill>
                  <a:schemeClr val="tx1"/>
                </a:solidFill>
                <a:latin typeface="Calibri" panose="020F0502020204030204"/>
                <a:cs typeface="Calibri"/>
              </a:rPr>
              <a:t>Figure 2</a:t>
            </a:r>
            <a:r>
              <a:rPr lang="en-US" sz="1964" i="1" dirty="0">
                <a:solidFill>
                  <a:schemeClr val="tx1"/>
                </a:solidFill>
                <a:latin typeface="Calibri" panose="020F0502020204030204"/>
                <a:cs typeface="Calibri"/>
              </a:rPr>
              <a:t>.</a:t>
            </a:r>
            <a:r>
              <a:rPr lang="en-US" sz="1964" dirty="0">
                <a:solidFill>
                  <a:schemeClr val="tx1"/>
                </a:solidFill>
                <a:latin typeface="Calibri" panose="020F0502020204030204"/>
                <a:cs typeface="Calibri"/>
              </a:rPr>
              <a:t> Sublabral Sulci found in each quadrant, as a </a:t>
            </a:r>
          </a:p>
          <a:p>
            <a:pPr algn="ctr"/>
            <a:r>
              <a:rPr lang="en-US" sz="1964" dirty="0">
                <a:solidFill>
                  <a:schemeClr val="tx1"/>
                </a:solidFill>
                <a:latin typeface="Calibri" panose="020F0502020204030204"/>
                <a:cs typeface="Calibri"/>
              </a:rPr>
              <a:t>percentage of the total number of Sublabral Sulci found. </a:t>
            </a:r>
          </a:p>
          <a:p>
            <a:pPr algn="ctr"/>
            <a:endParaRPr lang="en-US" sz="3273" dirty="0">
              <a:solidFill>
                <a:schemeClr val="tx1"/>
              </a:solidFill>
              <a:latin typeface="Calibri" panose="020F0502020204030204"/>
              <a:cs typeface="Calibri"/>
            </a:endParaRPr>
          </a:p>
          <a:p>
            <a:pPr algn="ctr"/>
            <a:endParaRPr lang="en-US" sz="3273" dirty="0">
              <a:solidFill>
                <a:schemeClr val="tx1"/>
              </a:solidFill>
              <a:latin typeface="Calibri" panose="020F0502020204030204"/>
              <a:cs typeface="Calibri"/>
            </a:endParaRPr>
          </a:p>
        </p:txBody>
      </p:sp>
      <p:sp>
        <p:nvSpPr>
          <p:cNvPr id="13" name="Rectangle 12">
            <a:extLst>
              <a:ext uri="{FF2B5EF4-FFF2-40B4-BE49-F238E27FC236}">
                <a16:creationId xmlns:a16="http://schemas.microsoft.com/office/drawing/2014/main" id="{4642C169-F037-4FB6-775A-9B4424A6ACAC}"/>
              </a:ext>
            </a:extLst>
          </p:cNvPr>
          <p:cNvSpPr/>
          <p:nvPr/>
        </p:nvSpPr>
        <p:spPr>
          <a:xfrm>
            <a:off x="22105867" y="3949679"/>
            <a:ext cx="9516410" cy="76809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9753" tIns="49876" rIns="99753" bIns="49876" rtlCol="0" anchor="ctr"/>
          <a:lstStyle/>
          <a:p>
            <a:pPr algn="ctr"/>
            <a:r>
              <a:rPr lang="en-US" sz="4145" b="1" dirty="0">
                <a:latin typeface="Arial"/>
                <a:cs typeface="Arial"/>
              </a:rPr>
              <a:t>Results </a:t>
            </a:r>
            <a:r>
              <a:rPr lang="en-US" sz="4145" b="1" i="1" dirty="0">
                <a:latin typeface="Arial"/>
                <a:cs typeface="Arial"/>
              </a:rPr>
              <a:t>(Continued)</a:t>
            </a:r>
          </a:p>
        </p:txBody>
      </p:sp>
      <p:pic>
        <p:nvPicPr>
          <p:cNvPr id="24" name="Picture 23" descr="Chart, pie chart&#10;&#10;Description automatically generated">
            <a:extLst>
              <a:ext uri="{FF2B5EF4-FFF2-40B4-BE49-F238E27FC236}">
                <a16:creationId xmlns:a16="http://schemas.microsoft.com/office/drawing/2014/main" id="{6002F255-EFDC-49BF-4D0F-13A13BAB8C92}"/>
              </a:ext>
            </a:extLst>
          </p:cNvPr>
          <p:cNvPicPr>
            <a:picLocks noChangeAspect="1"/>
          </p:cNvPicPr>
          <p:nvPr/>
        </p:nvPicPr>
        <p:blipFill rotWithShape="1">
          <a:blip r:embed="rId6"/>
          <a:srcRect l="-100" r="-288" b="8017"/>
          <a:stretch/>
        </p:blipFill>
        <p:spPr>
          <a:xfrm>
            <a:off x="24185660" y="5552765"/>
            <a:ext cx="5644505" cy="3604502"/>
          </a:xfrm>
          <a:prstGeom prst="rect">
            <a:avLst/>
          </a:prstGeom>
        </p:spPr>
      </p:pic>
      <p:sp>
        <p:nvSpPr>
          <p:cNvPr id="28" name="TextBox 2">
            <a:extLst>
              <a:ext uri="{FF2B5EF4-FFF2-40B4-BE49-F238E27FC236}">
                <a16:creationId xmlns:a16="http://schemas.microsoft.com/office/drawing/2014/main" id="{350BBA6A-3171-C9DF-EB80-23912C20DD97}"/>
              </a:ext>
            </a:extLst>
          </p:cNvPr>
          <p:cNvSpPr txBox="1"/>
          <p:nvPr/>
        </p:nvSpPr>
        <p:spPr>
          <a:xfrm>
            <a:off x="28067741" y="7926732"/>
            <a:ext cx="2992582" cy="705251"/>
          </a:xfrm>
          <a:prstGeom prst="rect">
            <a:avLst/>
          </a:prstGeom>
          <a:noFill/>
        </p:spPr>
        <p:txBody>
          <a:bodyPr rot="0" spcFirstLastPara="0" vert="horz" wrap="square" lIns="99753" tIns="49876" rIns="99753" bIns="49876"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964" b="1" dirty="0">
                <a:cs typeface="Calibri"/>
              </a:rPr>
              <a:t>Posteroinferior </a:t>
            </a:r>
            <a:endParaRPr lang="en-US" sz="1964"/>
          </a:p>
          <a:p>
            <a:pPr algn="ctr"/>
            <a:r>
              <a:rPr lang="en-US" sz="1964" b="1" dirty="0">
                <a:cs typeface="Calibri"/>
              </a:rPr>
              <a:t>73.6%</a:t>
            </a:r>
          </a:p>
        </p:txBody>
      </p:sp>
      <p:sp>
        <p:nvSpPr>
          <p:cNvPr id="29" name="TextBox 3">
            <a:extLst>
              <a:ext uri="{FF2B5EF4-FFF2-40B4-BE49-F238E27FC236}">
                <a16:creationId xmlns:a16="http://schemas.microsoft.com/office/drawing/2014/main" id="{9EA79343-AFDD-5E06-CC29-1BD375FA1B76}"/>
              </a:ext>
            </a:extLst>
          </p:cNvPr>
          <p:cNvSpPr txBox="1"/>
          <p:nvPr/>
        </p:nvSpPr>
        <p:spPr>
          <a:xfrm>
            <a:off x="23007921" y="6446944"/>
            <a:ext cx="2992582" cy="705251"/>
          </a:xfrm>
          <a:prstGeom prst="rect">
            <a:avLst/>
          </a:prstGeom>
          <a:noFill/>
        </p:spPr>
        <p:txBody>
          <a:bodyPr rot="0" spcFirstLastPara="0" vert="horz" wrap="square" lIns="99753" tIns="49876" rIns="99753" bIns="49876"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964" b="1" dirty="0">
                <a:cs typeface="Calibri"/>
              </a:rPr>
              <a:t>Posterosuperior </a:t>
            </a:r>
            <a:endParaRPr lang="en-US" sz="1964"/>
          </a:p>
          <a:p>
            <a:pPr algn="ctr"/>
            <a:r>
              <a:rPr lang="en-US" sz="1964" b="1" dirty="0">
                <a:cs typeface="Calibri"/>
              </a:rPr>
              <a:t>23.6%</a:t>
            </a:r>
          </a:p>
        </p:txBody>
      </p:sp>
      <p:sp>
        <p:nvSpPr>
          <p:cNvPr id="32" name="TextBox 4">
            <a:extLst>
              <a:ext uri="{FF2B5EF4-FFF2-40B4-BE49-F238E27FC236}">
                <a16:creationId xmlns:a16="http://schemas.microsoft.com/office/drawing/2014/main" id="{334CAD98-E35F-6A4F-0A43-4F5936A83816}"/>
              </a:ext>
            </a:extLst>
          </p:cNvPr>
          <p:cNvSpPr txBox="1"/>
          <p:nvPr/>
        </p:nvSpPr>
        <p:spPr>
          <a:xfrm>
            <a:off x="27379273" y="5498340"/>
            <a:ext cx="2992582" cy="705251"/>
          </a:xfrm>
          <a:prstGeom prst="rect">
            <a:avLst/>
          </a:prstGeom>
          <a:noFill/>
        </p:spPr>
        <p:txBody>
          <a:bodyPr rot="0" spcFirstLastPara="0" vert="horz" wrap="square" lIns="99753" tIns="49876" rIns="99753" bIns="49876"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964" b="1" dirty="0">
                <a:cs typeface="Calibri"/>
              </a:rPr>
              <a:t>Anteroinferior</a:t>
            </a:r>
          </a:p>
          <a:p>
            <a:pPr algn="ctr"/>
            <a:r>
              <a:rPr lang="en-US" sz="1964" b="1" dirty="0">
                <a:cs typeface="Calibri"/>
              </a:rPr>
              <a:t>1.9%</a:t>
            </a:r>
          </a:p>
        </p:txBody>
      </p:sp>
      <p:sp>
        <p:nvSpPr>
          <p:cNvPr id="38" name="TextBox 5">
            <a:extLst>
              <a:ext uri="{FF2B5EF4-FFF2-40B4-BE49-F238E27FC236}">
                <a16:creationId xmlns:a16="http://schemas.microsoft.com/office/drawing/2014/main" id="{9DCEB7B9-BBAB-8279-0BEC-C105E5ED82D8}"/>
              </a:ext>
            </a:extLst>
          </p:cNvPr>
          <p:cNvSpPr txBox="1"/>
          <p:nvPr/>
        </p:nvSpPr>
        <p:spPr>
          <a:xfrm>
            <a:off x="23133639" y="5524343"/>
            <a:ext cx="2992582" cy="705251"/>
          </a:xfrm>
          <a:prstGeom prst="rect">
            <a:avLst/>
          </a:prstGeom>
          <a:noFill/>
        </p:spPr>
        <p:txBody>
          <a:bodyPr rot="0" spcFirstLastPara="0" vert="horz" wrap="square" lIns="99753" tIns="49876" rIns="99753" bIns="49876"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964" b="1" dirty="0">
                <a:cs typeface="Calibri"/>
              </a:rPr>
              <a:t>Anterosuperior </a:t>
            </a:r>
          </a:p>
          <a:p>
            <a:pPr algn="ctr"/>
            <a:r>
              <a:rPr lang="en-US" sz="1964" b="1" dirty="0">
                <a:cs typeface="Calibri"/>
              </a:rPr>
              <a:t>1.9%</a:t>
            </a:r>
          </a:p>
        </p:txBody>
      </p:sp>
      <p:sp>
        <p:nvSpPr>
          <p:cNvPr id="39" name="Rectangle 38">
            <a:extLst>
              <a:ext uri="{FF2B5EF4-FFF2-40B4-BE49-F238E27FC236}">
                <a16:creationId xmlns:a16="http://schemas.microsoft.com/office/drawing/2014/main" id="{8EF16E54-54E7-651C-84C3-96EEE24012D0}"/>
              </a:ext>
            </a:extLst>
          </p:cNvPr>
          <p:cNvSpPr/>
          <p:nvPr/>
        </p:nvSpPr>
        <p:spPr>
          <a:xfrm>
            <a:off x="11631038" y="3752368"/>
            <a:ext cx="9819081" cy="4045214"/>
          </a:xfrm>
          <a:prstGeom prst="rect">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99753" tIns="49876" rIns="99753" bIns="49876" rtlCol="0" anchor="t"/>
          <a:lstStyle/>
          <a:p>
            <a:pPr algn="ctr"/>
            <a:endParaRPr lang="en-US" sz="1964" dirty="0">
              <a:solidFill>
                <a:schemeClr val="tx1"/>
              </a:solidFill>
              <a:latin typeface="Calibri" panose="020F0502020204030204"/>
              <a:cs typeface="Calibri"/>
            </a:endParaRPr>
          </a:p>
        </p:txBody>
      </p:sp>
      <p:sp>
        <p:nvSpPr>
          <p:cNvPr id="40" name="Rectangle 39">
            <a:extLst>
              <a:ext uri="{FF2B5EF4-FFF2-40B4-BE49-F238E27FC236}">
                <a16:creationId xmlns:a16="http://schemas.microsoft.com/office/drawing/2014/main" id="{D7AB9840-0272-2A78-AE3E-F5551875D732}"/>
              </a:ext>
            </a:extLst>
          </p:cNvPr>
          <p:cNvSpPr/>
          <p:nvPr/>
        </p:nvSpPr>
        <p:spPr>
          <a:xfrm>
            <a:off x="11775045" y="3933658"/>
            <a:ext cx="9516410" cy="76809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9753" tIns="49876" rIns="99753" bIns="49876" rtlCol="0" anchor="ctr"/>
          <a:lstStyle/>
          <a:p>
            <a:pPr algn="ctr"/>
            <a:r>
              <a:rPr lang="en-US" sz="4145" b="1" dirty="0">
                <a:latin typeface="Arial"/>
                <a:cs typeface="Arial"/>
              </a:rPr>
              <a:t>Methods </a:t>
            </a:r>
            <a:r>
              <a:rPr lang="en-US" sz="4145" b="1" i="1" dirty="0">
                <a:latin typeface="Arial"/>
                <a:cs typeface="Arial"/>
              </a:rPr>
              <a:t>(Continued)</a:t>
            </a:r>
          </a:p>
        </p:txBody>
      </p:sp>
      <p:sp>
        <p:nvSpPr>
          <p:cNvPr id="41" name="TextBox 40">
            <a:extLst>
              <a:ext uri="{FF2B5EF4-FFF2-40B4-BE49-F238E27FC236}">
                <a16:creationId xmlns:a16="http://schemas.microsoft.com/office/drawing/2014/main" id="{719FBE73-A987-A3B0-4146-ED0CC5A9315D}"/>
              </a:ext>
            </a:extLst>
          </p:cNvPr>
          <p:cNvSpPr txBox="1"/>
          <p:nvPr/>
        </p:nvSpPr>
        <p:spPr>
          <a:xfrm>
            <a:off x="1790887" y="15525536"/>
            <a:ext cx="9007416" cy="1309775"/>
          </a:xfrm>
          <a:prstGeom prst="rect">
            <a:avLst/>
          </a:prstGeom>
          <a:noFill/>
        </p:spPr>
        <p:txBody>
          <a:bodyPr rot="0" spcFirstLastPara="0" vertOverflow="overflow" horzOverflow="overflow" vert="horz" wrap="square" lIns="99753" tIns="49876" rIns="99753" bIns="49876" numCol="1" spcCol="0" rtlCol="0" fromWordArt="0" anchor="t" anchorCtr="0" forceAA="0" compatLnSpc="1">
            <a:prstTxWarp prst="textNoShape">
              <a:avLst/>
            </a:prstTxWarp>
            <a:spAutoFit/>
          </a:bodyPr>
          <a:lstStyle/>
          <a:p>
            <a:r>
              <a:rPr lang="en-US" sz="1964" b="1" i="1" dirty="0"/>
              <a:t>Figure 1. </a:t>
            </a:r>
            <a:r>
              <a:rPr lang="en-US" sz="1964" dirty="0"/>
              <a:t>Coronal MRI comparison of a Labral Tear (left) to a Labral Sulcus (right). Labrum is seen as the dark area to the right of the tear/sulcus in both images Labral Sulci display smooth borders, homogenous signal, and​ homogeneous adjacent labrum, while labral tears display the opposite.​  Department of Radiology, UTHealth Houston.</a:t>
            </a:r>
            <a:endParaRPr lang="en-US" sz="1964" dirty="0">
              <a:cs typeface="Calibri"/>
            </a:endParaRPr>
          </a:p>
        </p:txBody>
      </p:sp>
      <p:sp>
        <p:nvSpPr>
          <p:cNvPr id="14" name="TextBox 13">
            <a:extLst>
              <a:ext uri="{FF2B5EF4-FFF2-40B4-BE49-F238E27FC236}">
                <a16:creationId xmlns:a16="http://schemas.microsoft.com/office/drawing/2014/main" id="{E1F066FD-7BC4-60E0-6B8E-72844B22C4B9}"/>
              </a:ext>
            </a:extLst>
          </p:cNvPr>
          <p:cNvSpPr txBox="1"/>
          <p:nvPr/>
        </p:nvSpPr>
        <p:spPr>
          <a:xfrm>
            <a:off x="22027404" y="16415089"/>
            <a:ext cx="9660187" cy="3670934"/>
          </a:xfrm>
          <a:prstGeom prst="rect">
            <a:avLst/>
          </a:prstGeom>
          <a:noFill/>
        </p:spPr>
        <p:txBody>
          <a:bodyPr rot="0" spcFirstLastPara="0" vertOverflow="overflow" horzOverflow="overflow" vert="horz" wrap="square" lIns="99753" tIns="49876" rIns="99753" bIns="49876" numCol="1" spcCol="0" rtlCol="0" fromWordArt="0" anchor="t" anchorCtr="0" forceAA="0" compatLnSpc="1">
            <a:prstTxWarp prst="textNoShape">
              <a:avLst/>
            </a:prstTxWarp>
            <a:spAutoFit/>
          </a:bodyPr>
          <a:lstStyle/>
          <a:p>
            <a:pPr marL="187040"/>
            <a:r>
              <a:rPr lang="en-US" sz="2400" dirty="0">
                <a:solidFill>
                  <a:schemeClr val="tx1"/>
                </a:solidFill>
                <a:latin typeface="Times New Roman"/>
                <a:cs typeface="Times New Roman"/>
              </a:rPr>
              <a:t>The acetabular labrum of the hip is fibrocartilaginous extension of the acetabulum which is commonly injured in athletes. Tears of the labrum appear similar on imaging to labral sulci, non-pathologic anatomic variants.</a:t>
            </a:r>
          </a:p>
          <a:p>
            <a:pPr marL="187040"/>
            <a:r>
              <a:rPr lang="en-US" sz="2000" dirty="0">
                <a:solidFill>
                  <a:schemeClr val="tx1"/>
                </a:solidFill>
                <a:latin typeface="Times New Roman"/>
                <a:cs typeface="Times New Roman"/>
              </a:rPr>
              <a:t>   </a:t>
            </a:r>
          </a:p>
          <a:p>
            <a:pPr marL="187040"/>
            <a:r>
              <a:rPr lang="en-US" sz="2400" dirty="0">
                <a:solidFill>
                  <a:schemeClr val="tx1"/>
                </a:solidFill>
                <a:latin typeface="Times New Roman"/>
                <a:cs typeface="Times New Roman"/>
              </a:rPr>
              <a:t>Our study sought to further quantify prevalence and location of  labral sulci.</a:t>
            </a:r>
          </a:p>
          <a:p>
            <a:pPr marL="187040" indent="249387"/>
            <a:r>
              <a:rPr lang="en-US" sz="2000" dirty="0">
                <a:solidFill>
                  <a:schemeClr val="tx1"/>
                </a:solidFill>
                <a:latin typeface="Times New Roman"/>
                <a:cs typeface="Times New Roman"/>
              </a:rPr>
              <a:t>   </a:t>
            </a:r>
          </a:p>
          <a:p>
            <a:pPr marL="187040"/>
            <a:r>
              <a:rPr lang="en-US" sz="2400" dirty="0">
                <a:solidFill>
                  <a:schemeClr val="tx1"/>
                </a:solidFill>
                <a:latin typeface="Times New Roman"/>
                <a:cs typeface="Times New Roman"/>
              </a:rPr>
              <a:t>This study demonstrates the high prevalence of acetabular labrum sulci in hip surgical patients, with the purpose of ultimately improving diagnostic specificity of acetabular labral tears.</a:t>
            </a:r>
          </a:p>
        </p:txBody>
      </p:sp>
      <p:sp>
        <p:nvSpPr>
          <p:cNvPr id="19" name="TextBox 18">
            <a:extLst>
              <a:ext uri="{FF2B5EF4-FFF2-40B4-BE49-F238E27FC236}">
                <a16:creationId xmlns:a16="http://schemas.microsoft.com/office/drawing/2014/main" id="{A3002DE4-A12B-9B33-7909-E2ADE4EE166B}"/>
              </a:ext>
            </a:extLst>
          </p:cNvPr>
          <p:cNvSpPr txBox="1"/>
          <p:nvPr/>
        </p:nvSpPr>
        <p:spPr>
          <a:xfrm>
            <a:off x="22170589" y="21706371"/>
            <a:ext cx="2730652" cy="716279"/>
          </a:xfrm>
          <a:prstGeom prst="rect">
            <a:avLst/>
          </a:prstGeom>
          <a:noFill/>
        </p:spPr>
        <p:txBody>
          <a:bodyPr rot="0" spcFirstLastPara="0" vertOverflow="overflow" horzOverflow="overflow" vert="horz" wrap="square" lIns="99753" tIns="49876" rIns="99753" bIns="49876" numCol="1" spcCol="0" rtlCol="0" fromWordArt="0" anchor="t" anchorCtr="0" forceAA="0" compatLnSpc="1">
            <a:prstTxWarp prst="textNoShape">
              <a:avLst/>
            </a:prstTxWarp>
            <a:spAutoFit/>
          </a:bodyPr>
          <a:lstStyle/>
          <a:p>
            <a:pPr marL="124693"/>
            <a:r>
              <a:rPr lang="en-US" sz="2000" dirty="0">
                <a:solidFill>
                  <a:schemeClr val="tx1"/>
                </a:solidFill>
                <a:latin typeface="Calibri" panose="020F0502020204030204"/>
                <a:cs typeface="Calibri"/>
              </a:rPr>
              <a:t>1.   Saddik et al.</a:t>
            </a:r>
          </a:p>
          <a:p>
            <a:pPr marL="124693"/>
            <a:endParaRPr lang="en-US" sz="2000" dirty="0">
              <a:solidFill>
                <a:schemeClr val="tx1"/>
              </a:solidFill>
              <a:latin typeface="Times New Roman"/>
              <a:cs typeface="Times New Roman"/>
            </a:endParaRPr>
          </a:p>
        </p:txBody>
      </p:sp>
      <p:sp>
        <p:nvSpPr>
          <p:cNvPr id="26" name="TextBox 25">
            <a:extLst>
              <a:ext uri="{FF2B5EF4-FFF2-40B4-BE49-F238E27FC236}">
                <a16:creationId xmlns:a16="http://schemas.microsoft.com/office/drawing/2014/main" id="{D801D75C-A8E9-9A6A-8021-32C9CB43881D}"/>
              </a:ext>
            </a:extLst>
          </p:cNvPr>
          <p:cNvSpPr txBox="1"/>
          <p:nvPr/>
        </p:nvSpPr>
        <p:spPr>
          <a:xfrm>
            <a:off x="11687374" y="4785940"/>
            <a:ext cx="9482306" cy="2862322"/>
          </a:xfrm>
          <a:prstGeom prst="rect">
            <a:avLst/>
          </a:prstGeom>
          <a:noFill/>
        </p:spPr>
        <p:txBody>
          <a:bodyPr wrap="square" rtlCol="0">
            <a:spAutoFit/>
          </a:bodyPr>
          <a:lstStyle/>
          <a:p>
            <a:pPr marL="187040"/>
            <a:r>
              <a:rPr lang="en-US" sz="2000" dirty="0">
                <a:solidFill>
                  <a:schemeClr val="tx1"/>
                </a:solidFill>
                <a:latin typeface="Times New Roman"/>
                <a:cs typeface="Times New Roman"/>
              </a:rPr>
              <a:t>Surgical findings were used to determine the presence of labral tears, which if present precluded a diagnosis of physiologic labral sulcus. MR imaging was reviewed to determine the presence of sulci, which were confirmed by surgical findings of sulci, or by a lack of abnormal surgical findings at that location. </a:t>
            </a:r>
            <a:br>
              <a:rPr lang="en-US" sz="2000" dirty="0">
                <a:solidFill>
                  <a:schemeClr val="tx1"/>
                </a:solidFill>
                <a:latin typeface="Times New Roman"/>
                <a:cs typeface="Times New Roman"/>
              </a:rPr>
            </a:br>
            <a:endParaRPr lang="en-US" sz="2000" dirty="0">
              <a:solidFill>
                <a:schemeClr val="tx1"/>
              </a:solidFill>
              <a:latin typeface="Times New Roman"/>
              <a:cs typeface="Times New Roman"/>
            </a:endParaRPr>
          </a:p>
          <a:p>
            <a:pPr marL="187040"/>
            <a:r>
              <a:rPr lang="en-US" sz="2000" dirty="0">
                <a:solidFill>
                  <a:schemeClr val="tx1"/>
                </a:solidFill>
                <a:latin typeface="Times New Roman"/>
                <a:cs typeface="Times New Roman"/>
              </a:rPr>
              <a:t>Prevalence, location, and additional attributes were observed of  </a:t>
            </a:r>
            <a:r>
              <a:rPr lang="en-US" sz="2000" dirty="0" err="1">
                <a:solidFill>
                  <a:schemeClr val="tx1"/>
                </a:solidFill>
                <a:latin typeface="Times New Roman"/>
                <a:cs typeface="Times New Roman"/>
              </a:rPr>
              <a:t>sublabral</a:t>
            </a:r>
            <a:r>
              <a:rPr lang="en-US" sz="2000" dirty="0">
                <a:solidFill>
                  <a:schemeClr val="tx1"/>
                </a:solidFill>
                <a:latin typeface="Times New Roman"/>
                <a:cs typeface="Times New Roman"/>
              </a:rPr>
              <a:t> and transverse sulci. Prevalence and location of pathologic</a:t>
            </a:r>
            <a:r>
              <a:rPr lang="en-US" sz="2000" dirty="0">
                <a:latin typeface="Times New Roman"/>
                <a:cs typeface="Times New Roman"/>
              </a:rPr>
              <a:t> </a:t>
            </a:r>
            <a:r>
              <a:rPr lang="en-US" sz="2000" dirty="0">
                <a:solidFill>
                  <a:schemeClr val="tx1"/>
                </a:solidFill>
                <a:latin typeface="Times New Roman"/>
                <a:cs typeface="Times New Roman"/>
              </a:rPr>
              <a:t>findings (labral tears and </a:t>
            </a:r>
            <a:r>
              <a:rPr lang="en-US" sz="2000" dirty="0" err="1">
                <a:solidFill>
                  <a:schemeClr val="tx1"/>
                </a:solidFill>
                <a:latin typeface="Times New Roman"/>
                <a:cs typeface="Times New Roman"/>
              </a:rPr>
              <a:t>paralabral</a:t>
            </a:r>
            <a:r>
              <a:rPr lang="en-US" sz="2000" dirty="0">
                <a:solidFill>
                  <a:schemeClr val="tx1"/>
                </a:solidFill>
                <a:latin typeface="Times New Roman"/>
                <a:cs typeface="Times New Roman"/>
              </a:rPr>
              <a:t> cysts) were additionally observed  for comparative characteristics of our hip surgical patient population.</a:t>
            </a:r>
            <a:endParaRPr lang="en-US" sz="2000" dirty="0">
              <a:solidFill>
                <a:schemeClr val="tx1"/>
              </a:solidFill>
              <a:cs typeface="Calibri" panose="020F0502020204030204"/>
            </a:endParaRPr>
          </a:p>
        </p:txBody>
      </p:sp>
      <p:sp>
        <p:nvSpPr>
          <p:cNvPr id="27" name="TextBox 26">
            <a:extLst>
              <a:ext uri="{FF2B5EF4-FFF2-40B4-BE49-F238E27FC236}">
                <a16:creationId xmlns:a16="http://schemas.microsoft.com/office/drawing/2014/main" id="{1630638F-E864-FDD9-2B34-3FBE19D7BDE4}"/>
              </a:ext>
            </a:extLst>
          </p:cNvPr>
          <p:cNvSpPr txBox="1"/>
          <p:nvPr/>
        </p:nvSpPr>
        <p:spPr>
          <a:xfrm>
            <a:off x="21909984" y="11276373"/>
            <a:ext cx="9712293" cy="3693319"/>
          </a:xfrm>
          <a:prstGeom prst="rect">
            <a:avLst/>
          </a:prstGeom>
          <a:noFill/>
        </p:spPr>
        <p:txBody>
          <a:bodyPr wrap="square" rtlCol="0">
            <a:spAutoFit/>
          </a:bodyPr>
          <a:lstStyle/>
          <a:p>
            <a:pPr marL="249387"/>
            <a:br>
              <a:rPr lang="en-US" sz="1800" dirty="0">
                <a:solidFill>
                  <a:schemeClr val="tx1"/>
                </a:solidFill>
                <a:latin typeface="Times New Roman"/>
                <a:cs typeface="Calibri"/>
              </a:rPr>
            </a:br>
            <a:r>
              <a:rPr lang="en-US" sz="1800" dirty="0">
                <a:solidFill>
                  <a:schemeClr val="tx1"/>
                </a:solidFill>
                <a:latin typeface="Times New Roman"/>
                <a:cs typeface="Calibri"/>
              </a:rPr>
              <a:t>Normal anatomic variants, including </a:t>
            </a:r>
            <a:r>
              <a:rPr lang="en-US" sz="1800" dirty="0" err="1">
                <a:solidFill>
                  <a:schemeClr val="tx1"/>
                </a:solidFill>
                <a:latin typeface="Times New Roman"/>
                <a:cs typeface="Calibri"/>
              </a:rPr>
              <a:t>sublabral</a:t>
            </a:r>
            <a:r>
              <a:rPr lang="en-US" sz="1800" dirty="0">
                <a:solidFill>
                  <a:schemeClr val="tx1"/>
                </a:solidFill>
                <a:latin typeface="Times New Roman"/>
                <a:cs typeface="Calibri"/>
              </a:rPr>
              <a:t> sulci and transverse sulci, are relatively common in the acetabular labrum of the hip, and may be mistaken on imaging for tears of the acetabular labrum. </a:t>
            </a:r>
          </a:p>
          <a:p>
            <a:pPr marL="249387"/>
            <a:endParaRPr lang="en-US" sz="1800" dirty="0">
              <a:solidFill>
                <a:schemeClr val="tx1"/>
              </a:solidFill>
              <a:latin typeface="Times New Roman"/>
              <a:cs typeface="Calibri"/>
            </a:endParaRPr>
          </a:p>
          <a:p>
            <a:pPr marL="374081" indent="-62347">
              <a:buFont typeface="Arial,Sans-Serif"/>
              <a:buChar char="•"/>
            </a:pPr>
            <a:r>
              <a:rPr lang="en-US" sz="1800" dirty="0">
                <a:solidFill>
                  <a:schemeClr val="tx1"/>
                </a:solidFill>
                <a:latin typeface="Times New Roman"/>
                <a:cs typeface="Times New Roman"/>
              </a:rPr>
              <a:t> 39% of patients were found to have at minimum one </a:t>
            </a:r>
            <a:r>
              <a:rPr lang="en-US" sz="1800" dirty="0" err="1">
                <a:solidFill>
                  <a:schemeClr val="tx1"/>
                </a:solidFill>
                <a:latin typeface="Times New Roman"/>
                <a:cs typeface="Times New Roman"/>
              </a:rPr>
              <a:t>sublabral</a:t>
            </a:r>
            <a:r>
              <a:rPr lang="en-US" sz="1800" dirty="0">
                <a:solidFill>
                  <a:schemeClr val="tx1"/>
                </a:solidFill>
                <a:latin typeface="Times New Roman"/>
                <a:cs typeface="Times New Roman"/>
              </a:rPr>
              <a:t> sulcus</a:t>
            </a:r>
          </a:p>
          <a:p>
            <a:pPr marL="374081" indent="-62347">
              <a:buFont typeface="Arial,Sans-Serif"/>
              <a:buChar char="•"/>
            </a:pPr>
            <a:r>
              <a:rPr lang="en-US" sz="1800" dirty="0">
                <a:solidFill>
                  <a:schemeClr val="tx1"/>
                </a:solidFill>
                <a:latin typeface="Times New Roman"/>
                <a:cs typeface="Times New Roman"/>
              </a:rPr>
              <a:t> 42% of patients were found to have a transverse sulcus</a:t>
            </a:r>
          </a:p>
          <a:p>
            <a:pPr marL="374081" indent="-62347">
              <a:buFont typeface="Arial,Sans-Serif"/>
              <a:buChar char="•"/>
            </a:pPr>
            <a:r>
              <a:rPr lang="en-US" sz="1800" dirty="0">
                <a:solidFill>
                  <a:schemeClr val="tx1"/>
                </a:solidFill>
                <a:latin typeface="Times New Roman"/>
                <a:cs typeface="Times New Roman"/>
              </a:rPr>
              <a:t> </a:t>
            </a:r>
            <a:r>
              <a:rPr lang="en-US" sz="1800" dirty="0" err="1">
                <a:solidFill>
                  <a:schemeClr val="tx1"/>
                </a:solidFill>
                <a:latin typeface="Times New Roman"/>
                <a:cs typeface="Times New Roman"/>
              </a:rPr>
              <a:t>Sublabral</a:t>
            </a:r>
            <a:r>
              <a:rPr lang="en-US" sz="1800" dirty="0">
                <a:solidFill>
                  <a:schemeClr val="tx1"/>
                </a:solidFill>
                <a:latin typeface="Times New Roman"/>
                <a:cs typeface="Times New Roman"/>
              </a:rPr>
              <a:t> Sulci location varied widely but appeared in all quadrants of the hip, with most being in the posterior quadrants of the acetabular labrum.</a:t>
            </a:r>
            <a:endParaRPr lang="en-US" sz="1800" dirty="0">
              <a:solidFill>
                <a:schemeClr val="tx1"/>
              </a:solidFill>
              <a:cs typeface="Calibri"/>
            </a:endParaRPr>
          </a:p>
          <a:p>
            <a:pPr marL="374081" indent="-62347">
              <a:buFont typeface="Arial,Sans-Serif"/>
              <a:buChar char="•"/>
            </a:pPr>
            <a:endParaRPr lang="en-US" sz="1800" dirty="0">
              <a:solidFill>
                <a:schemeClr val="tx1"/>
              </a:solidFill>
              <a:latin typeface="Times New Roman"/>
              <a:cs typeface="Times New Roman"/>
            </a:endParaRPr>
          </a:p>
          <a:p>
            <a:pPr marL="249387"/>
            <a:r>
              <a:rPr lang="en-US" sz="1800" dirty="0">
                <a:solidFill>
                  <a:schemeClr val="tx1"/>
                </a:solidFill>
                <a:latin typeface="Times New Roman"/>
                <a:cs typeface="Times New Roman"/>
              </a:rPr>
              <a:t>Correctly differentiating acetabular labral tears from acetabular labral sulci increases the specificity of labral tear diagnosis, decreasing the false positive rate and thus improving patient outcomes while preventing unnecessary surgeries and saving resources</a:t>
            </a:r>
            <a:endParaRPr lang="en-US" sz="1800" dirty="0">
              <a:solidFill>
                <a:schemeClr val="tx1"/>
              </a:solidFill>
              <a:cs typeface="Calibri" panose="020F0502020204030204"/>
            </a:endParaRPr>
          </a:p>
          <a:p>
            <a:endParaRPr lang="en-US" dirty="0"/>
          </a:p>
        </p:txBody>
      </p:sp>
      <p:sp>
        <p:nvSpPr>
          <p:cNvPr id="33" name="TextBox 32">
            <a:extLst>
              <a:ext uri="{FF2B5EF4-FFF2-40B4-BE49-F238E27FC236}">
                <a16:creationId xmlns:a16="http://schemas.microsoft.com/office/drawing/2014/main" id="{40881690-4612-629D-2471-66B0A0F06A01}"/>
              </a:ext>
            </a:extLst>
          </p:cNvPr>
          <p:cNvSpPr txBox="1"/>
          <p:nvPr/>
        </p:nvSpPr>
        <p:spPr>
          <a:xfrm>
            <a:off x="2645146" y="10499270"/>
            <a:ext cx="3104886" cy="400110"/>
          </a:xfrm>
          <a:prstGeom prst="rect">
            <a:avLst/>
          </a:prstGeom>
          <a:noFill/>
        </p:spPr>
        <p:txBody>
          <a:bodyPr wrap="square" rtlCol="0">
            <a:spAutoFit/>
          </a:bodyPr>
          <a:lstStyle/>
          <a:p>
            <a:pPr algn="ctr"/>
            <a:r>
              <a:rPr lang="en-US" sz="2000" b="1" dirty="0">
                <a:latin typeface="Times New Roman"/>
                <a:cs typeface="Calibri"/>
              </a:rPr>
              <a:t>Labral Tear                        </a:t>
            </a:r>
            <a:endParaRPr lang="en-US" sz="2000" dirty="0"/>
          </a:p>
        </p:txBody>
      </p:sp>
      <p:sp>
        <p:nvSpPr>
          <p:cNvPr id="42" name="TextBox 41">
            <a:extLst>
              <a:ext uri="{FF2B5EF4-FFF2-40B4-BE49-F238E27FC236}">
                <a16:creationId xmlns:a16="http://schemas.microsoft.com/office/drawing/2014/main" id="{30B50B80-14EB-8328-565E-CD79BA88CC73}"/>
              </a:ext>
            </a:extLst>
          </p:cNvPr>
          <p:cNvSpPr txBox="1"/>
          <p:nvPr/>
        </p:nvSpPr>
        <p:spPr>
          <a:xfrm>
            <a:off x="7542792" y="10424699"/>
            <a:ext cx="1879932" cy="400110"/>
          </a:xfrm>
          <a:prstGeom prst="rect">
            <a:avLst/>
          </a:prstGeom>
          <a:noFill/>
        </p:spPr>
        <p:txBody>
          <a:bodyPr wrap="square" rtlCol="0">
            <a:spAutoFit/>
          </a:bodyPr>
          <a:lstStyle/>
          <a:p>
            <a:pPr algn="ctr"/>
            <a:r>
              <a:rPr lang="en-US" sz="2000" b="1" dirty="0">
                <a:latin typeface="Times New Roman"/>
                <a:cs typeface="Calibri"/>
              </a:rPr>
              <a:t>Labral Sulcus</a:t>
            </a:r>
            <a:endParaRPr lang="en-US" sz="2000" dirty="0"/>
          </a:p>
        </p:txBody>
      </p:sp>
      <p:pic>
        <p:nvPicPr>
          <p:cNvPr id="260" name="Picture 259" descr="18R.png"/>
          <p:cNvPicPr>
            <a:picLocks noChangeAspect="1"/>
          </p:cNvPicPr>
          <p:nvPr/>
        </p:nvPicPr>
        <p:blipFill>
          <a:blip r:embed="rId7"/>
          <a:stretch>
            <a:fillRect/>
          </a:stretch>
        </p:blipFill>
        <p:spPr>
          <a:xfrm>
            <a:off x="29109753" y="310142"/>
            <a:ext cx="2008094" cy="2968487"/>
          </a:xfrm>
          <a:prstGeom prst="rect">
            <a:avLst/>
          </a:prstGeom>
        </p:spPr>
      </p:pic>
    </p:spTree>
    <p:extLst>
      <p:ext uri="{BB962C8B-B14F-4D97-AF65-F5344CB8AC3E}">
        <p14:creationId xmlns:p14="http://schemas.microsoft.com/office/powerpoint/2010/main" val="2027389458"/>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1094</TotalTime>
  <Words>1477</Words>
  <Application>Microsoft Macintosh PowerPoint</Application>
  <PresentationFormat>Custom</PresentationFormat>
  <Paragraphs>159</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Arial,Sans-Serif</vt:lpstr>
      <vt:lpstr>Calibri</vt:lpstr>
      <vt:lpstr>Calibri Light</vt:lpstr>
      <vt:lpstr>Times New Roman</vt:lpstr>
      <vt:lpstr>Office 2013 - 2022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Prichard, Roy G</dc:creator>
  <cp:lastModifiedBy>Phil Kim</cp:lastModifiedBy>
  <cp:revision>2288</cp:revision>
  <cp:lastPrinted>2018-08-27T17:41:17Z</cp:lastPrinted>
  <dcterms:created xsi:type="dcterms:W3CDTF">2018-08-24T15:30:09Z</dcterms:created>
  <dcterms:modified xsi:type="dcterms:W3CDTF">2025-05-02T22:46:19Z</dcterms:modified>
</cp:coreProperties>
</file>