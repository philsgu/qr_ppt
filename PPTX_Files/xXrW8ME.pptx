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
      <p:font typeface="Quattrocento" panose="02020502030000000404" pitchFamily="18" charset="0"/>
      <p:regular r:id="rId8"/>
      <p:bold r:id="rId9"/>
    </p:embeddedFont>
    <p:embeddedFont>
      <p:font typeface="Quattrocento Sans" panose="020B0502050000020003"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a6h5jX8nTG7ASG8jsSqzBTnEv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106" d="100"/>
          <a:sy n="106" d="100"/>
        </p:scale>
        <p:origin x="-8256" y="-9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1pPr>
            <a:lvl2pPr marL="914400" marR="0" lvl="1"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2pPr>
            <a:lvl3pPr marL="1371600" marR="0" lvl="2"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3pPr>
            <a:lvl4pPr marL="1828800" marR="0" lvl="3"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4pPr>
            <a:lvl5pPr marL="2286000" marR="0" lvl="4"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5pPr>
            <a:lvl6pPr marL="2743200" marR="0" lvl="5"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6pPr>
            <a:lvl7pPr marL="3200400" marR="0" lvl="6"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7pPr>
            <a:lvl8pPr marL="3657600" marR="0" lvl="7"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8pPr>
            <a:lvl9pPr marL="4114800" marR="0" lvl="8" indent="-228600" algn="l" rtl="0">
              <a:spcBef>
                <a:spcPts val="200"/>
              </a:spcBef>
              <a:spcAft>
                <a:spcPts val="0"/>
              </a:spcAft>
              <a:buSzPts val="1400"/>
              <a:buNone/>
              <a:defRPr sz="800" b="0" i="0" u="none" strike="noStrike" cap="none">
                <a:latin typeface="Times New Roman"/>
                <a:ea typeface="Times New Roman"/>
                <a:cs typeface="Times New Roman"/>
                <a:sym typeface="Times New Roman"/>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200"/>
              </a:spcBef>
              <a:spcAft>
                <a:spcPts val="0"/>
              </a:spcAft>
              <a:buNone/>
            </a:pPr>
            <a:endParaRPr/>
          </a:p>
        </p:txBody>
      </p:sp>
      <p:sp>
        <p:nvSpPr>
          <p:cNvPr id="55" name="Google Shape;55;p1: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tx">
  <p:cSld name="TITLE_AND_BODY">
    <p:spTree>
      <p:nvGrpSpPr>
        <p:cNvPr id="1" name="Shape 13"/>
        <p:cNvGrpSpPr/>
        <p:nvPr/>
      </p:nvGrpSpPr>
      <p:grpSpPr>
        <a:xfrm>
          <a:off x="0" y="0"/>
          <a:ext cx="0" cy="0"/>
          <a:chOff x="0" y="0"/>
          <a:chExt cx="0" cy="0"/>
        </a:xfrm>
      </p:grpSpPr>
      <p:pic>
        <p:nvPicPr>
          <p:cNvPr id="14" name="Google Shape;14;p3" descr="New picture"/>
          <p:cNvPicPr preferRelativeResize="0"/>
          <p:nvPr/>
        </p:nvPicPr>
        <p:blipFill rotWithShape="1">
          <a:blip r:embed="rId2">
            <a:alphaModFix/>
          </a:blip>
          <a:srcRect/>
          <a:stretch/>
        </p:blipFill>
        <p:spPr>
          <a:xfrm rot="-5400000">
            <a:off x="-11074400" y="10972800"/>
            <a:ext cx="14274800" cy="3937000"/>
          </a:xfrm>
          <a:prstGeom prst="rect">
            <a:avLst/>
          </a:prstGeom>
          <a:noFill/>
          <a:ln>
            <a:noFill/>
          </a:ln>
        </p:spPr>
      </p:pic>
      <p:pic>
        <p:nvPicPr>
          <p:cNvPr id="15" name="Google Shape;15;p3" descr="New picture"/>
          <p:cNvPicPr preferRelativeResize="0"/>
          <p:nvPr/>
        </p:nvPicPr>
        <p:blipFill rotWithShape="1">
          <a:blip r:embed="rId2">
            <a:alphaModFix/>
          </a:blip>
          <a:srcRect/>
          <a:stretch/>
        </p:blipFill>
        <p:spPr>
          <a:xfrm rot="5400000">
            <a:off x="29718000" y="10972800"/>
            <a:ext cx="14274800" cy="3937000"/>
          </a:xfrm>
          <a:prstGeom prst="rect">
            <a:avLst/>
          </a:prstGeom>
          <a:noFill/>
          <a:ln>
            <a:noFill/>
          </a:ln>
        </p:spPr>
      </p:pic>
      <p:pic>
        <p:nvPicPr>
          <p:cNvPr id="16" name="Google Shape;16;p3" descr="New picture"/>
          <p:cNvPicPr preferRelativeResize="0"/>
          <p:nvPr/>
        </p:nvPicPr>
        <p:blipFill rotWithShape="1">
          <a:blip r:embed="rId3">
            <a:alphaModFix/>
          </a:blip>
          <a:srcRect/>
          <a:stretch/>
        </p:blipFill>
        <p:spPr>
          <a:xfrm>
            <a:off x="1460500" y="22453600"/>
            <a:ext cx="29997400" cy="1447800"/>
          </a:xfrm>
          <a:prstGeom prst="rect">
            <a:avLst/>
          </a:prstGeom>
          <a:noFill/>
          <a:ln>
            <a:noFill/>
          </a:ln>
        </p:spPr>
      </p:pic>
      <p:sp>
        <p:nvSpPr>
          <p:cNvPr id="17" name="Google Shape;17;p3"/>
          <p:cNvSpPr txBox="1"/>
          <p:nvPr/>
        </p:nvSpPr>
        <p:spPr>
          <a:xfrm>
            <a:off x="1506219" y="23296318"/>
            <a:ext cx="16367762" cy="727564"/>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808080"/>
              </a:buClr>
              <a:buSzPts val="4500"/>
              <a:buFont typeface="Times New Roman"/>
              <a:buNone/>
            </a:pPr>
            <a:r>
              <a:rPr lang="en-US" sz="4500" b="0" i="0" u="none" strike="noStrike" cap="none">
                <a:solidFill>
                  <a:srgbClr val="808080"/>
                </a:solidFill>
                <a:latin typeface="Times New Roman"/>
                <a:ea typeface="Times New Roman"/>
                <a:cs typeface="Times New Roman"/>
                <a:sym typeface="Times New Roman"/>
              </a:rPr>
              <a:t>Template ID: ponderingpeacock  Size: 36x24</a:t>
            </a:r>
            <a:endParaRPr/>
          </a:p>
        </p:txBody>
      </p:sp>
      <p:sp>
        <p:nvSpPr>
          <p:cNvPr id="18" name="Google Shape;18;p3"/>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2469093" y="6817783"/>
            <a:ext cx="27980218" cy="4703234"/>
          </a:xfrm>
          <a:prstGeom prst="rect">
            <a:avLst/>
          </a:prstGeom>
          <a:noFill/>
          <a:ln>
            <a:noFill/>
          </a:ln>
        </p:spPr>
        <p:txBody>
          <a:bodyPr spcFirstLastPara="1" wrap="square" lIns="45700" tIns="45700" rIns="45700" bIns="45700" anchor="t" anchorCtr="0">
            <a:normAutofit/>
          </a:bodyPr>
          <a:lstStyle>
            <a:lvl1pPr lvl="0" algn="ctr">
              <a:lnSpc>
                <a:spcPct val="100000"/>
              </a:lnSpc>
              <a:spcBef>
                <a:spcPts val="0"/>
              </a:spcBef>
              <a:spcAft>
                <a:spcPts val="0"/>
              </a:spcAft>
              <a:buClr>
                <a:srgbClr val="4E5B6F"/>
              </a:buClr>
              <a:buSzPts val="1800"/>
              <a:buNone/>
              <a:defRPr/>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21" name="Google Shape;21;p4"/>
          <p:cNvSpPr txBox="1">
            <a:spLocks noGrp="1"/>
          </p:cNvSpPr>
          <p:nvPr>
            <p:ph type="body" idx="1"/>
          </p:nvPr>
        </p:nvSpPr>
        <p:spPr>
          <a:xfrm>
            <a:off x="4938183" y="12435416"/>
            <a:ext cx="23042034" cy="5609168"/>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1700"/>
              </a:spcBef>
              <a:spcAft>
                <a:spcPts val="0"/>
              </a:spcAft>
              <a:buClr>
                <a:srgbClr val="000000"/>
              </a:buClr>
              <a:buSzPts val="1800"/>
              <a:buNone/>
              <a:defRPr/>
            </a:lvl1pPr>
            <a:lvl2pPr marL="914400" lvl="1" indent="-228600" algn="ctr">
              <a:lnSpc>
                <a:spcPct val="100000"/>
              </a:lnSpc>
              <a:spcBef>
                <a:spcPts val="1700"/>
              </a:spcBef>
              <a:spcAft>
                <a:spcPts val="0"/>
              </a:spcAft>
              <a:buClr>
                <a:srgbClr val="000000"/>
              </a:buClr>
              <a:buSzPts val="1800"/>
              <a:buNone/>
              <a:defRPr/>
            </a:lvl2pPr>
            <a:lvl3pPr marL="1371600" lvl="2" indent="-228600" algn="ctr">
              <a:lnSpc>
                <a:spcPct val="100000"/>
              </a:lnSpc>
              <a:spcBef>
                <a:spcPts val="1700"/>
              </a:spcBef>
              <a:spcAft>
                <a:spcPts val="0"/>
              </a:spcAft>
              <a:buClr>
                <a:srgbClr val="000000"/>
              </a:buClr>
              <a:buSzPts val="1800"/>
              <a:buNone/>
              <a:defRPr/>
            </a:lvl3pPr>
            <a:lvl4pPr marL="1828800" lvl="3" indent="-228600" algn="ctr">
              <a:lnSpc>
                <a:spcPct val="100000"/>
              </a:lnSpc>
              <a:spcBef>
                <a:spcPts val="1700"/>
              </a:spcBef>
              <a:spcAft>
                <a:spcPts val="0"/>
              </a:spcAft>
              <a:buClr>
                <a:srgbClr val="000000"/>
              </a:buClr>
              <a:buSzPts val="1800"/>
              <a:buNone/>
              <a:defRPr/>
            </a:lvl4pPr>
            <a:lvl5pPr marL="2286000" lvl="4" indent="-228600" algn="ctr">
              <a:lnSpc>
                <a:spcPct val="100000"/>
              </a:lnSpc>
              <a:spcBef>
                <a:spcPts val="1700"/>
              </a:spcBef>
              <a:spcAft>
                <a:spcPts val="0"/>
              </a:spcAft>
              <a:buClr>
                <a:srgbClr val="000000"/>
              </a:buClr>
              <a:buSzPts val="1800"/>
              <a:buNone/>
              <a:defRPr/>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22" name="Google Shape;22;p4"/>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1645710" y="878417"/>
            <a:ext cx="29626983" cy="3657601"/>
          </a:xfrm>
          <a:prstGeom prst="rect">
            <a:avLst/>
          </a:prstGeom>
          <a:noFill/>
          <a:ln>
            <a:noFill/>
          </a:ln>
        </p:spPr>
        <p:txBody>
          <a:bodyPr spcFirstLastPara="1" wrap="square" lIns="45700" tIns="45700" rIns="45700" bIns="45700" anchor="t" anchorCtr="0">
            <a:normAutofit/>
          </a:bodyPr>
          <a:lstStyle>
            <a:lvl1pPr lvl="0" algn="ctr">
              <a:lnSpc>
                <a:spcPct val="100000"/>
              </a:lnSpc>
              <a:spcBef>
                <a:spcPts val="0"/>
              </a:spcBef>
              <a:spcAft>
                <a:spcPts val="0"/>
              </a:spcAft>
              <a:buClr>
                <a:srgbClr val="4E5B6F"/>
              </a:buClr>
              <a:buSzPts val="1800"/>
              <a:buNone/>
              <a:defRPr/>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25" name="Google Shape;25;p5"/>
          <p:cNvSpPr txBox="1">
            <a:spLocks noGrp="1"/>
          </p:cNvSpPr>
          <p:nvPr>
            <p:ph type="body" idx="1"/>
          </p:nvPr>
        </p:nvSpPr>
        <p:spPr>
          <a:xfrm>
            <a:off x="1645710" y="5120216"/>
            <a:ext cx="29626983" cy="14483294"/>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1700"/>
              </a:spcBef>
              <a:spcAft>
                <a:spcPts val="0"/>
              </a:spcAft>
              <a:buClr>
                <a:srgbClr val="000000"/>
              </a:buClr>
              <a:buSzPts val="1800"/>
              <a:buChar char="•"/>
              <a:defRPr/>
            </a:lvl1pPr>
            <a:lvl2pPr marL="914400" lvl="1" indent="-342900" algn="l">
              <a:lnSpc>
                <a:spcPct val="100000"/>
              </a:lnSpc>
              <a:spcBef>
                <a:spcPts val="1700"/>
              </a:spcBef>
              <a:spcAft>
                <a:spcPts val="0"/>
              </a:spcAft>
              <a:buClr>
                <a:srgbClr val="000000"/>
              </a:buClr>
              <a:buSzPts val="1800"/>
              <a:buChar char="–"/>
              <a:defRPr/>
            </a:lvl2pPr>
            <a:lvl3pPr marL="1371600" lvl="2" indent="-342900" algn="l">
              <a:lnSpc>
                <a:spcPct val="100000"/>
              </a:lnSpc>
              <a:spcBef>
                <a:spcPts val="1700"/>
              </a:spcBef>
              <a:spcAft>
                <a:spcPts val="0"/>
              </a:spcAft>
              <a:buClr>
                <a:srgbClr val="000000"/>
              </a:buClr>
              <a:buSzPts val="1800"/>
              <a:buChar char="•"/>
              <a:defRPr/>
            </a:lvl3pPr>
            <a:lvl4pPr marL="1828800" lvl="3" indent="-342900" algn="l">
              <a:lnSpc>
                <a:spcPct val="100000"/>
              </a:lnSpc>
              <a:spcBef>
                <a:spcPts val="1700"/>
              </a:spcBef>
              <a:spcAft>
                <a:spcPts val="0"/>
              </a:spcAft>
              <a:buClr>
                <a:srgbClr val="000000"/>
              </a:buClr>
              <a:buSzPts val="1800"/>
              <a:buChar char="–"/>
              <a:defRPr/>
            </a:lvl4pPr>
            <a:lvl5pPr marL="2286000" lvl="4" indent="-342900" algn="l">
              <a:lnSpc>
                <a:spcPct val="100000"/>
              </a:lnSpc>
              <a:spcBef>
                <a:spcPts val="1700"/>
              </a:spcBef>
              <a:spcAft>
                <a:spcPts val="0"/>
              </a:spcAft>
              <a:buClr>
                <a:srgbClr val="000000"/>
              </a:buClr>
              <a:buSzPts val="1800"/>
              <a:buChar char="»"/>
              <a:defRPr/>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26" name="Google Shape;26;p5"/>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600325" y="14102292"/>
            <a:ext cx="27980219" cy="4358218"/>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4E5B6F"/>
              </a:buClr>
              <a:buSzPts val="2600"/>
              <a:buFont typeface="Times New Roman"/>
              <a:buNone/>
              <a:defRPr sz="2600" b="1" cap="none"/>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29" name="Google Shape;29;p6"/>
          <p:cNvSpPr txBox="1">
            <a:spLocks noGrp="1"/>
          </p:cNvSpPr>
          <p:nvPr>
            <p:ph type="body" idx="1"/>
          </p:nvPr>
        </p:nvSpPr>
        <p:spPr>
          <a:xfrm>
            <a:off x="2600325" y="9301691"/>
            <a:ext cx="27980219" cy="4800601"/>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300"/>
              </a:spcBef>
              <a:spcAft>
                <a:spcPts val="0"/>
              </a:spcAft>
              <a:buClr>
                <a:srgbClr val="000000"/>
              </a:buClr>
              <a:buSzPts val="1300"/>
              <a:buFont typeface="Times New Roman"/>
              <a:buNone/>
              <a:defRPr sz="1300"/>
            </a:lvl1pPr>
            <a:lvl2pPr marL="914400" lvl="1" indent="-228600" algn="l">
              <a:lnSpc>
                <a:spcPct val="100000"/>
              </a:lnSpc>
              <a:spcBef>
                <a:spcPts val="300"/>
              </a:spcBef>
              <a:spcAft>
                <a:spcPts val="0"/>
              </a:spcAft>
              <a:buClr>
                <a:srgbClr val="000000"/>
              </a:buClr>
              <a:buSzPts val="1300"/>
              <a:buFont typeface="Times New Roman"/>
              <a:buNone/>
              <a:defRPr sz="1300"/>
            </a:lvl2pPr>
            <a:lvl3pPr marL="1371600" lvl="2" indent="-228600" algn="l">
              <a:lnSpc>
                <a:spcPct val="100000"/>
              </a:lnSpc>
              <a:spcBef>
                <a:spcPts val="300"/>
              </a:spcBef>
              <a:spcAft>
                <a:spcPts val="0"/>
              </a:spcAft>
              <a:buClr>
                <a:srgbClr val="000000"/>
              </a:buClr>
              <a:buSzPts val="1300"/>
              <a:buFont typeface="Times New Roman"/>
              <a:buNone/>
              <a:defRPr sz="1300"/>
            </a:lvl3pPr>
            <a:lvl4pPr marL="1828800" lvl="3" indent="-228600" algn="l">
              <a:lnSpc>
                <a:spcPct val="100000"/>
              </a:lnSpc>
              <a:spcBef>
                <a:spcPts val="300"/>
              </a:spcBef>
              <a:spcAft>
                <a:spcPts val="0"/>
              </a:spcAft>
              <a:buClr>
                <a:srgbClr val="000000"/>
              </a:buClr>
              <a:buSzPts val="1300"/>
              <a:buFont typeface="Times New Roman"/>
              <a:buNone/>
              <a:defRPr sz="1300"/>
            </a:lvl4pPr>
            <a:lvl5pPr marL="2286000" lvl="4" indent="-228600" algn="l">
              <a:lnSpc>
                <a:spcPct val="100000"/>
              </a:lnSpc>
              <a:spcBef>
                <a:spcPts val="300"/>
              </a:spcBef>
              <a:spcAft>
                <a:spcPts val="0"/>
              </a:spcAft>
              <a:buClr>
                <a:srgbClr val="000000"/>
              </a:buClr>
              <a:buSzPts val="1300"/>
              <a:buFont typeface="Times New Roman"/>
              <a:buNone/>
              <a:defRPr sz="1300"/>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30" name="Google Shape;30;p6"/>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1645710" y="878417"/>
            <a:ext cx="29626983" cy="3657601"/>
          </a:xfrm>
          <a:prstGeom prst="rect">
            <a:avLst/>
          </a:prstGeom>
          <a:noFill/>
          <a:ln>
            <a:noFill/>
          </a:ln>
        </p:spPr>
        <p:txBody>
          <a:bodyPr spcFirstLastPara="1" wrap="square" lIns="45700" tIns="45700" rIns="45700" bIns="45700" anchor="t" anchorCtr="0">
            <a:normAutofit/>
          </a:bodyPr>
          <a:lstStyle>
            <a:lvl1pPr lvl="0" algn="ctr">
              <a:lnSpc>
                <a:spcPct val="100000"/>
              </a:lnSpc>
              <a:spcBef>
                <a:spcPts val="0"/>
              </a:spcBef>
              <a:spcAft>
                <a:spcPts val="0"/>
              </a:spcAft>
              <a:buClr>
                <a:srgbClr val="4E5B6F"/>
              </a:buClr>
              <a:buSzPts val="1800"/>
              <a:buNone/>
              <a:defRPr/>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33" name="Google Shape;33;p7"/>
          <p:cNvSpPr txBox="1">
            <a:spLocks noGrp="1"/>
          </p:cNvSpPr>
          <p:nvPr>
            <p:ph type="body" idx="1"/>
          </p:nvPr>
        </p:nvSpPr>
        <p:spPr>
          <a:xfrm>
            <a:off x="1645709" y="5120216"/>
            <a:ext cx="14762692" cy="14483294"/>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400"/>
              </a:spcBef>
              <a:spcAft>
                <a:spcPts val="0"/>
              </a:spcAft>
              <a:buClr>
                <a:srgbClr val="000000"/>
              </a:buClr>
              <a:buSzPts val="1800"/>
              <a:buFont typeface="Times New Roman"/>
              <a:buChar char="•"/>
              <a:defRPr sz="1800"/>
            </a:lvl1pPr>
            <a:lvl2pPr marL="914400" lvl="1" indent="-342900" algn="l">
              <a:lnSpc>
                <a:spcPct val="100000"/>
              </a:lnSpc>
              <a:spcBef>
                <a:spcPts val="400"/>
              </a:spcBef>
              <a:spcAft>
                <a:spcPts val="0"/>
              </a:spcAft>
              <a:buClr>
                <a:srgbClr val="000000"/>
              </a:buClr>
              <a:buSzPts val="1800"/>
              <a:buFont typeface="Times New Roman"/>
              <a:buChar char="–"/>
              <a:defRPr sz="1800"/>
            </a:lvl2pPr>
            <a:lvl3pPr marL="1371600" lvl="2" indent="-342900" algn="l">
              <a:lnSpc>
                <a:spcPct val="100000"/>
              </a:lnSpc>
              <a:spcBef>
                <a:spcPts val="400"/>
              </a:spcBef>
              <a:spcAft>
                <a:spcPts val="0"/>
              </a:spcAft>
              <a:buClr>
                <a:srgbClr val="000000"/>
              </a:buClr>
              <a:buSzPts val="1800"/>
              <a:buFont typeface="Times New Roman"/>
              <a:buChar char="•"/>
              <a:defRPr sz="1800"/>
            </a:lvl3pPr>
            <a:lvl4pPr marL="1828800" lvl="3" indent="-342900" algn="l">
              <a:lnSpc>
                <a:spcPct val="100000"/>
              </a:lnSpc>
              <a:spcBef>
                <a:spcPts val="400"/>
              </a:spcBef>
              <a:spcAft>
                <a:spcPts val="0"/>
              </a:spcAft>
              <a:buClr>
                <a:srgbClr val="000000"/>
              </a:buClr>
              <a:buSzPts val="1800"/>
              <a:buFont typeface="Times New Roman"/>
              <a:buChar char="–"/>
              <a:defRPr sz="1800"/>
            </a:lvl4pPr>
            <a:lvl5pPr marL="2286000" lvl="4" indent="-342900" algn="l">
              <a:lnSpc>
                <a:spcPct val="100000"/>
              </a:lnSpc>
              <a:spcBef>
                <a:spcPts val="400"/>
              </a:spcBef>
              <a:spcAft>
                <a:spcPts val="0"/>
              </a:spcAft>
              <a:buClr>
                <a:srgbClr val="000000"/>
              </a:buClr>
              <a:buSzPts val="1800"/>
              <a:buFont typeface="Times New Roman"/>
              <a:buChar char="»"/>
              <a:defRPr sz="1800"/>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34" name="Google Shape;34;p7"/>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1645710" y="878417"/>
            <a:ext cx="29626983" cy="3657601"/>
          </a:xfrm>
          <a:prstGeom prst="rect">
            <a:avLst/>
          </a:prstGeom>
          <a:noFill/>
          <a:ln>
            <a:noFill/>
          </a:ln>
        </p:spPr>
        <p:txBody>
          <a:bodyPr spcFirstLastPara="1" wrap="square" lIns="45700" tIns="45700" rIns="45700" bIns="45700" anchor="t" anchorCtr="0">
            <a:normAutofit/>
          </a:bodyPr>
          <a:lstStyle>
            <a:lvl1pPr lvl="0" algn="ctr">
              <a:lnSpc>
                <a:spcPct val="100000"/>
              </a:lnSpc>
              <a:spcBef>
                <a:spcPts val="0"/>
              </a:spcBef>
              <a:spcAft>
                <a:spcPts val="0"/>
              </a:spcAft>
              <a:buClr>
                <a:srgbClr val="4E5B6F"/>
              </a:buClr>
              <a:buSzPts val="1800"/>
              <a:buNone/>
              <a:defRPr/>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37" name="Google Shape;37;p8"/>
          <p:cNvSpPr txBox="1">
            <a:spLocks noGrp="1"/>
          </p:cNvSpPr>
          <p:nvPr>
            <p:ph type="body" idx="1"/>
          </p:nvPr>
        </p:nvSpPr>
        <p:spPr>
          <a:xfrm>
            <a:off x="1645709" y="4912783"/>
            <a:ext cx="14544676" cy="204681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300"/>
              </a:spcBef>
              <a:spcAft>
                <a:spcPts val="0"/>
              </a:spcAft>
              <a:buClr>
                <a:srgbClr val="000000"/>
              </a:buClr>
              <a:buSzPts val="1600"/>
              <a:buFont typeface="Times New Roman"/>
              <a:buNone/>
              <a:defRPr sz="1600" b="1"/>
            </a:lvl1pPr>
            <a:lvl2pPr marL="914400" lvl="1" indent="-228600" algn="l">
              <a:lnSpc>
                <a:spcPct val="100000"/>
              </a:lnSpc>
              <a:spcBef>
                <a:spcPts val="300"/>
              </a:spcBef>
              <a:spcAft>
                <a:spcPts val="0"/>
              </a:spcAft>
              <a:buClr>
                <a:srgbClr val="000000"/>
              </a:buClr>
              <a:buSzPts val="1600"/>
              <a:buFont typeface="Times New Roman"/>
              <a:buNone/>
              <a:defRPr sz="1600" b="1"/>
            </a:lvl2pPr>
            <a:lvl3pPr marL="1371600" lvl="2" indent="-228600" algn="l">
              <a:lnSpc>
                <a:spcPct val="100000"/>
              </a:lnSpc>
              <a:spcBef>
                <a:spcPts val="300"/>
              </a:spcBef>
              <a:spcAft>
                <a:spcPts val="0"/>
              </a:spcAft>
              <a:buClr>
                <a:srgbClr val="000000"/>
              </a:buClr>
              <a:buSzPts val="1600"/>
              <a:buFont typeface="Times New Roman"/>
              <a:buNone/>
              <a:defRPr sz="1600" b="1"/>
            </a:lvl3pPr>
            <a:lvl4pPr marL="1828800" lvl="3" indent="-228600" algn="l">
              <a:lnSpc>
                <a:spcPct val="100000"/>
              </a:lnSpc>
              <a:spcBef>
                <a:spcPts val="300"/>
              </a:spcBef>
              <a:spcAft>
                <a:spcPts val="0"/>
              </a:spcAft>
              <a:buClr>
                <a:srgbClr val="000000"/>
              </a:buClr>
              <a:buSzPts val="1600"/>
              <a:buFont typeface="Times New Roman"/>
              <a:buNone/>
              <a:defRPr sz="1600" b="1"/>
            </a:lvl4pPr>
            <a:lvl5pPr marL="2286000" lvl="4" indent="-228600" algn="l">
              <a:lnSpc>
                <a:spcPct val="100000"/>
              </a:lnSpc>
              <a:spcBef>
                <a:spcPts val="300"/>
              </a:spcBef>
              <a:spcAft>
                <a:spcPts val="0"/>
              </a:spcAft>
              <a:buClr>
                <a:srgbClr val="000000"/>
              </a:buClr>
              <a:buSzPts val="1600"/>
              <a:buFont typeface="Times New Roman"/>
              <a:buNone/>
              <a:defRPr sz="1600" b="1"/>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38" name="Google Shape;38;p8"/>
          <p:cNvSpPr txBox="1">
            <a:spLocks noGrp="1"/>
          </p:cNvSpPr>
          <p:nvPr>
            <p:ph type="body" idx="2"/>
          </p:nvPr>
        </p:nvSpPr>
        <p:spPr>
          <a:xfrm>
            <a:off x="16721666" y="4912783"/>
            <a:ext cx="14551027" cy="2046817"/>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1700"/>
              </a:spcBef>
              <a:spcAft>
                <a:spcPts val="0"/>
              </a:spcAft>
              <a:buClr>
                <a:srgbClr val="000000"/>
              </a:buClr>
              <a:buSzPts val="1800"/>
              <a:buChar char="•"/>
              <a:defRPr/>
            </a:lvl1pPr>
            <a:lvl2pPr marL="914400" lvl="1" indent="-342900" algn="l">
              <a:lnSpc>
                <a:spcPct val="100000"/>
              </a:lnSpc>
              <a:spcBef>
                <a:spcPts val="1700"/>
              </a:spcBef>
              <a:spcAft>
                <a:spcPts val="0"/>
              </a:spcAft>
              <a:buClr>
                <a:srgbClr val="000000"/>
              </a:buClr>
              <a:buSzPts val="1800"/>
              <a:buChar char="–"/>
              <a:defRPr/>
            </a:lvl2pPr>
            <a:lvl3pPr marL="1371600" lvl="2" indent="-342900" algn="l">
              <a:lnSpc>
                <a:spcPct val="100000"/>
              </a:lnSpc>
              <a:spcBef>
                <a:spcPts val="1700"/>
              </a:spcBef>
              <a:spcAft>
                <a:spcPts val="0"/>
              </a:spcAft>
              <a:buClr>
                <a:srgbClr val="000000"/>
              </a:buClr>
              <a:buSzPts val="1800"/>
              <a:buChar char="•"/>
              <a:defRPr/>
            </a:lvl3pPr>
            <a:lvl4pPr marL="1828800" lvl="3" indent="-342900" algn="l">
              <a:lnSpc>
                <a:spcPct val="100000"/>
              </a:lnSpc>
              <a:spcBef>
                <a:spcPts val="1700"/>
              </a:spcBef>
              <a:spcAft>
                <a:spcPts val="0"/>
              </a:spcAft>
              <a:buClr>
                <a:srgbClr val="000000"/>
              </a:buClr>
              <a:buSzPts val="1800"/>
              <a:buChar char="–"/>
              <a:defRPr/>
            </a:lvl4pPr>
            <a:lvl5pPr marL="2286000" lvl="4" indent="-342900" algn="l">
              <a:lnSpc>
                <a:spcPct val="100000"/>
              </a:lnSpc>
              <a:spcBef>
                <a:spcPts val="1700"/>
              </a:spcBef>
              <a:spcAft>
                <a:spcPts val="0"/>
              </a:spcAft>
              <a:buClr>
                <a:srgbClr val="000000"/>
              </a:buClr>
              <a:buSzPts val="1800"/>
              <a:buChar char="»"/>
              <a:defRPr/>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39" name="Google Shape;39;p8"/>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1645710" y="878417"/>
            <a:ext cx="29626983" cy="3657601"/>
          </a:xfrm>
          <a:prstGeom prst="rect">
            <a:avLst/>
          </a:prstGeom>
          <a:noFill/>
          <a:ln>
            <a:noFill/>
          </a:ln>
        </p:spPr>
        <p:txBody>
          <a:bodyPr spcFirstLastPara="1" wrap="square" lIns="45700" tIns="45700" rIns="45700" bIns="45700" anchor="t" anchorCtr="0">
            <a:normAutofit/>
          </a:bodyPr>
          <a:lstStyle>
            <a:lvl1pPr lvl="0" algn="ctr">
              <a:lnSpc>
                <a:spcPct val="100000"/>
              </a:lnSpc>
              <a:spcBef>
                <a:spcPts val="0"/>
              </a:spcBef>
              <a:spcAft>
                <a:spcPts val="0"/>
              </a:spcAft>
              <a:buClr>
                <a:srgbClr val="4E5B6F"/>
              </a:buClr>
              <a:buSzPts val="1800"/>
              <a:buNone/>
              <a:defRPr/>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42" name="Google Shape;42;p9"/>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1645709" y="874184"/>
            <a:ext cx="10829926" cy="3717926"/>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4E5B6F"/>
              </a:buClr>
              <a:buSzPts val="1300"/>
              <a:buFont typeface="Times New Roman"/>
              <a:buNone/>
              <a:defRPr sz="1300" b="1"/>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45" name="Google Shape;45;p10"/>
          <p:cNvSpPr txBox="1">
            <a:spLocks noGrp="1"/>
          </p:cNvSpPr>
          <p:nvPr>
            <p:ph type="body" idx="1"/>
          </p:nvPr>
        </p:nvSpPr>
        <p:spPr>
          <a:xfrm>
            <a:off x="12870391" y="874184"/>
            <a:ext cx="18402301" cy="18729326"/>
          </a:xfrm>
          <a:prstGeom prst="rect">
            <a:avLst/>
          </a:prstGeom>
          <a:noFill/>
          <a:ln>
            <a:noFill/>
          </a:ln>
        </p:spPr>
        <p:txBody>
          <a:bodyPr spcFirstLastPara="1" wrap="square" lIns="45700" tIns="45700" rIns="45700" bIns="45700" anchor="t" anchorCtr="0">
            <a:normAutofit/>
          </a:bodyPr>
          <a:lstStyle>
            <a:lvl1pPr marL="457200" lvl="0" indent="-361950" algn="l">
              <a:lnSpc>
                <a:spcPct val="100000"/>
              </a:lnSpc>
              <a:spcBef>
                <a:spcPts val="500"/>
              </a:spcBef>
              <a:spcAft>
                <a:spcPts val="0"/>
              </a:spcAft>
              <a:buClr>
                <a:srgbClr val="000000"/>
              </a:buClr>
              <a:buSzPts val="2100"/>
              <a:buFont typeface="Times New Roman"/>
              <a:buChar char="•"/>
              <a:defRPr sz="2100"/>
            </a:lvl1pPr>
            <a:lvl2pPr marL="914400" lvl="1" indent="-361950" algn="l">
              <a:lnSpc>
                <a:spcPct val="100000"/>
              </a:lnSpc>
              <a:spcBef>
                <a:spcPts val="500"/>
              </a:spcBef>
              <a:spcAft>
                <a:spcPts val="0"/>
              </a:spcAft>
              <a:buClr>
                <a:srgbClr val="000000"/>
              </a:buClr>
              <a:buSzPts val="2100"/>
              <a:buFont typeface="Times New Roman"/>
              <a:buChar char="–"/>
              <a:defRPr sz="2100"/>
            </a:lvl2pPr>
            <a:lvl3pPr marL="1371600" lvl="2" indent="-361950" algn="l">
              <a:lnSpc>
                <a:spcPct val="100000"/>
              </a:lnSpc>
              <a:spcBef>
                <a:spcPts val="500"/>
              </a:spcBef>
              <a:spcAft>
                <a:spcPts val="0"/>
              </a:spcAft>
              <a:buClr>
                <a:srgbClr val="000000"/>
              </a:buClr>
              <a:buSzPts val="2100"/>
              <a:buFont typeface="Times New Roman"/>
              <a:buChar char="•"/>
              <a:defRPr sz="2100"/>
            </a:lvl3pPr>
            <a:lvl4pPr marL="1828800" lvl="3" indent="-361950" algn="l">
              <a:lnSpc>
                <a:spcPct val="100000"/>
              </a:lnSpc>
              <a:spcBef>
                <a:spcPts val="500"/>
              </a:spcBef>
              <a:spcAft>
                <a:spcPts val="0"/>
              </a:spcAft>
              <a:buClr>
                <a:srgbClr val="000000"/>
              </a:buClr>
              <a:buSzPts val="2100"/>
              <a:buFont typeface="Times New Roman"/>
              <a:buChar char="–"/>
              <a:defRPr sz="2100"/>
            </a:lvl4pPr>
            <a:lvl5pPr marL="2286000" lvl="4" indent="-361950" algn="l">
              <a:lnSpc>
                <a:spcPct val="100000"/>
              </a:lnSpc>
              <a:spcBef>
                <a:spcPts val="500"/>
              </a:spcBef>
              <a:spcAft>
                <a:spcPts val="0"/>
              </a:spcAft>
              <a:buClr>
                <a:srgbClr val="000000"/>
              </a:buClr>
              <a:buSzPts val="2100"/>
              <a:buFont typeface="Times New Roman"/>
              <a:buChar char="»"/>
              <a:defRPr sz="2100"/>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46" name="Google Shape;46;p10"/>
          <p:cNvSpPr txBox="1">
            <a:spLocks noGrp="1"/>
          </p:cNvSpPr>
          <p:nvPr>
            <p:ph type="body" idx="2"/>
          </p:nvPr>
        </p:nvSpPr>
        <p:spPr>
          <a:xfrm>
            <a:off x="1645709" y="4592108"/>
            <a:ext cx="10829926" cy="15011401"/>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1700"/>
              </a:spcBef>
              <a:spcAft>
                <a:spcPts val="0"/>
              </a:spcAft>
              <a:buClr>
                <a:srgbClr val="000000"/>
              </a:buClr>
              <a:buSzPts val="1800"/>
              <a:buChar char="•"/>
              <a:defRPr/>
            </a:lvl1pPr>
            <a:lvl2pPr marL="914400" lvl="1" indent="-342900" algn="l">
              <a:lnSpc>
                <a:spcPct val="100000"/>
              </a:lnSpc>
              <a:spcBef>
                <a:spcPts val="1700"/>
              </a:spcBef>
              <a:spcAft>
                <a:spcPts val="0"/>
              </a:spcAft>
              <a:buClr>
                <a:srgbClr val="000000"/>
              </a:buClr>
              <a:buSzPts val="1800"/>
              <a:buChar char="–"/>
              <a:defRPr/>
            </a:lvl2pPr>
            <a:lvl3pPr marL="1371600" lvl="2" indent="-342900" algn="l">
              <a:lnSpc>
                <a:spcPct val="100000"/>
              </a:lnSpc>
              <a:spcBef>
                <a:spcPts val="1700"/>
              </a:spcBef>
              <a:spcAft>
                <a:spcPts val="0"/>
              </a:spcAft>
              <a:buClr>
                <a:srgbClr val="000000"/>
              </a:buClr>
              <a:buSzPts val="1800"/>
              <a:buChar char="•"/>
              <a:defRPr/>
            </a:lvl3pPr>
            <a:lvl4pPr marL="1828800" lvl="3" indent="-342900" algn="l">
              <a:lnSpc>
                <a:spcPct val="100000"/>
              </a:lnSpc>
              <a:spcBef>
                <a:spcPts val="1700"/>
              </a:spcBef>
              <a:spcAft>
                <a:spcPts val="0"/>
              </a:spcAft>
              <a:buClr>
                <a:srgbClr val="000000"/>
              </a:buClr>
              <a:buSzPts val="1800"/>
              <a:buChar char="–"/>
              <a:defRPr/>
            </a:lvl4pPr>
            <a:lvl5pPr marL="2286000" lvl="4" indent="-342900" algn="l">
              <a:lnSpc>
                <a:spcPct val="100000"/>
              </a:lnSpc>
              <a:spcBef>
                <a:spcPts val="1700"/>
              </a:spcBef>
              <a:spcAft>
                <a:spcPts val="0"/>
              </a:spcAft>
              <a:buClr>
                <a:srgbClr val="000000"/>
              </a:buClr>
              <a:buSzPts val="1800"/>
              <a:buChar char="»"/>
              <a:defRPr/>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47" name="Google Shape;47;p10"/>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6452658" y="15361710"/>
            <a:ext cx="19750619" cy="1813984"/>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4E5B6F"/>
              </a:buClr>
              <a:buSzPts val="1300"/>
              <a:buFont typeface="Times New Roman"/>
              <a:buNone/>
              <a:defRPr sz="1300" b="1"/>
            </a:lvl1pPr>
            <a:lvl2pPr lvl="1" algn="ctr">
              <a:lnSpc>
                <a:spcPct val="100000"/>
              </a:lnSpc>
              <a:spcBef>
                <a:spcPts val="0"/>
              </a:spcBef>
              <a:spcAft>
                <a:spcPts val="0"/>
              </a:spcAft>
              <a:buClr>
                <a:srgbClr val="4E5B6F"/>
              </a:buClr>
              <a:buSzPts val="1800"/>
              <a:buNone/>
              <a:defRPr/>
            </a:lvl2pPr>
            <a:lvl3pPr lvl="2" algn="ctr">
              <a:lnSpc>
                <a:spcPct val="100000"/>
              </a:lnSpc>
              <a:spcBef>
                <a:spcPts val="0"/>
              </a:spcBef>
              <a:spcAft>
                <a:spcPts val="0"/>
              </a:spcAft>
              <a:buClr>
                <a:srgbClr val="4E5B6F"/>
              </a:buClr>
              <a:buSzPts val="1800"/>
              <a:buNone/>
              <a:defRPr/>
            </a:lvl3pPr>
            <a:lvl4pPr lvl="3" algn="ctr">
              <a:lnSpc>
                <a:spcPct val="100000"/>
              </a:lnSpc>
              <a:spcBef>
                <a:spcPts val="0"/>
              </a:spcBef>
              <a:spcAft>
                <a:spcPts val="0"/>
              </a:spcAft>
              <a:buClr>
                <a:srgbClr val="4E5B6F"/>
              </a:buClr>
              <a:buSzPts val="1800"/>
              <a:buNone/>
              <a:defRPr/>
            </a:lvl4pPr>
            <a:lvl5pPr lvl="4" algn="ctr">
              <a:lnSpc>
                <a:spcPct val="100000"/>
              </a:lnSpc>
              <a:spcBef>
                <a:spcPts val="0"/>
              </a:spcBef>
              <a:spcAft>
                <a:spcPts val="0"/>
              </a:spcAft>
              <a:buClr>
                <a:srgbClr val="4E5B6F"/>
              </a:buClr>
              <a:buSzPts val="1800"/>
              <a:buNone/>
              <a:defRPr/>
            </a:lvl5pPr>
            <a:lvl6pPr lvl="5" algn="ctr">
              <a:lnSpc>
                <a:spcPct val="100000"/>
              </a:lnSpc>
              <a:spcBef>
                <a:spcPts val="0"/>
              </a:spcBef>
              <a:spcAft>
                <a:spcPts val="0"/>
              </a:spcAft>
              <a:buClr>
                <a:srgbClr val="4E5B6F"/>
              </a:buClr>
              <a:buSzPts val="1800"/>
              <a:buNone/>
              <a:defRPr/>
            </a:lvl6pPr>
            <a:lvl7pPr lvl="6" algn="ctr">
              <a:lnSpc>
                <a:spcPct val="100000"/>
              </a:lnSpc>
              <a:spcBef>
                <a:spcPts val="0"/>
              </a:spcBef>
              <a:spcAft>
                <a:spcPts val="0"/>
              </a:spcAft>
              <a:buClr>
                <a:srgbClr val="4E5B6F"/>
              </a:buClr>
              <a:buSzPts val="1800"/>
              <a:buNone/>
              <a:defRPr/>
            </a:lvl7pPr>
            <a:lvl8pPr lvl="7" algn="ctr">
              <a:lnSpc>
                <a:spcPct val="100000"/>
              </a:lnSpc>
              <a:spcBef>
                <a:spcPts val="0"/>
              </a:spcBef>
              <a:spcAft>
                <a:spcPts val="0"/>
              </a:spcAft>
              <a:buClr>
                <a:srgbClr val="4E5B6F"/>
              </a:buClr>
              <a:buSzPts val="1800"/>
              <a:buNone/>
              <a:defRPr/>
            </a:lvl8pPr>
            <a:lvl9pPr lvl="8" algn="ctr">
              <a:lnSpc>
                <a:spcPct val="100000"/>
              </a:lnSpc>
              <a:spcBef>
                <a:spcPts val="0"/>
              </a:spcBef>
              <a:spcAft>
                <a:spcPts val="0"/>
              </a:spcAft>
              <a:buClr>
                <a:srgbClr val="4E5B6F"/>
              </a:buClr>
              <a:buSzPts val="1800"/>
              <a:buNone/>
              <a:defRPr/>
            </a:lvl9pPr>
          </a:lstStyle>
          <a:p>
            <a:endParaRPr/>
          </a:p>
        </p:txBody>
      </p:sp>
      <p:sp>
        <p:nvSpPr>
          <p:cNvPr id="50" name="Google Shape;50;p11"/>
          <p:cNvSpPr>
            <a:spLocks noGrp="1"/>
          </p:cNvSpPr>
          <p:nvPr>
            <p:ph type="pic" idx="2"/>
          </p:nvPr>
        </p:nvSpPr>
        <p:spPr>
          <a:xfrm>
            <a:off x="6452658" y="1961093"/>
            <a:ext cx="19750619" cy="13166726"/>
          </a:xfrm>
          <a:prstGeom prst="rect">
            <a:avLst/>
          </a:prstGeom>
          <a:noFill/>
          <a:ln>
            <a:noFill/>
          </a:ln>
        </p:spPr>
      </p:sp>
      <p:sp>
        <p:nvSpPr>
          <p:cNvPr id="51" name="Google Shape;51;p11"/>
          <p:cNvSpPr txBox="1">
            <a:spLocks noGrp="1"/>
          </p:cNvSpPr>
          <p:nvPr>
            <p:ph type="body" idx="1"/>
          </p:nvPr>
        </p:nvSpPr>
        <p:spPr>
          <a:xfrm>
            <a:off x="6452658" y="17175692"/>
            <a:ext cx="19750619" cy="2574926"/>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200"/>
              </a:spcBef>
              <a:spcAft>
                <a:spcPts val="0"/>
              </a:spcAft>
              <a:buClr>
                <a:srgbClr val="000000"/>
              </a:buClr>
              <a:buSzPts val="900"/>
              <a:buFont typeface="Times New Roman"/>
              <a:buNone/>
              <a:defRPr sz="900"/>
            </a:lvl1pPr>
            <a:lvl2pPr marL="914400" lvl="1" indent="-228600" algn="l">
              <a:lnSpc>
                <a:spcPct val="100000"/>
              </a:lnSpc>
              <a:spcBef>
                <a:spcPts val="200"/>
              </a:spcBef>
              <a:spcAft>
                <a:spcPts val="0"/>
              </a:spcAft>
              <a:buClr>
                <a:srgbClr val="000000"/>
              </a:buClr>
              <a:buSzPts val="900"/>
              <a:buFont typeface="Times New Roman"/>
              <a:buNone/>
              <a:defRPr sz="900"/>
            </a:lvl2pPr>
            <a:lvl3pPr marL="1371600" lvl="2" indent="-228600" algn="l">
              <a:lnSpc>
                <a:spcPct val="100000"/>
              </a:lnSpc>
              <a:spcBef>
                <a:spcPts val="200"/>
              </a:spcBef>
              <a:spcAft>
                <a:spcPts val="0"/>
              </a:spcAft>
              <a:buClr>
                <a:srgbClr val="000000"/>
              </a:buClr>
              <a:buSzPts val="900"/>
              <a:buFont typeface="Times New Roman"/>
              <a:buNone/>
              <a:defRPr sz="900"/>
            </a:lvl3pPr>
            <a:lvl4pPr marL="1828800" lvl="3" indent="-228600" algn="l">
              <a:lnSpc>
                <a:spcPct val="100000"/>
              </a:lnSpc>
              <a:spcBef>
                <a:spcPts val="200"/>
              </a:spcBef>
              <a:spcAft>
                <a:spcPts val="0"/>
              </a:spcAft>
              <a:buClr>
                <a:srgbClr val="000000"/>
              </a:buClr>
              <a:buSzPts val="900"/>
              <a:buFont typeface="Times New Roman"/>
              <a:buNone/>
              <a:defRPr sz="900"/>
            </a:lvl4pPr>
            <a:lvl5pPr marL="2286000" lvl="4" indent="-228600" algn="l">
              <a:lnSpc>
                <a:spcPct val="100000"/>
              </a:lnSpc>
              <a:spcBef>
                <a:spcPts val="200"/>
              </a:spcBef>
              <a:spcAft>
                <a:spcPts val="0"/>
              </a:spcAft>
              <a:buClr>
                <a:srgbClr val="000000"/>
              </a:buClr>
              <a:buSzPts val="900"/>
              <a:buFont typeface="Times New Roman"/>
              <a:buNone/>
              <a:defRPr sz="900"/>
            </a:lvl5pPr>
            <a:lvl6pPr marL="2743200" lvl="5" indent="-342900" algn="l">
              <a:lnSpc>
                <a:spcPct val="100000"/>
              </a:lnSpc>
              <a:spcBef>
                <a:spcPts val="1700"/>
              </a:spcBef>
              <a:spcAft>
                <a:spcPts val="0"/>
              </a:spcAft>
              <a:buClr>
                <a:srgbClr val="000000"/>
              </a:buClr>
              <a:buSzPts val="1800"/>
              <a:buChar char="»"/>
              <a:defRPr/>
            </a:lvl6pPr>
            <a:lvl7pPr marL="3200400" lvl="6" indent="-342900" algn="l">
              <a:lnSpc>
                <a:spcPct val="100000"/>
              </a:lnSpc>
              <a:spcBef>
                <a:spcPts val="1700"/>
              </a:spcBef>
              <a:spcAft>
                <a:spcPts val="0"/>
              </a:spcAft>
              <a:buClr>
                <a:srgbClr val="000000"/>
              </a:buClr>
              <a:buSzPts val="1800"/>
              <a:buChar char="»"/>
              <a:defRPr/>
            </a:lvl7pPr>
            <a:lvl8pPr marL="3657600" lvl="7" indent="-342900" algn="l">
              <a:lnSpc>
                <a:spcPct val="100000"/>
              </a:lnSpc>
              <a:spcBef>
                <a:spcPts val="1700"/>
              </a:spcBef>
              <a:spcAft>
                <a:spcPts val="0"/>
              </a:spcAft>
              <a:buClr>
                <a:srgbClr val="000000"/>
              </a:buClr>
              <a:buSzPts val="1800"/>
              <a:buChar char="»"/>
              <a:defRPr/>
            </a:lvl8pPr>
            <a:lvl9pPr marL="4114800" lvl="8" indent="-342900" algn="l">
              <a:lnSpc>
                <a:spcPct val="100000"/>
              </a:lnSpc>
              <a:spcBef>
                <a:spcPts val="1700"/>
              </a:spcBef>
              <a:spcAft>
                <a:spcPts val="0"/>
              </a:spcAft>
              <a:buClr>
                <a:srgbClr val="000000"/>
              </a:buClr>
              <a:buSzPts val="1800"/>
              <a:buChar char="»"/>
              <a:defRPr/>
            </a:lvl9pPr>
          </a:lstStyle>
          <a:p>
            <a:endParaRPr/>
          </a:p>
        </p:txBody>
      </p:sp>
      <p:sp>
        <p:nvSpPr>
          <p:cNvPr id="52" name="Google Shape;52;p11"/>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Times New Roman"/>
              <a:buNone/>
              <a:defRPr sz="1200"/>
            </a:lvl1pPr>
            <a:lvl2pPr marL="0" lvl="1" indent="0" algn="r">
              <a:lnSpc>
                <a:spcPct val="100000"/>
              </a:lnSpc>
              <a:spcBef>
                <a:spcPts val="0"/>
              </a:spcBef>
              <a:spcAft>
                <a:spcPts val="0"/>
              </a:spcAft>
              <a:buClr>
                <a:srgbClr val="000000"/>
              </a:buClr>
              <a:buSzPts val="1200"/>
              <a:buFont typeface="Times New Roman"/>
              <a:buNone/>
              <a:defRPr sz="1200"/>
            </a:lvl2pPr>
            <a:lvl3pPr marL="0" lvl="2" indent="0" algn="r">
              <a:lnSpc>
                <a:spcPct val="100000"/>
              </a:lnSpc>
              <a:spcBef>
                <a:spcPts val="0"/>
              </a:spcBef>
              <a:spcAft>
                <a:spcPts val="0"/>
              </a:spcAft>
              <a:buClr>
                <a:srgbClr val="000000"/>
              </a:buClr>
              <a:buSzPts val="1200"/>
              <a:buFont typeface="Times New Roman"/>
              <a:buNone/>
              <a:defRPr sz="1200"/>
            </a:lvl3pPr>
            <a:lvl4pPr marL="0" lvl="3" indent="0" algn="r">
              <a:lnSpc>
                <a:spcPct val="100000"/>
              </a:lnSpc>
              <a:spcBef>
                <a:spcPts val="0"/>
              </a:spcBef>
              <a:spcAft>
                <a:spcPts val="0"/>
              </a:spcAft>
              <a:buClr>
                <a:srgbClr val="000000"/>
              </a:buClr>
              <a:buSzPts val="1200"/>
              <a:buFont typeface="Times New Roman"/>
              <a:buNone/>
              <a:defRPr sz="1200"/>
            </a:lvl4pPr>
            <a:lvl5pPr marL="0" lvl="4" indent="0" algn="r">
              <a:lnSpc>
                <a:spcPct val="100000"/>
              </a:lnSpc>
              <a:spcBef>
                <a:spcPts val="0"/>
              </a:spcBef>
              <a:spcAft>
                <a:spcPts val="0"/>
              </a:spcAft>
              <a:buClr>
                <a:srgbClr val="000000"/>
              </a:buClr>
              <a:buSzPts val="1200"/>
              <a:buFont typeface="Times New Roman"/>
              <a:buNone/>
              <a:defRPr sz="1200"/>
            </a:lvl5pPr>
            <a:lvl6pPr marL="0" lvl="5" indent="0" algn="r">
              <a:lnSpc>
                <a:spcPct val="100000"/>
              </a:lnSpc>
              <a:spcBef>
                <a:spcPts val="0"/>
              </a:spcBef>
              <a:spcAft>
                <a:spcPts val="0"/>
              </a:spcAft>
              <a:buClr>
                <a:srgbClr val="000000"/>
              </a:buClr>
              <a:buSzPts val="1200"/>
              <a:buFont typeface="Times New Roman"/>
              <a:buNone/>
              <a:defRPr sz="1200"/>
            </a:lvl6pPr>
            <a:lvl7pPr marL="0" lvl="6" indent="0" algn="r">
              <a:lnSpc>
                <a:spcPct val="100000"/>
              </a:lnSpc>
              <a:spcBef>
                <a:spcPts val="0"/>
              </a:spcBef>
              <a:spcAft>
                <a:spcPts val="0"/>
              </a:spcAft>
              <a:buClr>
                <a:srgbClr val="000000"/>
              </a:buClr>
              <a:buSzPts val="1200"/>
              <a:buFont typeface="Times New Roman"/>
              <a:buNone/>
              <a:defRPr sz="1200"/>
            </a:lvl7pPr>
            <a:lvl8pPr marL="0" lvl="7" indent="0" algn="r">
              <a:lnSpc>
                <a:spcPct val="100000"/>
              </a:lnSpc>
              <a:spcBef>
                <a:spcPts val="0"/>
              </a:spcBef>
              <a:spcAft>
                <a:spcPts val="0"/>
              </a:spcAft>
              <a:buClr>
                <a:srgbClr val="000000"/>
              </a:buClr>
              <a:buSzPts val="1200"/>
              <a:buFont typeface="Times New Roman"/>
              <a:buNone/>
              <a:defRPr sz="1200"/>
            </a:lvl8pPr>
            <a:lvl9pPr marL="0" lvl="8" indent="0" algn="r">
              <a:lnSpc>
                <a:spcPct val="100000"/>
              </a:lnSpc>
              <a:spcBef>
                <a:spcPts val="0"/>
              </a:spcBef>
              <a:spcAft>
                <a:spcPts val="0"/>
              </a:spcAft>
              <a:buClr>
                <a:srgbClr val="000000"/>
              </a:buClr>
              <a:buSzPts val="1200"/>
              <a:buFont typeface="Times New Roman"/>
              <a:buNone/>
              <a:defRPr sz="12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 Id="rId1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pic>
        <p:nvPicPr>
          <p:cNvPr id="6" name="Google Shape;6;p2" descr="New picture"/>
          <p:cNvPicPr preferRelativeResize="0"/>
          <p:nvPr/>
        </p:nvPicPr>
        <p:blipFill rotWithShape="1">
          <a:blip r:embed="rId11">
            <a:alphaModFix/>
          </a:blip>
          <a:srcRect/>
          <a:stretch/>
        </p:blipFill>
        <p:spPr>
          <a:xfrm rot="-5400000">
            <a:off x="-11074400" y="10972800"/>
            <a:ext cx="14274800" cy="3937000"/>
          </a:xfrm>
          <a:prstGeom prst="rect">
            <a:avLst/>
          </a:prstGeom>
          <a:noFill/>
          <a:ln>
            <a:noFill/>
          </a:ln>
        </p:spPr>
      </p:pic>
      <p:pic>
        <p:nvPicPr>
          <p:cNvPr id="7" name="Google Shape;7;p2" descr="New picture"/>
          <p:cNvPicPr preferRelativeResize="0"/>
          <p:nvPr/>
        </p:nvPicPr>
        <p:blipFill rotWithShape="1">
          <a:blip r:embed="rId11">
            <a:alphaModFix/>
          </a:blip>
          <a:srcRect/>
          <a:stretch/>
        </p:blipFill>
        <p:spPr>
          <a:xfrm rot="5400000">
            <a:off x="29718000" y="10972800"/>
            <a:ext cx="14274800" cy="3937000"/>
          </a:xfrm>
          <a:prstGeom prst="rect">
            <a:avLst/>
          </a:prstGeom>
          <a:noFill/>
          <a:ln>
            <a:noFill/>
          </a:ln>
        </p:spPr>
      </p:pic>
      <p:pic>
        <p:nvPicPr>
          <p:cNvPr id="8" name="Google Shape;8;p2" descr="New picture"/>
          <p:cNvPicPr preferRelativeResize="0"/>
          <p:nvPr/>
        </p:nvPicPr>
        <p:blipFill rotWithShape="1">
          <a:blip r:embed="rId12">
            <a:alphaModFix/>
          </a:blip>
          <a:srcRect/>
          <a:stretch/>
        </p:blipFill>
        <p:spPr>
          <a:xfrm>
            <a:off x="1460500" y="22453600"/>
            <a:ext cx="29997400" cy="1447800"/>
          </a:xfrm>
          <a:prstGeom prst="rect">
            <a:avLst/>
          </a:prstGeom>
          <a:noFill/>
          <a:ln>
            <a:noFill/>
          </a:ln>
        </p:spPr>
      </p:pic>
      <p:sp>
        <p:nvSpPr>
          <p:cNvPr id="9" name="Google Shape;9;p2"/>
          <p:cNvSpPr txBox="1"/>
          <p:nvPr/>
        </p:nvSpPr>
        <p:spPr>
          <a:xfrm>
            <a:off x="1506219" y="23296318"/>
            <a:ext cx="16367762" cy="727564"/>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808080"/>
              </a:buClr>
              <a:buSzPts val="4500"/>
              <a:buFont typeface="Times New Roman"/>
              <a:buNone/>
            </a:pPr>
            <a:r>
              <a:rPr lang="en-US" sz="4500" b="0" i="0" u="none" strike="noStrike" cap="none">
                <a:solidFill>
                  <a:srgbClr val="808080"/>
                </a:solidFill>
                <a:latin typeface="Times New Roman"/>
                <a:ea typeface="Times New Roman"/>
                <a:cs typeface="Times New Roman"/>
                <a:sym typeface="Times New Roman"/>
              </a:rPr>
              <a:t>Template ID: ponderingpeacock  Size: 36x24</a:t>
            </a:r>
            <a:endParaRPr/>
          </a:p>
        </p:txBody>
      </p:sp>
      <p:sp>
        <p:nvSpPr>
          <p:cNvPr id="10" name="Google Shape;10;p2"/>
          <p:cNvSpPr txBox="1">
            <a:spLocks noGrp="1"/>
          </p:cNvSpPr>
          <p:nvPr>
            <p:ph type="title"/>
          </p:nvPr>
        </p:nvSpPr>
        <p:spPr>
          <a:xfrm>
            <a:off x="1645710" y="878417"/>
            <a:ext cx="29626983" cy="3657601"/>
          </a:xfrm>
          <a:prstGeom prst="rect">
            <a:avLst/>
          </a:prstGeom>
          <a:noFill/>
          <a:ln>
            <a:noFill/>
          </a:ln>
        </p:spPr>
        <p:txBody>
          <a:bodyPr spcFirstLastPara="1" wrap="square" lIns="45700" tIns="45700" rIns="45700" bIns="45700" anchor="t" anchorCtr="0">
            <a:normAutofit/>
          </a:bodyPr>
          <a:lstStyle>
            <a:lvl1pPr marR="0" lvl="0"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4E5B6F"/>
              </a:buClr>
              <a:buSzPts val="9800"/>
              <a:buFont typeface="Times New Roman"/>
              <a:buNone/>
              <a:defRPr sz="9800" b="0" i="0" u="none" strike="noStrike" cap="none">
                <a:solidFill>
                  <a:srgbClr val="4E5B6F"/>
                </a:solidFill>
                <a:latin typeface="Times New Roman"/>
                <a:ea typeface="Times New Roman"/>
                <a:cs typeface="Times New Roman"/>
                <a:sym typeface="Times New Roman"/>
              </a:defRPr>
            </a:lvl9pPr>
          </a:lstStyle>
          <a:p>
            <a:endParaRPr/>
          </a:p>
        </p:txBody>
      </p:sp>
      <p:sp>
        <p:nvSpPr>
          <p:cNvPr id="11" name="Google Shape;11;p2"/>
          <p:cNvSpPr txBox="1">
            <a:spLocks noGrp="1"/>
          </p:cNvSpPr>
          <p:nvPr>
            <p:ph type="body" idx="1"/>
          </p:nvPr>
        </p:nvSpPr>
        <p:spPr>
          <a:xfrm>
            <a:off x="1645710" y="5120216"/>
            <a:ext cx="29626983" cy="14483294"/>
          </a:xfrm>
          <a:prstGeom prst="rect">
            <a:avLst/>
          </a:prstGeom>
          <a:noFill/>
          <a:ln>
            <a:noFill/>
          </a:ln>
        </p:spPr>
        <p:txBody>
          <a:bodyPr spcFirstLastPara="1" wrap="square" lIns="45700" tIns="45700" rIns="45700" bIns="45700" anchor="t" anchorCtr="0">
            <a:normAutofit/>
          </a:bodyPr>
          <a:lstStyle>
            <a:lvl1pPr marL="457200" marR="0" lvl="0"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1pPr>
            <a:lvl2pPr marL="914400" marR="0" lvl="1"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2pPr>
            <a:lvl3pPr marL="1371600" marR="0" lvl="2"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3pPr>
            <a:lvl4pPr marL="1828800" marR="0" lvl="3"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4pPr>
            <a:lvl5pPr marL="2286000" marR="0" lvl="4"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5pPr>
            <a:lvl6pPr marL="2743200" marR="0" lvl="5"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6pPr>
            <a:lvl7pPr marL="3200400" marR="0" lvl="6"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7pPr>
            <a:lvl8pPr marL="3657600" marR="0" lvl="7"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8pPr>
            <a:lvl9pPr marL="4114800" marR="0" lvl="8" indent="-679450" algn="l" rtl="0">
              <a:lnSpc>
                <a:spcPct val="100000"/>
              </a:lnSpc>
              <a:spcBef>
                <a:spcPts val="1700"/>
              </a:spcBef>
              <a:spcAft>
                <a:spcPts val="0"/>
              </a:spcAft>
              <a:buClr>
                <a:srgbClr val="000000"/>
              </a:buClr>
              <a:buSzPts val="7100"/>
              <a:buFont typeface="Times New Roman"/>
              <a:buChar char="»"/>
              <a:defRPr sz="7100" b="0" i="0" u="none" strike="noStrike" cap="none">
                <a:solidFill>
                  <a:srgbClr val="000000"/>
                </a:solidFill>
                <a:latin typeface="Times New Roman"/>
                <a:ea typeface="Times New Roman"/>
                <a:cs typeface="Times New Roman"/>
                <a:sym typeface="Times New Roman"/>
              </a:defRPr>
            </a:lvl9pPr>
          </a:lstStyle>
          <a:p>
            <a:endParaRPr/>
          </a:p>
        </p:txBody>
      </p:sp>
      <p:sp>
        <p:nvSpPr>
          <p:cNvPr id="12" name="Google Shape;12;p2"/>
          <p:cNvSpPr txBox="1">
            <a:spLocks noGrp="1"/>
          </p:cNvSpPr>
          <p:nvPr>
            <p:ph type="sldNum" idx="12"/>
          </p:nvPr>
        </p:nvSpPr>
        <p:spPr>
          <a:xfrm>
            <a:off x="15910560" y="19756120"/>
            <a:ext cx="7680960" cy="1168400"/>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3C50"/>
        </a:solidFill>
        <a:effectLst/>
      </p:bgPr>
    </p:bg>
    <p:spTree>
      <p:nvGrpSpPr>
        <p:cNvPr id="1" name="Shape 56"/>
        <p:cNvGrpSpPr/>
        <p:nvPr/>
      </p:nvGrpSpPr>
      <p:grpSpPr>
        <a:xfrm>
          <a:off x="0" y="0"/>
          <a:ext cx="0" cy="0"/>
          <a:chOff x="0" y="0"/>
          <a:chExt cx="0" cy="0"/>
        </a:xfrm>
      </p:grpSpPr>
      <p:sp>
        <p:nvSpPr>
          <p:cNvPr id="57" name="Google Shape;57;p1"/>
          <p:cNvSpPr/>
          <p:nvPr/>
        </p:nvSpPr>
        <p:spPr>
          <a:xfrm>
            <a:off x="457200" y="457200"/>
            <a:ext cx="32004001" cy="4053749"/>
          </a:xfrm>
          <a:custGeom>
            <a:avLst/>
            <a:gdLst/>
            <a:ahLst/>
            <a:cxnLst/>
            <a:rect l="l" t="t" r="r" b="b"/>
            <a:pathLst>
              <a:path w="21600" h="21600" extrusionOk="0">
                <a:moveTo>
                  <a:pt x="0" y="0"/>
                </a:moveTo>
                <a:lnTo>
                  <a:pt x="21144" y="0"/>
                </a:lnTo>
                <a:lnTo>
                  <a:pt x="21600" y="3600"/>
                </a:lnTo>
                <a:lnTo>
                  <a:pt x="21600" y="21600"/>
                </a:lnTo>
                <a:lnTo>
                  <a:pt x="456" y="21600"/>
                </a:lnTo>
                <a:lnTo>
                  <a:pt x="0" y="18000"/>
                </a:lnTo>
                <a:lnTo>
                  <a:pt x="0" y="0"/>
                </a:lnTo>
                <a:close/>
              </a:path>
            </a:pathLst>
          </a:custGeom>
          <a:solidFill>
            <a:srgbClr val="E64B3C"/>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2800"/>
              <a:buFont typeface="Arial"/>
              <a:buNone/>
            </a:pPr>
            <a:endParaRPr sz="2800" b="1" i="1" u="sng" strike="noStrike" cap="none">
              <a:solidFill>
                <a:srgbClr val="FFFFFF"/>
              </a:solidFill>
              <a:latin typeface="Arial"/>
              <a:ea typeface="Arial"/>
              <a:cs typeface="Arial"/>
              <a:sym typeface="Arial"/>
            </a:endParaRPr>
          </a:p>
        </p:txBody>
      </p:sp>
      <p:sp>
        <p:nvSpPr>
          <p:cNvPr id="58" name="Google Shape;58;p1"/>
          <p:cNvSpPr txBox="1"/>
          <p:nvPr/>
        </p:nvSpPr>
        <p:spPr>
          <a:xfrm>
            <a:off x="4340168" y="977322"/>
            <a:ext cx="24384000" cy="184665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FFFF"/>
              </a:buClr>
              <a:buSzPts val="4900"/>
              <a:buFont typeface="Times New Roman"/>
              <a:buNone/>
            </a:pPr>
            <a:r>
              <a:rPr lang="en-US" sz="6000" b="1" i="0" u="none" strike="noStrike" cap="none" dirty="0">
                <a:solidFill>
                  <a:srgbClr val="FFFFFF"/>
                </a:solidFill>
                <a:latin typeface="Times New Roman"/>
                <a:ea typeface="Times New Roman"/>
                <a:cs typeface="Times New Roman"/>
                <a:sym typeface="Times New Roman"/>
              </a:rPr>
              <a:t>Abscess Manifesting as IRIS in an AIDS Patient with </a:t>
            </a:r>
          </a:p>
          <a:p>
            <a:pPr marL="0" marR="0" lvl="0" indent="0" algn="ctr" rtl="0">
              <a:lnSpc>
                <a:spcPct val="100000"/>
              </a:lnSpc>
              <a:spcBef>
                <a:spcPts val="0"/>
              </a:spcBef>
              <a:spcAft>
                <a:spcPts val="0"/>
              </a:spcAft>
              <a:buClr>
                <a:srgbClr val="FFFFFF"/>
              </a:buClr>
              <a:buSzPts val="4900"/>
              <a:buFont typeface="Times New Roman"/>
              <a:buNone/>
            </a:pPr>
            <a:r>
              <a:rPr lang="en-US" sz="6000" b="1" i="0" u="none" strike="noStrike" cap="none" dirty="0">
                <a:solidFill>
                  <a:srgbClr val="FFFFFF"/>
                </a:solidFill>
                <a:latin typeface="Times New Roman"/>
                <a:ea typeface="Times New Roman"/>
                <a:cs typeface="Times New Roman"/>
                <a:sym typeface="Times New Roman"/>
              </a:rPr>
              <a:t>Recent Disseminated Histoplasmosis: A Case Report</a:t>
            </a:r>
            <a:endParaRPr sz="1600" b="0" i="0" u="none" strike="noStrike" cap="none" dirty="0">
              <a:solidFill>
                <a:srgbClr val="FFFFFF"/>
              </a:solidFill>
              <a:latin typeface="Times"/>
              <a:ea typeface="Times"/>
              <a:cs typeface="Times"/>
              <a:sym typeface="Times"/>
            </a:endParaRPr>
          </a:p>
        </p:txBody>
      </p:sp>
      <p:sp>
        <p:nvSpPr>
          <p:cNvPr id="59" name="Google Shape;59;p1"/>
          <p:cNvSpPr txBox="1"/>
          <p:nvPr/>
        </p:nvSpPr>
        <p:spPr>
          <a:xfrm>
            <a:off x="4267199" y="3037755"/>
            <a:ext cx="24384001" cy="113877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FFFF"/>
              </a:buClr>
              <a:buSzPts val="3700"/>
              <a:buFont typeface="Quattrocento"/>
              <a:buNone/>
            </a:pPr>
            <a:r>
              <a:rPr lang="en-US" sz="3700" b="0" i="0" u="none" strike="noStrike" cap="none" dirty="0">
                <a:solidFill>
                  <a:srgbClr val="FFFFFF"/>
                </a:solidFill>
                <a:latin typeface="Quattrocento"/>
                <a:ea typeface="Quattrocento"/>
                <a:cs typeface="Quattrocento"/>
                <a:sym typeface="Quattrocento"/>
              </a:rPr>
              <a:t>Karanvir Gill, Nicholas Gill, Louis Rosales, Kuwar Anand, </a:t>
            </a:r>
            <a:r>
              <a:rPr lang="en-US" sz="3700" dirty="0">
                <a:solidFill>
                  <a:srgbClr val="FFFFFF"/>
                </a:solidFill>
                <a:latin typeface="Quattrocento"/>
                <a:ea typeface="Quattrocento"/>
                <a:cs typeface="Quattrocento"/>
                <a:sym typeface="Quattrocento"/>
              </a:rPr>
              <a:t>Robert </a:t>
            </a:r>
            <a:r>
              <a:rPr lang="en-US" sz="3700" dirty="0" err="1">
                <a:solidFill>
                  <a:srgbClr val="FFFFFF"/>
                </a:solidFill>
                <a:latin typeface="Quattrocento"/>
                <a:ea typeface="Quattrocento"/>
                <a:cs typeface="Quattrocento"/>
                <a:sym typeface="Quattrocento"/>
              </a:rPr>
              <a:t>Tevendale</a:t>
            </a:r>
            <a:endParaRPr lang="en-US" sz="3700" dirty="0">
              <a:solidFill>
                <a:srgbClr val="FFFFFF"/>
              </a:solidFill>
              <a:latin typeface="Quattrocento"/>
              <a:ea typeface="Quattrocento"/>
              <a:cs typeface="Quattrocento"/>
              <a:sym typeface="Quattrocento"/>
            </a:endParaRPr>
          </a:p>
          <a:p>
            <a:pPr marL="0" marR="0" lvl="0" indent="0" algn="ctr" rtl="0">
              <a:lnSpc>
                <a:spcPct val="100000"/>
              </a:lnSpc>
              <a:spcBef>
                <a:spcPts val="0"/>
              </a:spcBef>
              <a:spcAft>
                <a:spcPts val="0"/>
              </a:spcAft>
              <a:buClr>
                <a:srgbClr val="FFFFFF"/>
              </a:buClr>
              <a:buSzPts val="3700"/>
              <a:buFont typeface="Quattrocento"/>
              <a:buNone/>
            </a:pPr>
            <a:r>
              <a:rPr lang="en-US" sz="3700" dirty="0">
                <a:solidFill>
                  <a:srgbClr val="FFFFFF"/>
                </a:solidFill>
                <a:latin typeface="Quattrocento"/>
                <a:sym typeface="Quattrocento"/>
              </a:rPr>
              <a:t>St. Agnes Medical Center, Fresno, CA</a:t>
            </a:r>
            <a:endParaRPr dirty="0"/>
          </a:p>
        </p:txBody>
      </p:sp>
      <p:sp>
        <p:nvSpPr>
          <p:cNvPr id="60" name="Google Shape;60;p1"/>
          <p:cNvSpPr/>
          <p:nvPr/>
        </p:nvSpPr>
        <p:spPr>
          <a:xfrm>
            <a:off x="440321" y="5333999"/>
            <a:ext cx="7570324" cy="6000615"/>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61" name="Google Shape;61;p1"/>
          <p:cNvSpPr txBox="1"/>
          <p:nvPr/>
        </p:nvSpPr>
        <p:spPr>
          <a:xfrm>
            <a:off x="643984" y="5740399"/>
            <a:ext cx="7162999" cy="5775947"/>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Clr>
                <a:srgbClr val="000000"/>
              </a:buClr>
              <a:buSzPts val="1500"/>
              <a:buFont typeface="Times"/>
              <a:buNone/>
            </a:pPr>
            <a:r>
              <a:rPr lang="en-US" sz="1500" b="1" i="0" u="none" strike="noStrike" cap="none">
                <a:solidFill>
                  <a:srgbClr val="000000"/>
                </a:solidFill>
                <a:latin typeface="Times"/>
                <a:ea typeface="Times"/>
                <a:cs typeface="Times"/>
                <a:sym typeface="Times"/>
              </a:rPr>
              <a:t>Background:</a:t>
            </a:r>
            <a:r>
              <a:rPr lang="en-US" sz="1500" b="0" i="0" u="none" strike="noStrike" cap="none">
                <a:solidFill>
                  <a:srgbClr val="000000"/>
                </a:solidFill>
                <a:latin typeface="Times"/>
                <a:ea typeface="Times"/>
                <a:cs typeface="Times"/>
                <a:sym typeface="Times"/>
              </a:rPr>
              <a:t> Histoplasmosis is a dimorphic fungal infection that can cause disseminated disease, particularly in immunocompromised individuals such as those with advanced HIV/AIDS. Immune reconstitution inflammatory syndrome (IRIS) can occur following the initiation of antiretroviral therapy, leading to paradoxical worsening or unmasking of infections.</a:t>
            </a:r>
            <a:endParaRPr/>
          </a:p>
          <a:p>
            <a:pPr marL="0" marR="0" lvl="0" indent="0" algn="l" rtl="0">
              <a:lnSpc>
                <a:spcPct val="100000"/>
              </a:lnSpc>
              <a:spcBef>
                <a:spcPts val="1200"/>
              </a:spcBef>
              <a:spcAft>
                <a:spcPts val="0"/>
              </a:spcAft>
              <a:buClr>
                <a:srgbClr val="000000"/>
              </a:buClr>
              <a:buSzPts val="1500"/>
              <a:buFont typeface="Times"/>
              <a:buNone/>
            </a:pPr>
            <a:r>
              <a:rPr lang="en-US" sz="1500" b="1" i="0" u="none" strike="noStrike" cap="none">
                <a:solidFill>
                  <a:srgbClr val="000000"/>
                </a:solidFill>
                <a:latin typeface="Times"/>
                <a:ea typeface="Times"/>
                <a:cs typeface="Times"/>
                <a:sym typeface="Times"/>
              </a:rPr>
              <a:t>Case Presentation:</a:t>
            </a:r>
            <a:r>
              <a:rPr lang="en-US" sz="1500" b="0" i="0" u="none" strike="noStrike" cap="none">
                <a:solidFill>
                  <a:srgbClr val="000000"/>
                </a:solidFill>
                <a:latin typeface="Times"/>
                <a:ea typeface="Times"/>
                <a:cs typeface="Times"/>
                <a:sym typeface="Times"/>
              </a:rPr>
              <a:t> We report the case of a 51-year-old woman with AIDS and a recent history of disseminated histoplasmosis who presented with a progressively painful boil on her right thigh, present for one year. The patient had recently become compliant with her antiretroviral therapy (Biktarvy) and antifungal treatment (Itraconazole) following hospitalization for disseminated histoplasmosis, confirmed via bone marrow biopsy. On admission, she was afebrile with stable vital signs. Examination revealed a large, fluctuant mass on the right thigh. Imaging confirmed a 4–5 cm subcutaneous abscess. Surgical drainage was performed, and bacterial cultures were negative. Given the absence of bacterial growth and the patient’s known history of disseminated histoplasmosis, the abscess was suspected to be related to IRIS. The patient showed clinical improvement post-drainage and was discharged on continued antiretroviral and antifungal therapy, along with prophylaxis for opportunistic infections.</a:t>
            </a:r>
            <a:endParaRPr/>
          </a:p>
          <a:p>
            <a:pPr marL="0" marR="0" lvl="0" indent="0" algn="l" rtl="0">
              <a:lnSpc>
                <a:spcPct val="100000"/>
              </a:lnSpc>
              <a:spcBef>
                <a:spcPts val="1200"/>
              </a:spcBef>
              <a:spcAft>
                <a:spcPts val="0"/>
              </a:spcAft>
              <a:buClr>
                <a:srgbClr val="000000"/>
              </a:buClr>
              <a:buSzPts val="1500"/>
              <a:buFont typeface="Times"/>
              <a:buNone/>
            </a:pPr>
            <a:r>
              <a:rPr lang="en-US" sz="1500" b="1" i="0" u="none" strike="noStrike" cap="none">
                <a:solidFill>
                  <a:srgbClr val="000000"/>
                </a:solidFill>
                <a:latin typeface="Times"/>
                <a:ea typeface="Times"/>
                <a:cs typeface="Times"/>
                <a:sym typeface="Times"/>
              </a:rPr>
              <a:t>Conclusion:</a:t>
            </a:r>
            <a:r>
              <a:rPr lang="en-US" sz="1500" b="0" i="0" u="none" strike="noStrike" cap="none">
                <a:solidFill>
                  <a:srgbClr val="000000"/>
                </a:solidFill>
                <a:latin typeface="Times"/>
                <a:ea typeface="Times"/>
                <a:cs typeface="Times"/>
                <a:sym typeface="Times"/>
              </a:rPr>
              <a:t> This case underscores the importance of recognizing IRIS as a potential cause of new or worsening symptoms in HIV-positive patients initiating treatment. In patients with a history of disseminated histoplasmosis, localized manifestations may emerge as part of immune recovery. Prompt identification and continued therapy are critical for successful outcomes.</a:t>
            </a:r>
            <a:endParaRPr/>
          </a:p>
        </p:txBody>
      </p:sp>
      <p:grpSp>
        <p:nvGrpSpPr>
          <p:cNvPr id="62" name="Google Shape;62;p1"/>
          <p:cNvGrpSpPr/>
          <p:nvPr/>
        </p:nvGrpSpPr>
        <p:grpSpPr>
          <a:xfrm>
            <a:off x="440321" y="4980880"/>
            <a:ext cx="7570327" cy="582204"/>
            <a:chOff x="0" y="0"/>
            <a:chExt cx="7570325" cy="582202"/>
          </a:xfrm>
        </p:grpSpPr>
        <p:sp>
          <p:nvSpPr>
            <p:cNvPr id="63" name="Google Shape;63;p1"/>
            <p:cNvSpPr/>
            <p:nvPr/>
          </p:nvSpPr>
          <p:spPr>
            <a:xfrm>
              <a:off x="0" y="0"/>
              <a:ext cx="7570325" cy="582202"/>
            </a:xfrm>
            <a:custGeom>
              <a:avLst/>
              <a:gdLst/>
              <a:ahLst/>
              <a:cxnLst/>
              <a:rect l="l" t="t" r="r" b="b"/>
              <a:pathLst>
                <a:path w="21600" h="21600" extrusionOk="0">
                  <a:moveTo>
                    <a:pt x="0" y="0"/>
                  </a:moveTo>
                  <a:lnTo>
                    <a:pt x="20769" y="0"/>
                  </a:lnTo>
                  <a:lnTo>
                    <a:pt x="21600" y="10800"/>
                  </a:lnTo>
                  <a:lnTo>
                    <a:pt x="21600" y="21600"/>
                  </a:lnTo>
                  <a:lnTo>
                    <a:pt x="0" y="21600"/>
                  </a:lnTo>
                  <a:lnTo>
                    <a:pt x="0" y="0"/>
                  </a:lnTo>
                  <a:close/>
                </a:path>
              </a:pathLst>
            </a:custGeom>
            <a:solidFill>
              <a:srgbClr val="3684A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64" name="Google Shape;64;p1"/>
            <p:cNvSpPr txBox="1"/>
            <p:nvPr/>
          </p:nvSpPr>
          <p:spPr>
            <a:xfrm>
              <a:off x="137171" y="62770"/>
              <a:ext cx="1340583" cy="459719"/>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400" b="1" i="0" u="none" strike="noStrike" cap="none">
                  <a:solidFill>
                    <a:srgbClr val="FFFFFF"/>
                  </a:solidFill>
                  <a:latin typeface="Quattrocento"/>
                  <a:ea typeface="Quattrocento"/>
                  <a:cs typeface="Quattrocento"/>
                  <a:sym typeface="Quattrocento"/>
                </a:rPr>
                <a:t>Abstract</a:t>
              </a:r>
              <a:endParaRPr/>
            </a:p>
          </p:txBody>
        </p:sp>
      </p:grpSp>
      <p:sp>
        <p:nvSpPr>
          <p:cNvPr id="65" name="Google Shape;65;p1"/>
          <p:cNvSpPr/>
          <p:nvPr/>
        </p:nvSpPr>
        <p:spPr>
          <a:xfrm>
            <a:off x="8589889" y="5333998"/>
            <a:ext cx="7570325" cy="161544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66" name="Google Shape;66;p1"/>
          <p:cNvSpPr txBox="1"/>
          <p:nvPr/>
        </p:nvSpPr>
        <p:spPr>
          <a:xfrm>
            <a:off x="8793551" y="5740399"/>
            <a:ext cx="7162999" cy="4098961"/>
          </a:xfrm>
          <a:prstGeom prst="rect">
            <a:avLst/>
          </a:prstGeom>
          <a:noFill/>
          <a:ln>
            <a:noFill/>
          </a:ln>
        </p:spPr>
        <p:txBody>
          <a:bodyPr spcFirstLastPara="1" wrap="square" lIns="30450" tIns="30450" rIns="30450" bIns="30450" anchor="t" anchorCtr="0">
            <a:spAutoFit/>
          </a:bodyPr>
          <a:lstStyle/>
          <a:p>
            <a:pPr marL="0" marR="0" lvl="0" indent="0" algn="just" rtl="0">
              <a:lnSpc>
                <a:spcPct val="110000"/>
              </a:lnSpc>
              <a:spcBef>
                <a:spcPts val="0"/>
              </a:spcBef>
              <a:spcAft>
                <a:spcPts val="0"/>
              </a:spcAft>
              <a:buClr>
                <a:srgbClr val="000000"/>
              </a:buClr>
              <a:buSzPts val="1600"/>
              <a:buFont typeface="Quattrocento Sans"/>
              <a:buNone/>
            </a:pPr>
            <a:endParaRPr sz="1600" b="0" i="0" u="none" strike="noStrike" cap="none">
              <a:solidFill>
                <a:srgbClr val="000000"/>
              </a:solidFill>
              <a:latin typeface="Quattrocento Sans"/>
              <a:ea typeface="Quattrocento Sans"/>
              <a:cs typeface="Quattrocento Sans"/>
              <a:sym typeface="Quattrocento Sans"/>
            </a:endParaRPr>
          </a:p>
        </p:txBody>
      </p:sp>
      <p:pic>
        <p:nvPicPr>
          <p:cNvPr id="67" name="Google Shape;67;p1" descr="Image"/>
          <p:cNvPicPr preferRelativeResize="0"/>
          <p:nvPr/>
        </p:nvPicPr>
        <p:blipFill rotWithShape="1">
          <a:blip r:embed="rId3">
            <a:alphaModFix/>
          </a:blip>
          <a:srcRect/>
          <a:stretch/>
        </p:blipFill>
        <p:spPr>
          <a:xfrm>
            <a:off x="8722238" y="5599138"/>
            <a:ext cx="7101925" cy="5470325"/>
          </a:xfrm>
          <a:prstGeom prst="rect">
            <a:avLst/>
          </a:prstGeom>
          <a:noFill/>
          <a:ln>
            <a:noFill/>
          </a:ln>
        </p:spPr>
      </p:pic>
      <p:grpSp>
        <p:nvGrpSpPr>
          <p:cNvPr id="68" name="Google Shape;68;p1"/>
          <p:cNvGrpSpPr/>
          <p:nvPr/>
        </p:nvGrpSpPr>
        <p:grpSpPr>
          <a:xfrm>
            <a:off x="8589889" y="4980880"/>
            <a:ext cx="7570327" cy="582204"/>
            <a:chOff x="0" y="0"/>
            <a:chExt cx="7570325" cy="582202"/>
          </a:xfrm>
        </p:grpSpPr>
        <p:sp>
          <p:nvSpPr>
            <p:cNvPr id="69" name="Google Shape;69;p1"/>
            <p:cNvSpPr/>
            <p:nvPr/>
          </p:nvSpPr>
          <p:spPr>
            <a:xfrm>
              <a:off x="0" y="0"/>
              <a:ext cx="7570325" cy="582202"/>
            </a:xfrm>
            <a:custGeom>
              <a:avLst/>
              <a:gdLst/>
              <a:ahLst/>
              <a:cxnLst/>
              <a:rect l="l" t="t" r="r" b="b"/>
              <a:pathLst>
                <a:path w="21600" h="21600" extrusionOk="0">
                  <a:moveTo>
                    <a:pt x="0" y="0"/>
                  </a:moveTo>
                  <a:lnTo>
                    <a:pt x="20769" y="0"/>
                  </a:lnTo>
                  <a:lnTo>
                    <a:pt x="21600" y="10800"/>
                  </a:lnTo>
                  <a:lnTo>
                    <a:pt x="21600" y="21600"/>
                  </a:lnTo>
                  <a:lnTo>
                    <a:pt x="0" y="21600"/>
                  </a:lnTo>
                  <a:lnTo>
                    <a:pt x="0" y="0"/>
                  </a:lnTo>
                  <a:close/>
                </a:path>
              </a:pathLst>
            </a:custGeom>
            <a:solidFill>
              <a:srgbClr val="664F9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70" name="Google Shape;70;p1"/>
            <p:cNvSpPr txBox="1"/>
            <p:nvPr/>
          </p:nvSpPr>
          <p:spPr>
            <a:xfrm>
              <a:off x="137171" y="62770"/>
              <a:ext cx="2000338" cy="459719"/>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400" b="1" i="0" u="none" strike="noStrike" cap="none">
                  <a:solidFill>
                    <a:srgbClr val="FFFFFF"/>
                  </a:solidFill>
                  <a:latin typeface="Quattrocento"/>
                  <a:ea typeface="Quattrocento"/>
                  <a:cs typeface="Quattrocento"/>
                  <a:sym typeface="Quattrocento"/>
                </a:rPr>
                <a:t>Methodology</a:t>
              </a:r>
              <a:endParaRPr/>
            </a:p>
          </p:txBody>
        </p:sp>
      </p:grpSp>
      <p:sp>
        <p:nvSpPr>
          <p:cNvPr id="71" name="Google Shape;71;p1"/>
          <p:cNvSpPr/>
          <p:nvPr/>
        </p:nvSpPr>
        <p:spPr>
          <a:xfrm>
            <a:off x="16739457" y="5333998"/>
            <a:ext cx="7570325" cy="161544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72" name="Google Shape;72;p1"/>
          <p:cNvSpPr txBox="1"/>
          <p:nvPr/>
        </p:nvSpPr>
        <p:spPr>
          <a:xfrm>
            <a:off x="16943120" y="5740399"/>
            <a:ext cx="7162999" cy="15796247"/>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We present the case of a 51-year-old woman with AIDS and past history of disseminated histoplasmosis, who arrived at the emergency department with a boil on her right leg that had progressively become more painful over one year. A general surgeon had previously evaluated the lesion and scheduled to remove it, but she came to the emergency room because of worsening symptoms, including fever and chills the day before her admission.</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 </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Patient was previously noncompliant with her HIV medications for a decade but became compliant after getting diagnosed with disseminated histoplasmosis four months ago. During that hospital visit, she had come in for severe pancytopenia and GI bleeding and was diagnosed with disseminated histoplasmosis via bone marrow biopsy. She was treated with Amphotericin B and was started on </a:t>
            </a:r>
            <a:r>
              <a:rPr lang="en-US" sz="2100" b="0" i="0" u="none" strike="noStrike" cap="none" dirty="0" err="1">
                <a:solidFill>
                  <a:srgbClr val="000000"/>
                </a:solidFill>
                <a:latin typeface="Times New Roman"/>
                <a:ea typeface="Times New Roman"/>
                <a:cs typeface="Times New Roman"/>
                <a:sym typeface="Times New Roman"/>
              </a:rPr>
              <a:t>Biktarvy</a:t>
            </a:r>
            <a:r>
              <a:rPr lang="en-US" sz="2100" b="0" i="0" u="none" strike="noStrike" cap="none" dirty="0">
                <a:solidFill>
                  <a:srgbClr val="000000"/>
                </a:solidFill>
                <a:latin typeface="Times New Roman"/>
                <a:ea typeface="Times New Roman"/>
                <a:cs typeface="Times New Roman"/>
                <a:sym typeface="Times New Roman"/>
              </a:rPr>
              <a:t>, which she has been compliant with since.</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 </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On day of admission, patient had a temperature of 37.2°C (99°F), HR 74, Resp 16, BP 136/97, and SpO2 100%. Physical examination revealed a large fluctuant tender mass to the right proximal thigh, overlying skin was thin and white centrally without active drainage or surrounding erythema. CT of the right lower extremity showed 4 to 5 cm subcutaneous abscess.</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 </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Labs were significant for a CD4 of 48 one month prior and 52 during second day of current admission. Follow up of HIV viral load was requested but not taken during admission.</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 </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Surgery was called and abscess was drained on the second day of admission, revealing purulent fluid. She was started on piperacillin/tazobactam and vancomycin to treat a presumed bacterial process but after blood cultures were unrevealing, the antibiotics were stopped. Fungal cultures were also sent but presumed negative. Resident physician suspected that right thigh abscess was part of a gradual immune reconstitution from disseminated histoplasmosis in the setting of AIDs due to previous diagnosis, gradual evolvement of the abscess over months, and confirmed negative bacterial cultures. Resident physician recommended continued management of both HIV and histoplasmosis with current medication, which included Itraconazole for active histoplasmosis infection, </a:t>
            </a:r>
            <a:r>
              <a:rPr lang="en-US" sz="2100" b="0" i="0" u="none" strike="noStrike" cap="none" dirty="0" err="1">
                <a:solidFill>
                  <a:srgbClr val="000000"/>
                </a:solidFill>
                <a:latin typeface="Times New Roman"/>
                <a:ea typeface="Times New Roman"/>
                <a:cs typeface="Times New Roman"/>
                <a:sym typeface="Times New Roman"/>
              </a:rPr>
              <a:t>Biktarvy</a:t>
            </a:r>
            <a:r>
              <a:rPr lang="en-US" sz="2100" b="0" i="0" u="none" strike="noStrike" cap="none" dirty="0">
                <a:solidFill>
                  <a:srgbClr val="000000"/>
                </a:solidFill>
                <a:latin typeface="Times New Roman"/>
                <a:ea typeface="Times New Roman"/>
                <a:cs typeface="Times New Roman"/>
                <a:sym typeface="Times New Roman"/>
              </a:rPr>
              <a:t> for HIV, and Bactrim for pneumocystis </a:t>
            </a:r>
            <a:r>
              <a:rPr lang="en-US" sz="2100" b="0" i="0" u="none" strike="noStrike" cap="none" dirty="0" err="1">
                <a:solidFill>
                  <a:srgbClr val="000000"/>
                </a:solidFill>
                <a:latin typeface="Times New Roman"/>
                <a:ea typeface="Times New Roman"/>
                <a:cs typeface="Times New Roman"/>
                <a:sym typeface="Times New Roman"/>
              </a:rPr>
              <a:t>jirovecii</a:t>
            </a:r>
            <a:r>
              <a:rPr lang="en-US" sz="2100" b="0" i="0" u="none" strike="noStrike" cap="none" dirty="0">
                <a:solidFill>
                  <a:srgbClr val="000000"/>
                </a:solidFill>
                <a:latin typeface="Times New Roman"/>
                <a:ea typeface="Times New Roman"/>
                <a:cs typeface="Times New Roman"/>
                <a:sym typeface="Times New Roman"/>
              </a:rPr>
              <a:t> pneumonia and toxoplasmosis prophylaxis.</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 </a:t>
            </a:r>
            <a:endParaRPr sz="1700" b="0" i="0" u="none" strike="noStrike" cap="none" dirty="0">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On third day of admission, patient developed moderate swelling and redness around the debrided abscess, but gradually noted improvement in symptoms. She was eventually discharged after one week, and instructed to continue medication as described above.  </a:t>
            </a:r>
            <a:endParaRPr sz="1200" b="0" i="0" u="none" strike="noStrike" cap="none" dirty="0">
              <a:solidFill>
                <a:srgbClr val="000000"/>
              </a:solidFill>
              <a:latin typeface="Times"/>
              <a:ea typeface="Times"/>
              <a:cs typeface="Times"/>
              <a:sym typeface="Times"/>
            </a:endParaRPr>
          </a:p>
        </p:txBody>
      </p:sp>
      <p:grpSp>
        <p:nvGrpSpPr>
          <p:cNvPr id="73" name="Google Shape;73;p1"/>
          <p:cNvGrpSpPr/>
          <p:nvPr/>
        </p:nvGrpSpPr>
        <p:grpSpPr>
          <a:xfrm>
            <a:off x="16739457" y="4980880"/>
            <a:ext cx="7570327" cy="582204"/>
            <a:chOff x="0" y="0"/>
            <a:chExt cx="7570325" cy="582202"/>
          </a:xfrm>
        </p:grpSpPr>
        <p:sp>
          <p:nvSpPr>
            <p:cNvPr id="74" name="Google Shape;74;p1"/>
            <p:cNvSpPr/>
            <p:nvPr/>
          </p:nvSpPr>
          <p:spPr>
            <a:xfrm>
              <a:off x="0" y="0"/>
              <a:ext cx="7570325" cy="582202"/>
            </a:xfrm>
            <a:custGeom>
              <a:avLst/>
              <a:gdLst/>
              <a:ahLst/>
              <a:cxnLst/>
              <a:rect l="l" t="t" r="r" b="b"/>
              <a:pathLst>
                <a:path w="21600" h="21600" extrusionOk="0">
                  <a:moveTo>
                    <a:pt x="0" y="0"/>
                  </a:moveTo>
                  <a:lnTo>
                    <a:pt x="20769" y="0"/>
                  </a:lnTo>
                  <a:lnTo>
                    <a:pt x="21600" y="10800"/>
                  </a:lnTo>
                  <a:lnTo>
                    <a:pt x="21600" y="21600"/>
                  </a:lnTo>
                  <a:lnTo>
                    <a:pt x="0" y="21600"/>
                  </a:lnTo>
                  <a:lnTo>
                    <a:pt x="0" y="0"/>
                  </a:lnTo>
                  <a:close/>
                </a:path>
              </a:pathLst>
            </a:custGeom>
            <a:solidFill>
              <a:srgbClr val="664F9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75" name="Google Shape;75;p1"/>
            <p:cNvSpPr txBox="1"/>
            <p:nvPr/>
          </p:nvSpPr>
          <p:spPr>
            <a:xfrm>
              <a:off x="137171" y="62770"/>
              <a:ext cx="2763677" cy="459719"/>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400" b="1" i="0" u="none" strike="noStrike" cap="none">
                  <a:solidFill>
                    <a:srgbClr val="FFFFFF"/>
                  </a:solidFill>
                  <a:latin typeface="Quattrocento"/>
                  <a:ea typeface="Quattrocento"/>
                  <a:cs typeface="Quattrocento"/>
                  <a:sym typeface="Quattrocento"/>
                </a:rPr>
                <a:t>Case Presentation</a:t>
              </a:r>
              <a:endParaRPr/>
            </a:p>
          </p:txBody>
        </p:sp>
      </p:grpSp>
      <p:sp>
        <p:nvSpPr>
          <p:cNvPr id="76" name="Google Shape;76;p1"/>
          <p:cNvSpPr/>
          <p:nvPr/>
        </p:nvSpPr>
        <p:spPr>
          <a:xfrm>
            <a:off x="24889026" y="5333998"/>
            <a:ext cx="7570325" cy="5876722"/>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77" name="Google Shape;77;p1"/>
          <p:cNvSpPr txBox="1"/>
          <p:nvPr/>
        </p:nvSpPr>
        <p:spPr>
          <a:xfrm>
            <a:off x="25094540" y="5665415"/>
            <a:ext cx="7162999" cy="5242547"/>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Clr>
                <a:srgbClr val="000000"/>
              </a:buClr>
              <a:buSzPts val="2000"/>
              <a:buFont typeface="Times"/>
              <a:buNone/>
            </a:pPr>
            <a:r>
              <a:rPr lang="en-US" sz="2000" b="0" i="0" u="none" strike="noStrike" cap="none">
                <a:solidFill>
                  <a:srgbClr val="000000"/>
                </a:solidFill>
                <a:latin typeface="Times"/>
                <a:ea typeface="Times"/>
                <a:cs typeface="Times"/>
                <a:sym typeface="Times"/>
              </a:rPr>
              <a:t>This case highlights the complexity of managing opportunistic infections such as disseminated histoplasmosis in patients with advanced HIV/AIDS. The patient's persistent subcutaneous abscess, which evolved over the course of a year, likely represented a localized manifestation of immune reconstitution inflammatory syndrome (IRIS) following the recent initiation of antiretroviral therapy and antifungal treatment. The absence of bacterial pathogens and her known history of disseminated histoplasmosis support this hypothesis. Clinical improvement after abscess drainage and continuation of appropriate antifungal and antiretroviral therapy underscores the importance of maintaining compliance with treatment regimens. This case also emphasizes the need for clinicians to consider IRIS in patients with low CD4 counts who present with new or worsening lesions after beginning antiretroviral therapy. Ongoing monitoring, adherence to prescribed medications, and a multidisciplinary approach remain key components in the successful management of such cases.</a:t>
            </a:r>
            <a:endParaRPr/>
          </a:p>
        </p:txBody>
      </p:sp>
      <p:grpSp>
        <p:nvGrpSpPr>
          <p:cNvPr id="78" name="Google Shape;78;p1"/>
          <p:cNvGrpSpPr/>
          <p:nvPr/>
        </p:nvGrpSpPr>
        <p:grpSpPr>
          <a:xfrm>
            <a:off x="24889026" y="4980880"/>
            <a:ext cx="7570327" cy="582204"/>
            <a:chOff x="0" y="0"/>
            <a:chExt cx="7570325" cy="582202"/>
          </a:xfrm>
        </p:grpSpPr>
        <p:sp>
          <p:nvSpPr>
            <p:cNvPr id="79" name="Google Shape;79;p1"/>
            <p:cNvSpPr/>
            <p:nvPr/>
          </p:nvSpPr>
          <p:spPr>
            <a:xfrm>
              <a:off x="0" y="0"/>
              <a:ext cx="7570325" cy="582202"/>
            </a:xfrm>
            <a:custGeom>
              <a:avLst/>
              <a:gdLst/>
              <a:ahLst/>
              <a:cxnLst/>
              <a:rect l="l" t="t" r="r" b="b"/>
              <a:pathLst>
                <a:path w="21600" h="21600" extrusionOk="0">
                  <a:moveTo>
                    <a:pt x="0" y="0"/>
                  </a:moveTo>
                  <a:lnTo>
                    <a:pt x="20769" y="0"/>
                  </a:lnTo>
                  <a:lnTo>
                    <a:pt x="21600" y="10800"/>
                  </a:lnTo>
                  <a:lnTo>
                    <a:pt x="21600" y="21600"/>
                  </a:lnTo>
                  <a:lnTo>
                    <a:pt x="0" y="21600"/>
                  </a:lnTo>
                  <a:lnTo>
                    <a:pt x="0" y="0"/>
                  </a:lnTo>
                  <a:close/>
                </a:path>
              </a:pathLst>
            </a:custGeom>
            <a:solidFill>
              <a:srgbClr val="3684A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80" name="Google Shape;80;p1"/>
            <p:cNvSpPr txBox="1"/>
            <p:nvPr/>
          </p:nvSpPr>
          <p:spPr>
            <a:xfrm>
              <a:off x="137171" y="62770"/>
              <a:ext cx="1763552" cy="459719"/>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400" b="1" i="0" u="none" strike="noStrike" cap="none">
                  <a:solidFill>
                    <a:srgbClr val="FFFFFF"/>
                  </a:solidFill>
                  <a:latin typeface="Quattrocento"/>
                  <a:ea typeface="Quattrocento"/>
                  <a:cs typeface="Quattrocento"/>
                  <a:sym typeface="Quattrocento"/>
                </a:rPr>
                <a:t>Conclusion</a:t>
              </a:r>
              <a:endParaRPr/>
            </a:p>
          </p:txBody>
        </p:sp>
      </p:grpSp>
      <p:sp>
        <p:nvSpPr>
          <p:cNvPr id="81" name="Google Shape;81;p1"/>
          <p:cNvSpPr/>
          <p:nvPr/>
        </p:nvSpPr>
        <p:spPr>
          <a:xfrm>
            <a:off x="440321" y="12141200"/>
            <a:ext cx="7570324" cy="93472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82" name="Google Shape;82;p1"/>
          <p:cNvSpPr txBox="1"/>
          <p:nvPr/>
        </p:nvSpPr>
        <p:spPr>
          <a:xfrm>
            <a:off x="643984" y="12598399"/>
            <a:ext cx="7162999" cy="9001747"/>
          </a:xfrm>
          <a:prstGeom prst="rect">
            <a:avLst/>
          </a:prstGeom>
          <a:noFill/>
          <a:ln>
            <a:noFill/>
          </a:ln>
        </p:spPr>
        <p:txBody>
          <a:bodyPr spcFirstLastPara="1" wrap="square" lIns="30450" tIns="30450" rIns="30450" bIns="30450" anchor="t" anchorCtr="0">
            <a:spAutoFit/>
          </a:bodyPr>
          <a:lstStyle/>
          <a:p>
            <a:pPr marL="0" marR="0" lvl="0" indent="0" algn="l" rtl="0">
              <a:lnSpc>
                <a:spcPct val="100000"/>
              </a:lnSpc>
              <a:spcBef>
                <a:spcPts val="0"/>
              </a:spcBef>
              <a:spcAft>
                <a:spcPts val="0"/>
              </a:spcAft>
              <a:buClr>
                <a:srgbClr val="000000"/>
              </a:buClr>
              <a:buSzPts val="2600"/>
              <a:buFont typeface="Times New Roman"/>
              <a:buNone/>
            </a:pPr>
            <a:r>
              <a:rPr lang="en-US" sz="2600" b="0" i="0" u="none" strike="noStrike" cap="none">
                <a:solidFill>
                  <a:srgbClr val="000000"/>
                </a:solidFill>
                <a:latin typeface="Times New Roman"/>
                <a:ea typeface="Times New Roman"/>
                <a:cs typeface="Times New Roman"/>
                <a:sym typeface="Times New Roman"/>
              </a:rPr>
              <a:t>Histoplasmosis is a dimorphic fungus that can lead to systemic infection. Those who are immunocompromised are especially vulnerable and it is categorized as an HIV opportunistic infection.</a:t>
            </a:r>
            <a:r>
              <a:rPr lang="en-US" sz="1960" b="0" i="0" u="none" strike="noStrike" cap="none" baseline="30000">
                <a:solidFill>
                  <a:srgbClr val="000000"/>
                </a:solidFill>
                <a:latin typeface="Times New Roman"/>
                <a:ea typeface="Times New Roman"/>
                <a:cs typeface="Times New Roman"/>
                <a:sym typeface="Times New Roman"/>
              </a:rPr>
              <a:t>1,5</a:t>
            </a:r>
            <a:r>
              <a:rPr lang="en-US" sz="2600" b="0" i="0" u="none" strike="noStrike" cap="none">
                <a:solidFill>
                  <a:srgbClr val="000000"/>
                </a:solidFill>
                <a:latin typeface="Times New Roman"/>
                <a:ea typeface="Times New Roman"/>
                <a:cs typeface="Times New Roman"/>
                <a:sym typeface="Times New Roman"/>
              </a:rPr>
              <a:t> Histoplasmosis is also most common in specific geographical areas, including river valleys, such as the Ohio and Mississippi regions in the U.S..</a:t>
            </a:r>
            <a:r>
              <a:rPr lang="en-US" sz="1960" b="0" i="0" u="none" strike="noStrike" cap="none" baseline="30000">
                <a:solidFill>
                  <a:srgbClr val="000000"/>
                </a:solidFill>
                <a:latin typeface="Times New Roman"/>
                <a:ea typeface="Times New Roman"/>
                <a:cs typeface="Times New Roman"/>
                <a:sym typeface="Times New Roman"/>
              </a:rPr>
              <a:t>1</a:t>
            </a:r>
            <a:r>
              <a:rPr lang="en-US" sz="2600" b="0" i="0" u="none" strike="noStrike" cap="none">
                <a:solidFill>
                  <a:srgbClr val="000000"/>
                </a:solidFill>
                <a:latin typeface="Times New Roman"/>
                <a:ea typeface="Times New Roman"/>
                <a:cs typeface="Times New Roman"/>
                <a:sym typeface="Times New Roman"/>
              </a:rPr>
              <a:t> One of the defining features of the fungus </a:t>
            </a:r>
            <a:r>
              <a:rPr lang="en-US" sz="2600" b="0" i="1" u="none" strike="noStrike" cap="none">
                <a:solidFill>
                  <a:srgbClr val="000000"/>
                </a:solidFill>
                <a:latin typeface="Times New Roman"/>
                <a:ea typeface="Times New Roman"/>
                <a:cs typeface="Times New Roman"/>
                <a:sym typeface="Times New Roman"/>
              </a:rPr>
              <a:t>Histoplasma capsulatum</a:t>
            </a:r>
            <a:r>
              <a:rPr lang="en-US" sz="2600" b="0" i="0" u="none" strike="noStrike" cap="none">
                <a:solidFill>
                  <a:srgbClr val="000000"/>
                </a:solidFill>
                <a:latin typeface="Times New Roman"/>
                <a:ea typeface="Times New Roman"/>
                <a:cs typeface="Times New Roman"/>
                <a:sym typeface="Times New Roman"/>
              </a:rPr>
              <a:t> is that at body temperature histoplasmosis exists as a yeast and at colder temperatures it is a mold.</a:t>
            </a:r>
            <a:r>
              <a:rPr lang="en-US" sz="1960" b="0" i="0" u="none" strike="noStrike" cap="none" baseline="30000">
                <a:solidFill>
                  <a:srgbClr val="000000"/>
                </a:solidFill>
                <a:latin typeface="Times New Roman"/>
                <a:ea typeface="Times New Roman"/>
                <a:cs typeface="Times New Roman"/>
                <a:sym typeface="Times New Roman"/>
              </a:rPr>
              <a:t>1</a:t>
            </a:r>
            <a:r>
              <a:rPr lang="en-US" sz="2600" b="0" i="0" u="none" strike="noStrike" cap="none">
                <a:solidFill>
                  <a:srgbClr val="000000"/>
                </a:solidFill>
                <a:latin typeface="Times New Roman"/>
                <a:ea typeface="Times New Roman"/>
                <a:cs typeface="Times New Roman"/>
                <a:sym typeface="Times New Roman"/>
              </a:rPr>
              <a:t> Most patients are infected as a result of contact with bird or bat droppings and the mode of entry is the lungs.</a:t>
            </a:r>
            <a:r>
              <a:rPr lang="en-US" sz="1960" b="0" i="0" u="none" strike="noStrike" cap="none" baseline="30000">
                <a:solidFill>
                  <a:srgbClr val="000000"/>
                </a:solidFill>
                <a:latin typeface="Times New Roman"/>
                <a:ea typeface="Times New Roman"/>
                <a:cs typeface="Times New Roman"/>
                <a:sym typeface="Times New Roman"/>
              </a:rPr>
              <a:t>1,2,6</a:t>
            </a:r>
            <a:r>
              <a:rPr lang="en-US" sz="2600" b="0" i="0" u="none" strike="noStrike" cap="none">
                <a:solidFill>
                  <a:srgbClr val="000000"/>
                </a:solidFill>
                <a:latin typeface="Times New Roman"/>
                <a:ea typeface="Times New Roman"/>
                <a:cs typeface="Times New Roman"/>
                <a:sym typeface="Times New Roman"/>
              </a:rPr>
              <a:t> Typical symptoms of pulmonary disease include flu-like illness (cough, shortness of breath, fever) and chest pain.</a:t>
            </a:r>
            <a:r>
              <a:rPr lang="en-US" sz="1960" b="0" i="0" u="none" strike="noStrike" cap="none" baseline="30000">
                <a:solidFill>
                  <a:srgbClr val="000000"/>
                </a:solidFill>
                <a:latin typeface="Times New Roman"/>
                <a:ea typeface="Times New Roman"/>
                <a:cs typeface="Times New Roman"/>
                <a:sym typeface="Times New Roman"/>
              </a:rPr>
              <a:t>1,2</a:t>
            </a:r>
            <a:r>
              <a:rPr lang="en-US" sz="2600" b="0" i="0" u="none" strike="noStrike" cap="none">
                <a:solidFill>
                  <a:srgbClr val="000000"/>
                </a:solidFill>
                <a:latin typeface="Times New Roman"/>
                <a:ea typeface="Times New Roman"/>
                <a:cs typeface="Times New Roman"/>
                <a:sym typeface="Times New Roman"/>
              </a:rPr>
              <a:t> Cutaneous lesions are seen in histoplasmosis and present as “papules, pustules, ulcers, and molluscoid centrally umbilicated papular lesions”.</a:t>
            </a:r>
            <a:r>
              <a:rPr lang="en-US" sz="1960" b="0" i="0" u="none" strike="noStrike" cap="none" baseline="30000">
                <a:solidFill>
                  <a:srgbClr val="000000"/>
                </a:solidFill>
                <a:latin typeface="Times New Roman"/>
                <a:ea typeface="Times New Roman"/>
                <a:cs typeface="Times New Roman"/>
                <a:sym typeface="Times New Roman"/>
              </a:rPr>
              <a:t>4</a:t>
            </a:r>
            <a:r>
              <a:rPr lang="en-US" sz="2600" b="0" i="0" u="none" strike="noStrike" cap="none">
                <a:solidFill>
                  <a:srgbClr val="000000"/>
                </a:solidFill>
                <a:latin typeface="Times New Roman"/>
                <a:ea typeface="Times New Roman"/>
                <a:cs typeface="Times New Roman"/>
                <a:sym typeface="Times New Roman"/>
              </a:rPr>
              <a:t> Extrapulmonary symptoms are more frequently seen in immunocompromised patients.</a:t>
            </a:r>
            <a:r>
              <a:rPr lang="en-US" sz="1960" b="0" i="0" u="none" strike="noStrike" cap="none" baseline="30000">
                <a:solidFill>
                  <a:srgbClr val="000000"/>
                </a:solidFill>
                <a:latin typeface="Times New Roman"/>
                <a:ea typeface="Times New Roman"/>
                <a:cs typeface="Times New Roman"/>
                <a:sym typeface="Times New Roman"/>
              </a:rPr>
              <a:t>2</a:t>
            </a:r>
            <a:r>
              <a:rPr lang="en-US" sz="2600" b="0" i="0" u="none" strike="noStrike" cap="none">
                <a:solidFill>
                  <a:srgbClr val="000000"/>
                </a:solidFill>
                <a:latin typeface="Times New Roman"/>
                <a:ea typeface="Times New Roman"/>
                <a:cs typeface="Times New Roman"/>
                <a:sym typeface="Times New Roman"/>
              </a:rPr>
              <a:t> Treatment may include itraconazole for less severe cases, and amphotericin B for most disseminated cases of histoplasmosis.</a:t>
            </a:r>
            <a:r>
              <a:rPr lang="en-US" sz="1960" b="0" i="0" u="none" strike="noStrike" cap="none" baseline="30000">
                <a:solidFill>
                  <a:srgbClr val="000000"/>
                </a:solidFill>
                <a:latin typeface="Times New Roman"/>
                <a:ea typeface="Times New Roman"/>
                <a:cs typeface="Times New Roman"/>
                <a:sym typeface="Times New Roman"/>
              </a:rPr>
              <a:t>3,7</a:t>
            </a:r>
            <a:endParaRPr sz="1200" b="0" i="0" u="none" strike="noStrike" cap="none">
              <a:solidFill>
                <a:srgbClr val="000000"/>
              </a:solidFill>
              <a:latin typeface="Times"/>
              <a:ea typeface="Times"/>
              <a:cs typeface="Times"/>
              <a:sym typeface="Times"/>
            </a:endParaRPr>
          </a:p>
        </p:txBody>
      </p:sp>
      <p:grpSp>
        <p:nvGrpSpPr>
          <p:cNvPr id="83" name="Google Shape;83;p1"/>
          <p:cNvGrpSpPr/>
          <p:nvPr/>
        </p:nvGrpSpPr>
        <p:grpSpPr>
          <a:xfrm>
            <a:off x="440321" y="11846652"/>
            <a:ext cx="7570327" cy="582204"/>
            <a:chOff x="0" y="0"/>
            <a:chExt cx="7570325" cy="582202"/>
          </a:xfrm>
        </p:grpSpPr>
        <p:sp>
          <p:nvSpPr>
            <p:cNvPr id="84" name="Google Shape;84;p1"/>
            <p:cNvSpPr/>
            <p:nvPr/>
          </p:nvSpPr>
          <p:spPr>
            <a:xfrm>
              <a:off x="0" y="0"/>
              <a:ext cx="7570325" cy="582202"/>
            </a:xfrm>
            <a:custGeom>
              <a:avLst/>
              <a:gdLst/>
              <a:ahLst/>
              <a:cxnLst/>
              <a:rect l="l" t="t" r="r" b="b"/>
              <a:pathLst>
                <a:path w="21600" h="21600" extrusionOk="0">
                  <a:moveTo>
                    <a:pt x="0" y="0"/>
                  </a:moveTo>
                  <a:lnTo>
                    <a:pt x="20769" y="0"/>
                  </a:lnTo>
                  <a:lnTo>
                    <a:pt x="21600" y="10800"/>
                  </a:lnTo>
                  <a:lnTo>
                    <a:pt x="21600" y="21600"/>
                  </a:lnTo>
                  <a:lnTo>
                    <a:pt x="0" y="21600"/>
                  </a:lnTo>
                  <a:lnTo>
                    <a:pt x="0" y="0"/>
                  </a:lnTo>
                  <a:close/>
                </a:path>
              </a:pathLst>
            </a:custGeom>
            <a:solidFill>
              <a:srgbClr val="664F9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85" name="Google Shape;85;p1"/>
            <p:cNvSpPr txBox="1"/>
            <p:nvPr/>
          </p:nvSpPr>
          <p:spPr>
            <a:xfrm>
              <a:off x="137171" y="62770"/>
              <a:ext cx="1881600" cy="430800"/>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200" b="1" i="0" u="none" strike="noStrike" cap="none">
                  <a:solidFill>
                    <a:srgbClr val="FFFFFF"/>
                  </a:solidFill>
                  <a:latin typeface="Quattrocento"/>
                  <a:ea typeface="Quattrocento"/>
                  <a:cs typeface="Quattrocento"/>
                  <a:sym typeface="Quattrocento"/>
                </a:rPr>
                <a:t>Intro</a:t>
              </a:r>
              <a:r>
                <a:rPr lang="en-US" sz="2200" b="1">
                  <a:solidFill>
                    <a:srgbClr val="FFFFFF"/>
                  </a:solidFill>
                  <a:latin typeface="Quattrocento"/>
                  <a:ea typeface="Quattrocento"/>
                  <a:cs typeface="Quattrocento"/>
                  <a:sym typeface="Quattrocento"/>
                </a:rPr>
                <a:t>duction</a:t>
              </a:r>
              <a:endParaRPr sz="2200"/>
            </a:p>
          </p:txBody>
        </p:sp>
      </p:grpSp>
      <p:sp>
        <p:nvSpPr>
          <p:cNvPr id="86" name="Google Shape;86;p1"/>
          <p:cNvSpPr/>
          <p:nvPr/>
        </p:nvSpPr>
        <p:spPr>
          <a:xfrm>
            <a:off x="24890877" y="12175921"/>
            <a:ext cx="7570325" cy="9312478"/>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6400"/>
              <a:buFont typeface="Times New Roman"/>
              <a:buNone/>
            </a:pPr>
            <a:endParaRPr sz="6400" b="0" i="0" u="none" strike="noStrike" cap="none">
              <a:solidFill>
                <a:srgbClr val="FFFFFF"/>
              </a:solidFill>
              <a:latin typeface="Times New Roman"/>
              <a:ea typeface="Times New Roman"/>
              <a:cs typeface="Times New Roman"/>
              <a:sym typeface="Times New Roman"/>
            </a:endParaRPr>
          </a:p>
        </p:txBody>
      </p:sp>
      <p:sp>
        <p:nvSpPr>
          <p:cNvPr id="87" name="Google Shape;87;p1"/>
          <p:cNvSpPr txBox="1"/>
          <p:nvPr/>
        </p:nvSpPr>
        <p:spPr>
          <a:xfrm>
            <a:off x="24889026" y="12412679"/>
            <a:ext cx="7162999" cy="9256578"/>
          </a:xfrm>
          <a:prstGeom prst="rect">
            <a:avLst/>
          </a:prstGeom>
          <a:noFill/>
          <a:ln>
            <a:noFill/>
          </a:ln>
        </p:spPr>
        <p:txBody>
          <a:bodyPr spcFirstLastPara="1" wrap="square" lIns="30450" tIns="30450" rIns="30450" bIns="30450" anchor="t" anchorCtr="0">
            <a:spAutoFit/>
          </a:bodyPr>
          <a:lstStyle/>
          <a:p>
            <a:pPr marL="457200" marR="0" lvl="0" indent="-317500" algn="l" rtl="0">
              <a:lnSpc>
                <a:spcPct val="100000"/>
              </a:lnSpc>
              <a:spcBef>
                <a:spcPts val="0"/>
              </a:spcBef>
              <a:spcAft>
                <a:spcPts val="0"/>
              </a:spcAft>
              <a:buClr>
                <a:srgbClr val="000000"/>
              </a:buClr>
              <a:buSzPts val="2000"/>
              <a:buFont typeface="Times New Roman"/>
              <a:buAutoNum type="arabicPeriod"/>
            </a:pPr>
            <a:r>
              <a:rPr lang="en-US" sz="2000" b="0" i="0" u="none" strike="noStrike" cap="none">
                <a:solidFill>
                  <a:srgbClr val="000000"/>
                </a:solidFill>
                <a:latin typeface="Times New Roman"/>
                <a:ea typeface="Times New Roman"/>
                <a:cs typeface="Times New Roman"/>
                <a:sym typeface="Times New Roman"/>
              </a:rPr>
              <a:t>Akram SM, Koirala J. Histoplasmosis. [Updated 2023 Aug 8]. In: StatPearls </a:t>
            </a:r>
            <a:r>
              <a:rPr lang="en-US" sz="2200" b="0" i="0" u="none" strike="noStrike" cap="none">
                <a:solidFill>
                  <a:srgbClr val="000000"/>
                </a:solidFill>
                <a:latin typeface="Times New Roman"/>
                <a:ea typeface="Times New Roman"/>
                <a:cs typeface="Times New Roman"/>
                <a:sym typeface="Times New Roman"/>
              </a:rPr>
              <a:t>[Internet]. Treasure Island (FL): StatPearls Publishing; 2024 Jan-. Available from: https://www.ncbi.nlm.nih.gov/books/NBK448185/</a:t>
            </a:r>
            <a:endParaRPr sz="2200" b="0" i="0" u="none" strike="noStrike" cap="none">
              <a:solidFill>
                <a:srgbClr val="000000"/>
              </a:solidFill>
              <a:latin typeface="Times New Roman"/>
              <a:ea typeface="Times New Roman"/>
              <a:cs typeface="Times New Roman"/>
              <a:sym typeface="Times New Roman"/>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Armstrong PA, Jackson BR, Haselow D, et al. Multistate Epidemiology of Histoplasmosis, United States, 2011-2014. </a:t>
            </a:r>
            <a:r>
              <a:rPr lang="en-US" sz="2200" b="0" i="1" u="none" strike="noStrike" cap="none">
                <a:solidFill>
                  <a:srgbClr val="000000"/>
                </a:solidFill>
                <a:latin typeface="Times New Roman"/>
                <a:ea typeface="Times New Roman"/>
                <a:cs typeface="Times New Roman"/>
                <a:sym typeface="Times New Roman"/>
              </a:rPr>
              <a:t>Emerg Infect Dis</a:t>
            </a:r>
            <a:r>
              <a:rPr lang="en-US" sz="2200" b="0" i="0" u="none" strike="noStrike" cap="none">
                <a:solidFill>
                  <a:srgbClr val="000000"/>
                </a:solidFill>
                <a:latin typeface="Times New Roman"/>
                <a:ea typeface="Times New Roman"/>
                <a:cs typeface="Times New Roman"/>
                <a:sym typeface="Times New Roman"/>
              </a:rPr>
              <a:t>. 2018;24(3):425-431. doi:10.3201/eid2403.171258</a:t>
            </a:r>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Azar MM, Loyd JL, Relich RF, Wheat LJ, Hage CA. Current Concepts in the Epidemiology, Diagnosis, and Management of Histoplasmosis Syndromes. </a:t>
            </a:r>
            <a:r>
              <a:rPr lang="en-US" sz="2200" b="0" i="1" u="none" strike="noStrike" cap="none">
                <a:solidFill>
                  <a:srgbClr val="000000"/>
                </a:solidFill>
                <a:latin typeface="Times New Roman"/>
                <a:ea typeface="Times New Roman"/>
                <a:cs typeface="Times New Roman"/>
                <a:sym typeface="Times New Roman"/>
              </a:rPr>
              <a:t>Semin Respir Crit Care Med</a:t>
            </a:r>
            <a:r>
              <a:rPr lang="en-US" sz="2200" b="0" i="0" u="none" strike="noStrike" cap="none">
                <a:solidFill>
                  <a:srgbClr val="000000"/>
                </a:solidFill>
                <a:latin typeface="Times New Roman"/>
                <a:ea typeface="Times New Roman"/>
                <a:cs typeface="Times New Roman"/>
                <a:sym typeface="Times New Roman"/>
              </a:rPr>
              <a:t>. 2020;41(1):13-30. doi:10.1055/s-0039-1698429</a:t>
            </a:r>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Bubna, Aditya Kumar. Umbilicated Lesions in Dermatology. Clinical Dermatology Review 3(1):p 99-103, Jan–Jun 2019. | DOI: 10.4103/CDR.CDR_52_18</a:t>
            </a:r>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Cano MV, Hajjeh RA. The epidemiology of histoplasmosis: a review. </a:t>
            </a:r>
            <a:r>
              <a:rPr lang="en-US" sz="2200" b="0" i="1" u="none" strike="noStrike" cap="none">
                <a:solidFill>
                  <a:srgbClr val="000000"/>
                </a:solidFill>
                <a:latin typeface="Times New Roman"/>
                <a:ea typeface="Times New Roman"/>
                <a:cs typeface="Times New Roman"/>
                <a:sym typeface="Times New Roman"/>
              </a:rPr>
              <a:t>Semin Respir Infect</a:t>
            </a:r>
            <a:r>
              <a:rPr lang="en-US" sz="2200" b="0" i="0" u="none" strike="noStrike" cap="none">
                <a:solidFill>
                  <a:srgbClr val="000000"/>
                </a:solidFill>
                <a:latin typeface="Times New Roman"/>
                <a:ea typeface="Times New Roman"/>
                <a:cs typeface="Times New Roman"/>
                <a:sym typeface="Times New Roman"/>
              </a:rPr>
              <a:t>. 2001;16(2):109-118. doi:10.1053/srin.2001.24241</a:t>
            </a:r>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Vidyanath S, Shameena P, Sudha S, Nair RG. Disseminated histoplasmosis with oral and cutaneous manifestations. J Oral Maxillofac Pathol. 2013 Jan;17(1):139-42. doi: 10.4103/0973-029X.110722. PMID: 23798850; PMCID: PMC3687172.</a:t>
            </a:r>
            <a:endParaRPr/>
          </a:p>
          <a:p>
            <a:pPr marL="457200" marR="0" lvl="0" indent="-317500" algn="l" rtl="0">
              <a:lnSpc>
                <a:spcPct val="100000"/>
              </a:lnSpc>
              <a:spcBef>
                <a:spcPts val="0"/>
              </a:spcBef>
              <a:spcAft>
                <a:spcPts val="0"/>
              </a:spcAft>
              <a:buClr>
                <a:srgbClr val="000000"/>
              </a:buClr>
              <a:buSzPts val="2200"/>
              <a:buFont typeface="Times New Roman"/>
              <a:buAutoNum type="arabicPeriod"/>
            </a:pPr>
            <a:r>
              <a:rPr lang="en-US" sz="2200" b="0" i="0" u="none" strike="noStrike" cap="none">
                <a:solidFill>
                  <a:srgbClr val="000000"/>
                </a:solidFill>
                <a:latin typeface="Times New Roman"/>
                <a:ea typeface="Times New Roman"/>
                <a:cs typeface="Times New Roman"/>
                <a:sym typeface="Times New Roman"/>
              </a:rPr>
              <a:t>Wheat J. Histoplasmosis: recognition and treatment. </a:t>
            </a:r>
            <a:r>
              <a:rPr lang="en-US" sz="2200" b="0" i="1" u="none" strike="noStrike" cap="none">
                <a:solidFill>
                  <a:srgbClr val="000000"/>
                </a:solidFill>
                <a:latin typeface="Times New Roman"/>
                <a:ea typeface="Times New Roman"/>
                <a:cs typeface="Times New Roman"/>
                <a:sym typeface="Times New Roman"/>
              </a:rPr>
              <a:t>Clin Infect Dis</a:t>
            </a:r>
            <a:r>
              <a:rPr lang="en-US" sz="2200" b="0" i="0" u="none" strike="noStrike" cap="none">
                <a:solidFill>
                  <a:srgbClr val="000000"/>
                </a:solidFill>
                <a:latin typeface="Times New Roman"/>
                <a:ea typeface="Times New Roman"/>
                <a:cs typeface="Times New Roman"/>
                <a:sym typeface="Times New Roman"/>
              </a:rPr>
              <a:t>. 1994;19 Suppl 1:S19-S27. doi:10.1093/clinids/19.supplement_1.s19</a:t>
            </a:r>
            <a:endParaRPr/>
          </a:p>
        </p:txBody>
      </p:sp>
      <p:grpSp>
        <p:nvGrpSpPr>
          <p:cNvPr id="88" name="Google Shape;88;p1"/>
          <p:cNvGrpSpPr/>
          <p:nvPr/>
        </p:nvGrpSpPr>
        <p:grpSpPr>
          <a:xfrm>
            <a:off x="24889026" y="11609039"/>
            <a:ext cx="7570327" cy="582204"/>
            <a:chOff x="0" y="0"/>
            <a:chExt cx="7570325" cy="582202"/>
          </a:xfrm>
        </p:grpSpPr>
        <p:sp>
          <p:nvSpPr>
            <p:cNvPr id="89" name="Google Shape;89;p1"/>
            <p:cNvSpPr/>
            <p:nvPr/>
          </p:nvSpPr>
          <p:spPr>
            <a:xfrm>
              <a:off x="0" y="0"/>
              <a:ext cx="7570325" cy="582202"/>
            </a:xfrm>
            <a:custGeom>
              <a:avLst/>
              <a:gdLst/>
              <a:ahLst/>
              <a:cxnLst/>
              <a:rect l="l" t="t" r="r" b="b"/>
              <a:pathLst>
                <a:path w="21600" h="21600" extrusionOk="0">
                  <a:moveTo>
                    <a:pt x="0" y="0"/>
                  </a:moveTo>
                  <a:lnTo>
                    <a:pt x="20826" y="0"/>
                  </a:lnTo>
                  <a:lnTo>
                    <a:pt x="21600" y="10070"/>
                  </a:lnTo>
                  <a:lnTo>
                    <a:pt x="21600" y="21600"/>
                  </a:lnTo>
                  <a:lnTo>
                    <a:pt x="0" y="21600"/>
                  </a:lnTo>
                  <a:lnTo>
                    <a:pt x="0" y="0"/>
                  </a:lnTo>
                  <a:close/>
                </a:path>
              </a:pathLst>
            </a:custGeom>
            <a:solidFill>
              <a:srgbClr val="80808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700"/>
                <a:buFont typeface="Times New Roman"/>
                <a:buNone/>
              </a:pPr>
              <a:endParaRPr sz="1700" b="0" i="0" u="none" strike="noStrike" cap="none">
                <a:solidFill>
                  <a:srgbClr val="000000"/>
                </a:solidFill>
                <a:latin typeface="Times New Roman"/>
                <a:ea typeface="Times New Roman"/>
                <a:cs typeface="Times New Roman"/>
                <a:sym typeface="Times New Roman"/>
              </a:endParaRPr>
            </a:p>
          </p:txBody>
        </p:sp>
        <p:sp>
          <p:nvSpPr>
            <p:cNvPr id="90" name="Google Shape;90;p1"/>
            <p:cNvSpPr txBox="1"/>
            <p:nvPr/>
          </p:nvSpPr>
          <p:spPr>
            <a:xfrm>
              <a:off x="137170" y="62770"/>
              <a:ext cx="1747628" cy="459719"/>
            </a:xfrm>
            <a:prstGeom prst="rect">
              <a:avLst/>
            </a:prstGeom>
            <a:noFill/>
            <a:ln>
              <a:noFill/>
            </a:ln>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FFFFFF"/>
                </a:buClr>
                <a:buSzPts val="2400"/>
                <a:buFont typeface="Quattrocento"/>
                <a:buNone/>
              </a:pPr>
              <a:r>
                <a:rPr lang="en-US" sz="2400" b="1" i="0" u="none" strike="noStrike" cap="none">
                  <a:solidFill>
                    <a:srgbClr val="FFFFFF"/>
                  </a:solidFill>
                  <a:latin typeface="Quattrocento"/>
                  <a:ea typeface="Quattrocento"/>
                  <a:cs typeface="Quattrocento"/>
                  <a:sym typeface="Quattrocento"/>
                </a:rPr>
                <a:t>References</a:t>
              </a:r>
              <a:endParaRPr/>
            </a:p>
          </p:txBody>
        </p:sp>
      </p:grpSp>
      <p:sp>
        <p:nvSpPr>
          <p:cNvPr id="91" name="Google Shape;91;p1"/>
          <p:cNvSpPr txBox="1"/>
          <p:nvPr/>
        </p:nvSpPr>
        <p:spPr>
          <a:xfrm>
            <a:off x="17243377" y="5878121"/>
            <a:ext cx="160596" cy="332741"/>
          </a:xfrm>
          <a:prstGeom prst="rect">
            <a:avLst/>
          </a:prstGeom>
          <a:noFill/>
          <a:ln>
            <a:noFill/>
          </a:ln>
        </p:spPr>
        <p:txBody>
          <a:bodyPr spcFirstLastPara="1" wrap="square" lIns="45700" tIns="45700" rIns="45700" bIns="45700" anchor="t" anchorCtr="0">
            <a:spAutoFit/>
          </a:bodyPr>
          <a:lstStyle/>
          <a:p>
            <a:pPr marL="0" marR="0" lvl="0" indent="0" algn="just" rtl="0">
              <a:lnSpc>
                <a:spcPct val="110000"/>
              </a:lnSpc>
              <a:spcBef>
                <a:spcPts val="0"/>
              </a:spcBef>
              <a:spcAft>
                <a:spcPts val="0"/>
              </a:spcAft>
              <a:buClr>
                <a:srgbClr val="000000"/>
              </a:buClr>
              <a:buSzPts val="1600"/>
              <a:buFont typeface="Quattrocento Sans"/>
              <a:buNone/>
            </a:pPr>
            <a:r>
              <a:rPr lang="en-US" sz="1600" b="0" i="0" u="none" strike="noStrike" cap="none">
                <a:solidFill>
                  <a:srgbClr val="000000"/>
                </a:solidFill>
                <a:latin typeface="Quattrocento Sans"/>
                <a:ea typeface="Quattrocento Sans"/>
                <a:cs typeface="Quattrocento Sans"/>
                <a:sym typeface="Quattrocento Sans"/>
              </a:rPr>
              <a:t>.</a:t>
            </a:r>
            <a:endParaRPr/>
          </a:p>
        </p:txBody>
      </p:sp>
      <p:sp>
        <p:nvSpPr>
          <p:cNvPr id="92" name="Google Shape;92;p1"/>
          <p:cNvSpPr txBox="1"/>
          <p:nvPr/>
        </p:nvSpPr>
        <p:spPr>
          <a:xfrm>
            <a:off x="9055404" y="11470663"/>
            <a:ext cx="6639300" cy="6927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707070"/>
              </a:buClr>
              <a:buSzPts val="1300"/>
              <a:buFont typeface="Helvetica Neue"/>
              <a:buNone/>
            </a:pPr>
            <a:r>
              <a:rPr lang="en-US" sz="1300" b="0" i="0" u="none" strike="noStrike" cap="none">
                <a:solidFill>
                  <a:srgbClr val="707070"/>
                </a:solidFill>
                <a:latin typeface="Helvetica Neue"/>
                <a:ea typeface="Helvetica Neue"/>
                <a:cs typeface="Helvetica Neue"/>
                <a:sym typeface="Helvetica Neue"/>
              </a:rPr>
              <a:t>Microscopic image of disseminated histoplasmosis, a type of fungal infection caused by </a:t>
            </a:r>
            <a:endParaRPr/>
          </a:p>
          <a:p>
            <a:pPr marL="0" marR="0" lvl="0" indent="0" algn="l" rtl="0">
              <a:lnSpc>
                <a:spcPct val="100000"/>
              </a:lnSpc>
              <a:spcBef>
                <a:spcPts val="0"/>
              </a:spcBef>
              <a:spcAft>
                <a:spcPts val="0"/>
              </a:spcAft>
              <a:buClr>
                <a:srgbClr val="707070"/>
              </a:buClr>
              <a:buSzPts val="1300"/>
              <a:buFont typeface="Helvetica Neue"/>
              <a:buNone/>
            </a:pPr>
            <a:r>
              <a:rPr lang="en-US" sz="1300" b="0" i="0" u="none" strike="noStrike" cap="none">
                <a:solidFill>
                  <a:srgbClr val="707070"/>
                </a:solidFill>
                <a:latin typeface="Helvetica Neue"/>
                <a:ea typeface="Helvetica Neue"/>
                <a:cs typeface="Helvetica Neue"/>
                <a:sym typeface="Helvetica Neue"/>
              </a:rPr>
              <a:t>the fungus Histoplasma capsulatum, The yeast forms appear as small dots within </a:t>
            </a:r>
            <a:endParaRPr/>
          </a:p>
          <a:p>
            <a:pPr marL="0" marR="0" lvl="0" indent="0" algn="l" rtl="0">
              <a:lnSpc>
                <a:spcPct val="100000"/>
              </a:lnSpc>
              <a:spcBef>
                <a:spcPts val="0"/>
              </a:spcBef>
              <a:spcAft>
                <a:spcPts val="0"/>
              </a:spcAft>
              <a:buClr>
                <a:srgbClr val="707070"/>
              </a:buClr>
              <a:buSzPts val="1300"/>
              <a:buFont typeface="Helvetica Neue"/>
              <a:buNone/>
            </a:pPr>
            <a:r>
              <a:rPr lang="en-US" sz="1300" b="0" i="0" u="none" strike="noStrike" cap="none">
                <a:solidFill>
                  <a:srgbClr val="707070"/>
                </a:solidFill>
                <a:latin typeface="Helvetica Neue"/>
                <a:ea typeface="Helvetica Neue"/>
                <a:cs typeface="Helvetica Neue"/>
                <a:sym typeface="Helvetica Neue"/>
              </a:rPr>
              <a:t>the cytoplasm of macrophages.</a:t>
            </a:r>
            <a:endParaRPr/>
          </a:p>
        </p:txBody>
      </p:sp>
      <p:pic>
        <p:nvPicPr>
          <p:cNvPr id="93" name="Google Shape;93;p1"/>
          <p:cNvPicPr preferRelativeResize="0"/>
          <p:nvPr/>
        </p:nvPicPr>
        <p:blipFill>
          <a:blip r:embed="rId4">
            <a:alphaModFix/>
          </a:blip>
          <a:stretch>
            <a:fillRect/>
          </a:stretch>
        </p:blipFill>
        <p:spPr>
          <a:xfrm>
            <a:off x="9026900" y="13295063"/>
            <a:ext cx="6492625" cy="7039476"/>
          </a:xfrm>
          <a:prstGeom prst="rect">
            <a:avLst/>
          </a:prstGeom>
          <a:solidFill>
            <a:srgbClr val="FFFFFF"/>
          </a:solidFill>
          <a:ln>
            <a:noFill/>
          </a:ln>
        </p:spPr>
      </p:pic>
      <p:sp>
        <p:nvSpPr>
          <p:cNvPr id="94" name="Google Shape;94;p1"/>
          <p:cNvSpPr txBox="1"/>
          <p:nvPr/>
        </p:nvSpPr>
        <p:spPr>
          <a:xfrm>
            <a:off x="9534500" y="20616425"/>
            <a:ext cx="5681100" cy="65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Times New Roman"/>
                <a:ea typeface="Times New Roman"/>
                <a:cs typeface="Times New Roman"/>
                <a:sym typeface="Times New Roman"/>
              </a:rPr>
              <a:t>S/p I&amp;D with general surgery</a:t>
            </a:r>
            <a:endParaRPr sz="2400">
              <a:latin typeface="Times New Roman"/>
              <a:ea typeface="Times New Roman"/>
              <a:cs typeface="Times New Roman"/>
              <a:sym typeface="Times New Roman"/>
            </a:endParaRPr>
          </a:p>
        </p:txBody>
      </p:sp>
      <p:pic>
        <p:nvPicPr>
          <p:cNvPr id="95" name="Picture 94" descr="53C.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1391</Words>
  <Application>Microsoft Macintosh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Times New Roman</vt:lpstr>
      <vt:lpstr>Quattrocento</vt:lpstr>
      <vt:lpstr>Times</vt:lpstr>
      <vt:lpstr>Quattrocento Sans</vt:lpstr>
      <vt:lpstr>Helvetica Neue</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2025-04-23T03:48:41Z</dcterms:modified>
</cp:coreProperties>
</file>