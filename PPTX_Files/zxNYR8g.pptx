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08788" cy="8086725"/>
  <p:embeddedFontLst>
    <p:embeddedFont>
      <p:font typeface="Domine" panose="02040503040403060204" pitchFamily="18" charset="0"/>
      <p:regular r:id="rId4"/>
      <p:bold r:id="rId5"/>
    </p:embeddedFont>
    <p:embeddedFont>
      <p:font typeface="Montserrat SemiBold" pitchFamily="2" charset="77"/>
      <p:regular r:id="rId6"/>
      <p:bold r:id="rId7"/>
      <p:italic r:id="rId8"/>
      <p:boldItalic r:id="rId9"/>
    </p:embeddedFont>
    <p:embeddedFont>
      <p:font typeface="Roboto" panose="02000000000000000000" pitchFamily="2"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72"/>
    <p:restoredTop sz="94694"/>
  </p:normalViewPr>
  <p:slideViewPr>
    <p:cSldViewPr snapToGrid="0">
      <p:cViewPr>
        <p:scale>
          <a:sx n="113" d="100"/>
          <a:sy n="113" d="100"/>
        </p:scale>
        <p:origin x="-14288" y="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51163" cy="40481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56038" y="0"/>
            <a:ext cx="2951162" cy="40481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30300" y="606425"/>
            <a:ext cx="4548188" cy="3032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1038" y="3841750"/>
            <a:ext cx="5446712" cy="36385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1pPr>
            <a:lvl2pPr marL="914400" marR="0" lvl="1"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2pPr>
            <a:lvl3pPr marL="1371600" marR="0" lvl="2"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3pPr>
            <a:lvl4pPr marL="1828800" marR="0" lvl="3"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4pPr>
            <a:lvl5pPr marL="2286000" marR="0" lvl="4" indent="-228600" algn="l" rtl="0">
              <a:spcBef>
                <a:spcPts val="257"/>
              </a:spcBef>
              <a:spcAft>
                <a:spcPts val="0"/>
              </a:spcAft>
              <a:buSzPts val="1400"/>
              <a:buNone/>
              <a:defRPr sz="857"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857"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7680325"/>
            <a:ext cx="2951163" cy="4048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56038" y="7680325"/>
            <a:ext cx="2951162" cy="4048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sldNum" idx="12"/>
          </p:nvPr>
        </p:nvSpPr>
        <p:spPr>
          <a:xfrm>
            <a:off x="3856038" y="7680325"/>
            <a:ext cx="2951162" cy="4048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
        <p:nvSpPr>
          <p:cNvPr id="90" name="Google Shape;90;p1:notes"/>
          <p:cNvSpPr>
            <a:spLocks noGrp="1" noRot="1" noChangeAspect="1"/>
          </p:cNvSpPr>
          <p:nvPr>
            <p:ph type="sldImg" idx="2"/>
          </p:nvPr>
        </p:nvSpPr>
        <p:spPr>
          <a:xfrm>
            <a:off x="1130300" y="606425"/>
            <a:ext cx="4548188" cy="3032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1" name="Google Shape;91;p1:notes"/>
          <p:cNvSpPr txBox="1">
            <a:spLocks noGrp="1"/>
          </p:cNvSpPr>
          <p:nvPr>
            <p:ph type="body" idx="1"/>
          </p:nvPr>
        </p:nvSpPr>
        <p:spPr>
          <a:xfrm>
            <a:off x="681038" y="3841750"/>
            <a:ext cx="5446712" cy="3638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857"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2468337" y="6817179"/>
            <a:ext cx="27981728" cy="4704443"/>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2"/>
          <p:cNvSpPr txBox="1">
            <a:spLocks noGrp="1"/>
          </p:cNvSpPr>
          <p:nvPr>
            <p:ph type="subTitle" idx="1"/>
          </p:nvPr>
        </p:nvSpPr>
        <p:spPr>
          <a:xfrm>
            <a:off x="4938033" y="12436022"/>
            <a:ext cx="23042336" cy="5607957"/>
          </a:xfrm>
          <a:prstGeom prst="rect">
            <a:avLst/>
          </a:prstGeom>
          <a:noFill/>
          <a:ln>
            <a:noFill/>
          </a:ln>
        </p:spPr>
        <p:txBody>
          <a:bodyPr spcFirstLastPara="1" wrap="square" lIns="470250" tIns="235125" rIns="470250" bIns="235125" anchor="t" anchorCtr="0">
            <a:noAutofit/>
          </a:bodyPr>
          <a:lstStyle>
            <a:lvl1pPr lvl="0" algn="ctr">
              <a:spcBef>
                <a:spcPts val="1886"/>
              </a:spcBef>
              <a:spcAft>
                <a:spcPts val="0"/>
              </a:spcAft>
              <a:buClr>
                <a:schemeClr val="dk1"/>
              </a:buClr>
              <a:buSzPts val="9428"/>
              <a:buFont typeface="Arial"/>
              <a:buNone/>
              <a:defRPr/>
            </a:lvl1pPr>
            <a:lvl2pPr lvl="1" algn="ctr">
              <a:spcBef>
                <a:spcPts val="1646"/>
              </a:spcBef>
              <a:spcAft>
                <a:spcPts val="0"/>
              </a:spcAft>
              <a:buClr>
                <a:schemeClr val="dk1"/>
              </a:buClr>
              <a:buSzPts val="8228"/>
              <a:buFont typeface="Arial"/>
              <a:buNone/>
              <a:defRPr/>
            </a:lvl2pPr>
            <a:lvl3pPr lvl="2" algn="ctr">
              <a:spcBef>
                <a:spcPts val="1406"/>
              </a:spcBef>
              <a:spcAft>
                <a:spcPts val="0"/>
              </a:spcAft>
              <a:buClr>
                <a:schemeClr val="dk1"/>
              </a:buClr>
              <a:buSzPts val="7028"/>
              <a:buFont typeface="Arial"/>
              <a:buNone/>
              <a:defRPr/>
            </a:lvl3pPr>
            <a:lvl4pPr lvl="3" algn="ctr">
              <a:spcBef>
                <a:spcPts val="1189"/>
              </a:spcBef>
              <a:spcAft>
                <a:spcPts val="0"/>
              </a:spcAft>
              <a:buClr>
                <a:schemeClr val="dk1"/>
              </a:buClr>
              <a:buSzPts val="5943"/>
              <a:buFont typeface="Arial"/>
              <a:buNone/>
              <a:defRPr/>
            </a:lvl4pPr>
            <a:lvl5pPr lvl="4" algn="ctr">
              <a:spcBef>
                <a:spcPts val="1189"/>
              </a:spcBef>
              <a:spcAft>
                <a:spcPts val="0"/>
              </a:spcAft>
              <a:buClr>
                <a:schemeClr val="dk1"/>
              </a:buClr>
              <a:buSzPts val="5943"/>
              <a:buFont typeface="Arial"/>
              <a:buNone/>
              <a:defRPr/>
            </a:lvl5pPr>
            <a:lvl6pPr lvl="5" algn="ctr">
              <a:spcBef>
                <a:spcPts val="1189"/>
              </a:spcBef>
              <a:spcAft>
                <a:spcPts val="0"/>
              </a:spcAft>
              <a:buClr>
                <a:schemeClr val="dk1"/>
              </a:buClr>
              <a:buSzPts val="5943"/>
              <a:buFont typeface="Arial"/>
              <a:buNone/>
              <a:defRPr/>
            </a:lvl6pPr>
            <a:lvl7pPr lvl="6" algn="ctr">
              <a:spcBef>
                <a:spcPts val="1189"/>
              </a:spcBef>
              <a:spcAft>
                <a:spcPts val="0"/>
              </a:spcAft>
              <a:buClr>
                <a:schemeClr val="dk1"/>
              </a:buClr>
              <a:buSzPts val="5943"/>
              <a:buFont typeface="Arial"/>
              <a:buNone/>
              <a:defRPr/>
            </a:lvl7pPr>
            <a:lvl8pPr lvl="7" algn="ctr">
              <a:spcBef>
                <a:spcPts val="1189"/>
              </a:spcBef>
              <a:spcAft>
                <a:spcPts val="0"/>
              </a:spcAft>
              <a:buClr>
                <a:schemeClr val="dk1"/>
              </a:buClr>
              <a:buSzPts val="5943"/>
              <a:buFont typeface="Arial"/>
              <a:buNone/>
              <a:defRPr/>
            </a:lvl8pPr>
            <a:lvl9pPr lvl="8" algn="ctr">
              <a:spcBef>
                <a:spcPts val="1189"/>
              </a:spcBef>
              <a:spcAft>
                <a:spcPts val="0"/>
              </a:spcAft>
              <a:buClr>
                <a:schemeClr val="dk1"/>
              </a:buClr>
              <a:buSzPts val="5943"/>
              <a:buFont typeface="Arial"/>
              <a:buNone/>
              <a:defRPr/>
            </a:lvl9pPr>
          </a:lstStyle>
          <a:p>
            <a:endParaRPr/>
          </a:p>
        </p:txBody>
      </p:sp>
      <p:sp>
        <p:nvSpPr>
          <p:cNvPr id="22" name="Google Shape;22;p2"/>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3"/>
          <p:cNvSpPr txBox="1">
            <a:spLocks noGrp="1"/>
          </p:cNvSpPr>
          <p:nvPr>
            <p:ph type="body" idx="1"/>
          </p:nvPr>
        </p:nvSpPr>
        <p:spPr>
          <a:xfrm>
            <a:off x="1646465" y="5121729"/>
            <a:ext cx="29626833" cy="14482536"/>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3"/>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
          <p:cNvSpPr txBox="1">
            <a:spLocks noGrp="1"/>
          </p:cNvSpPr>
          <p:nvPr>
            <p:ph type="title"/>
          </p:nvPr>
        </p:nvSpPr>
        <p:spPr>
          <a:xfrm>
            <a:off x="2600325" y="14102445"/>
            <a:ext cx="27980367" cy="4357914"/>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sz="2285"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2600325" y="9301843"/>
            <a:ext cx="27980367" cy="4800600"/>
          </a:xfrm>
          <a:prstGeom prst="rect">
            <a:avLst/>
          </a:prstGeom>
          <a:noFill/>
          <a:ln>
            <a:noFill/>
          </a:ln>
        </p:spPr>
        <p:txBody>
          <a:bodyPr spcFirstLastPara="1" wrap="square" lIns="470250" tIns="235125" rIns="470250" bIns="235125" anchor="b" anchorCtr="0">
            <a:noAutofit/>
          </a:bodyPr>
          <a:lstStyle>
            <a:lvl1pPr marL="457200" lvl="0" indent="-228600" algn="l">
              <a:spcBef>
                <a:spcPts val="229"/>
              </a:spcBef>
              <a:spcAft>
                <a:spcPts val="0"/>
              </a:spcAft>
              <a:buClr>
                <a:schemeClr val="dk1"/>
              </a:buClr>
              <a:buSzPts val="1143"/>
              <a:buFont typeface="Arial"/>
              <a:buNone/>
              <a:defRPr sz="1143"/>
            </a:lvl1pPr>
            <a:lvl2pPr marL="914400" lvl="1" indent="-228600" algn="l">
              <a:spcBef>
                <a:spcPts val="206"/>
              </a:spcBef>
              <a:spcAft>
                <a:spcPts val="0"/>
              </a:spcAft>
              <a:buClr>
                <a:schemeClr val="dk1"/>
              </a:buClr>
              <a:buSzPts val="1029"/>
              <a:buFont typeface="Arial"/>
              <a:buNone/>
              <a:defRPr sz="1029"/>
            </a:lvl2pPr>
            <a:lvl3pPr marL="1371600" lvl="2" indent="-228600" algn="l">
              <a:spcBef>
                <a:spcPts val="183"/>
              </a:spcBef>
              <a:spcAft>
                <a:spcPts val="0"/>
              </a:spcAft>
              <a:buClr>
                <a:schemeClr val="dk1"/>
              </a:buClr>
              <a:buSzPts val="914"/>
              <a:buFont typeface="Arial"/>
              <a:buNone/>
              <a:defRPr sz="914"/>
            </a:lvl3pPr>
            <a:lvl4pPr marL="1828800" lvl="3" indent="-228600" algn="l">
              <a:spcBef>
                <a:spcPts val="160"/>
              </a:spcBef>
              <a:spcAft>
                <a:spcPts val="0"/>
              </a:spcAft>
              <a:buClr>
                <a:schemeClr val="dk1"/>
              </a:buClr>
              <a:buSzPts val="800"/>
              <a:buFont typeface="Arial"/>
              <a:buNone/>
              <a:defRPr sz="800"/>
            </a:lvl4pPr>
            <a:lvl5pPr marL="2286000" lvl="4" indent="-228600" algn="l">
              <a:spcBef>
                <a:spcPts val="160"/>
              </a:spcBef>
              <a:spcAft>
                <a:spcPts val="0"/>
              </a:spcAft>
              <a:buClr>
                <a:schemeClr val="dk1"/>
              </a:buClr>
              <a:buSzPts val="800"/>
              <a:buFont typeface="Arial"/>
              <a:buNone/>
              <a:defRPr sz="800"/>
            </a:lvl5pPr>
            <a:lvl6pPr marL="2743200" lvl="5" indent="-228600" algn="l">
              <a:spcBef>
                <a:spcPts val="160"/>
              </a:spcBef>
              <a:spcAft>
                <a:spcPts val="0"/>
              </a:spcAft>
              <a:buClr>
                <a:schemeClr val="dk1"/>
              </a:buClr>
              <a:buSzPts val="800"/>
              <a:buFont typeface="Arial"/>
              <a:buNone/>
              <a:defRPr sz="800"/>
            </a:lvl6pPr>
            <a:lvl7pPr marL="3200400" lvl="6" indent="-228600" algn="l">
              <a:spcBef>
                <a:spcPts val="160"/>
              </a:spcBef>
              <a:spcAft>
                <a:spcPts val="0"/>
              </a:spcAft>
              <a:buClr>
                <a:schemeClr val="dk1"/>
              </a:buClr>
              <a:buSzPts val="800"/>
              <a:buFont typeface="Arial"/>
              <a:buNone/>
              <a:defRPr sz="800"/>
            </a:lvl7pPr>
            <a:lvl8pPr marL="3657600" lvl="7" indent="-228600" algn="l">
              <a:spcBef>
                <a:spcPts val="160"/>
              </a:spcBef>
              <a:spcAft>
                <a:spcPts val="0"/>
              </a:spcAft>
              <a:buClr>
                <a:schemeClr val="dk1"/>
              </a:buClr>
              <a:buSzPts val="800"/>
              <a:buFont typeface="Arial"/>
              <a:buNone/>
              <a:defRPr sz="800"/>
            </a:lvl8pPr>
            <a:lvl9pPr marL="4114800" lvl="8" indent="-228600" algn="l">
              <a:spcBef>
                <a:spcPts val="160"/>
              </a:spcBef>
              <a:spcAft>
                <a:spcPts val="0"/>
              </a:spcAft>
              <a:buClr>
                <a:schemeClr val="dk1"/>
              </a:buClr>
              <a:buSzPts val="800"/>
              <a:buFont typeface="Arial"/>
              <a:buNone/>
              <a:defRPr sz="800"/>
            </a:lvl9pPr>
          </a:lstStyle>
          <a:p>
            <a:endParaRPr/>
          </a:p>
        </p:txBody>
      </p:sp>
      <p:sp>
        <p:nvSpPr>
          <p:cNvPr id="34" name="Google Shape;34;p4"/>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1646465" y="5121729"/>
            <a:ext cx="14747422" cy="14482536"/>
          </a:xfrm>
          <a:prstGeom prst="rect">
            <a:avLst/>
          </a:prstGeom>
          <a:noFill/>
          <a:ln>
            <a:noFill/>
          </a:ln>
        </p:spPr>
        <p:txBody>
          <a:bodyPr spcFirstLastPara="1" wrap="square" lIns="470250" tIns="235125" rIns="470250" bIns="235125" anchor="t" anchorCtr="0">
            <a:noAutofit/>
          </a:bodyPr>
          <a:lstStyle>
            <a:lvl1pPr marL="457200" lvl="0" indent="-330200" algn="l">
              <a:spcBef>
                <a:spcPts val="320"/>
              </a:spcBef>
              <a:spcAft>
                <a:spcPts val="0"/>
              </a:spcAft>
              <a:buClr>
                <a:schemeClr val="dk1"/>
              </a:buClr>
              <a:buSzPts val="1600"/>
              <a:buFont typeface="Arial"/>
              <a:buChar char="•"/>
              <a:defRPr sz="1600"/>
            </a:lvl1pPr>
            <a:lvl2pPr marL="914400" lvl="1" indent="-315658" algn="l">
              <a:spcBef>
                <a:spcPts val="274"/>
              </a:spcBef>
              <a:spcAft>
                <a:spcPts val="0"/>
              </a:spcAft>
              <a:buClr>
                <a:schemeClr val="dk1"/>
              </a:buClr>
              <a:buSzPts val="1371"/>
              <a:buFont typeface="Arial"/>
              <a:buChar char="–"/>
              <a:defRPr sz="1371"/>
            </a:lvl2pPr>
            <a:lvl3pPr marL="1371600" lvl="2" indent="-301180" algn="l">
              <a:spcBef>
                <a:spcPts val="229"/>
              </a:spcBef>
              <a:spcAft>
                <a:spcPts val="0"/>
              </a:spcAft>
              <a:buClr>
                <a:schemeClr val="dk1"/>
              </a:buClr>
              <a:buSzPts val="1143"/>
              <a:buFont typeface="Arial"/>
              <a:buChar char="•"/>
              <a:defRPr sz="1143"/>
            </a:lvl3pPr>
            <a:lvl4pPr marL="1828800" lvl="3" indent="-293941" algn="l">
              <a:spcBef>
                <a:spcPts val="206"/>
              </a:spcBef>
              <a:spcAft>
                <a:spcPts val="0"/>
              </a:spcAft>
              <a:buClr>
                <a:schemeClr val="dk1"/>
              </a:buClr>
              <a:buSzPts val="1029"/>
              <a:buFont typeface="Arial"/>
              <a:buChar char="–"/>
              <a:defRPr sz="1029"/>
            </a:lvl4pPr>
            <a:lvl5pPr marL="2286000" lvl="4" indent="-293941" algn="l">
              <a:spcBef>
                <a:spcPts val="206"/>
              </a:spcBef>
              <a:spcAft>
                <a:spcPts val="0"/>
              </a:spcAft>
              <a:buClr>
                <a:schemeClr val="dk1"/>
              </a:buClr>
              <a:buSzPts val="1029"/>
              <a:buFont typeface="Arial"/>
              <a:buChar char="»"/>
              <a:defRPr sz="1029"/>
            </a:lvl5pPr>
            <a:lvl6pPr marL="2743200" lvl="5" indent="-293941" algn="l">
              <a:spcBef>
                <a:spcPts val="206"/>
              </a:spcBef>
              <a:spcAft>
                <a:spcPts val="0"/>
              </a:spcAft>
              <a:buClr>
                <a:schemeClr val="dk1"/>
              </a:buClr>
              <a:buSzPts val="1029"/>
              <a:buFont typeface="Arial"/>
              <a:buChar char="»"/>
              <a:defRPr sz="1029"/>
            </a:lvl6pPr>
            <a:lvl7pPr marL="3200400" lvl="6" indent="-293941" algn="l">
              <a:spcBef>
                <a:spcPts val="206"/>
              </a:spcBef>
              <a:spcAft>
                <a:spcPts val="0"/>
              </a:spcAft>
              <a:buClr>
                <a:schemeClr val="dk1"/>
              </a:buClr>
              <a:buSzPts val="1029"/>
              <a:buFont typeface="Arial"/>
              <a:buChar char="»"/>
              <a:defRPr sz="1029"/>
            </a:lvl7pPr>
            <a:lvl8pPr marL="3657600" lvl="7" indent="-293941" algn="l">
              <a:spcBef>
                <a:spcPts val="206"/>
              </a:spcBef>
              <a:spcAft>
                <a:spcPts val="0"/>
              </a:spcAft>
              <a:buClr>
                <a:schemeClr val="dk1"/>
              </a:buClr>
              <a:buSzPts val="1029"/>
              <a:buFont typeface="Arial"/>
              <a:buChar char="»"/>
              <a:defRPr sz="1029"/>
            </a:lvl8pPr>
            <a:lvl9pPr marL="4114800" lvl="8" indent="-293941" algn="l">
              <a:spcBef>
                <a:spcPts val="206"/>
              </a:spcBef>
              <a:spcAft>
                <a:spcPts val="0"/>
              </a:spcAft>
              <a:buClr>
                <a:schemeClr val="dk1"/>
              </a:buClr>
              <a:buSzPts val="1029"/>
              <a:buFont typeface="Arial"/>
              <a:buChar char="»"/>
              <a:defRPr sz="1029"/>
            </a:lvl9pPr>
          </a:lstStyle>
          <a:p>
            <a:endParaRPr/>
          </a:p>
        </p:txBody>
      </p:sp>
      <p:sp>
        <p:nvSpPr>
          <p:cNvPr id="40" name="Google Shape;40;p5"/>
          <p:cNvSpPr txBox="1">
            <a:spLocks noGrp="1"/>
          </p:cNvSpPr>
          <p:nvPr>
            <p:ph type="body" idx="2"/>
          </p:nvPr>
        </p:nvSpPr>
        <p:spPr>
          <a:xfrm>
            <a:off x="16524514" y="5121729"/>
            <a:ext cx="14748782" cy="14482536"/>
          </a:xfrm>
          <a:prstGeom prst="rect">
            <a:avLst/>
          </a:prstGeom>
          <a:noFill/>
          <a:ln>
            <a:noFill/>
          </a:ln>
        </p:spPr>
        <p:txBody>
          <a:bodyPr spcFirstLastPara="1" wrap="square" lIns="470250" tIns="235125" rIns="470250" bIns="235125" anchor="t" anchorCtr="0">
            <a:noAutofit/>
          </a:bodyPr>
          <a:lstStyle>
            <a:lvl1pPr marL="457200" lvl="0" indent="-330200" algn="l">
              <a:spcBef>
                <a:spcPts val="320"/>
              </a:spcBef>
              <a:spcAft>
                <a:spcPts val="0"/>
              </a:spcAft>
              <a:buClr>
                <a:schemeClr val="dk1"/>
              </a:buClr>
              <a:buSzPts val="1600"/>
              <a:buFont typeface="Arial"/>
              <a:buChar char="•"/>
              <a:defRPr sz="1600"/>
            </a:lvl1pPr>
            <a:lvl2pPr marL="914400" lvl="1" indent="-315658" algn="l">
              <a:spcBef>
                <a:spcPts val="274"/>
              </a:spcBef>
              <a:spcAft>
                <a:spcPts val="0"/>
              </a:spcAft>
              <a:buClr>
                <a:schemeClr val="dk1"/>
              </a:buClr>
              <a:buSzPts val="1371"/>
              <a:buFont typeface="Arial"/>
              <a:buChar char="–"/>
              <a:defRPr sz="1371"/>
            </a:lvl2pPr>
            <a:lvl3pPr marL="1371600" lvl="2" indent="-301180" algn="l">
              <a:spcBef>
                <a:spcPts val="229"/>
              </a:spcBef>
              <a:spcAft>
                <a:spcPts val="0"/>
              </a:spcAft>
              <a:buClr>
                <a:schemeClr val="dk1"/>
              </a:buClr>
              <a:buSzPts val="1143"/>
              <a:buFont typeface="Arial"/>
              <a:buChar char="•"/>
              <a:defRPr sz="1143"/>
            </a:lvl3pPr>
            <a:lvl4pPr marL="1828800" lvl="3" indent="-293941" algn="l">
              <a:spcBef>
                <a:spcPts val="206"/>
              </a:spcBef>
              <a:spcAft>
                <a:spcPts val="0"/>
              </a:spcAft>
              <a:buClr>
                <a:schemeClr val="dk1"/>
              </a:buClr>
              <a:buSzPts val="1029"/>
              <a:buFont typeface="Arial"/>
              <a:buChar char="–"/>
              <a:defRPr sz="1029"/>
            </a:lvl4pPr>
            <a:lvl5pPr marL="2286000" lvl="4" indent="-293941" algn="l">
              <a:spcBef>
                <a:spcPts val="206"/>
              </a:spcBef>
              <a:spcAft>
                <a:spcPts val="0"/>
              </a:spcAft>
              <a:buClr>
                <a:schemeClr val="dk1"/>
              </a:buClr>
              <a:buSzPts val="1029"/>
              <a:buFont typeface="Arial"/>
              <a:buChar char="»"/>
              <a:defRPr sz="1029"/>
            </a:lvl5pPr>
            <a:lvl6pPr marL="2743200" lvl="5" indent="-293941" algn="l">
              <a:spcBef>
                <a:spcPts val="206"/>
              </a:spcBef>
              <a:spcAft>
                <a:spcPts val="0"/>
              </a:spcAft>
              <a:buClr>
                <a:schemeClr val="dk1"/>
              </a:buClr>
              <a:buSzPts val="1029"/>
              <a:buFont typeface="Arial"/>
              <a:buChar char="»"/>
              <a:defRPr sz="1029"/>
            </a:lvl6pPr>
            <a:lvl7pPr marL="3200400" lvl="6" indent="-293941" algn="l">
              <a:spcBef>
                <a:spcPts val="206"/>
              </a:spcBef>
              <a:spcAft>
                <a:spcPts val="0"/>
              </a:spcAft>
              <a:buClr>
                <a:schemeClr val="dk1"/>
              </a:buClr>
              <a:buSzPts val="1029"/>
              <a:buFont typeface="Arial"/>
              <a:buChar char="»"/>
              <a:defRPr sz="1029"/>
            </a:lvl7pPr>
            <a:lvl8pPr marL="3657600" lvl="7" indent="-293941" algn="l">
              <a:spcBef>
                <a:spcPts val="206"/>
              </a:spcBef>
              <a:spcAft>
                <a:spcPts val="0"/>
              </a:spcAft>
              <a:buClr>
                <a:schemeClr val="dk1"/>
              </a:buClr>
              <a:buSzPts val="1029"/>
              <a:buFont typeface="Arial"/>
              <a:buChar char="»"/>
              <a:defRPr sz="1029"/>
            </a:lvl8pPr>
            <a:lvl9pPr marL="4114800" lvl="8" indent="-293941" algn="l">
              <a:spcBef>
                <a:spcPts val="206"/>
              </a:spcBef>
              <a:spcAft>
                <a:spcPts val="0"/>
              </a:spcAft>
              <a:buClr>
                <a:schemeClr val="dk1"/>
              </a:buClr>
              <a:buSzPts val="1029"/>
              <a:buFont typeface="Arial"/>
              <a:buChar char="»"/>
              <a:defRPr sz="1029"/>
            </a:lvl9pPr>
          </a:lstStyle>
          <a:p>
            <a:endParaRPr/>
          </a:p>
        </p:txBody>
      </p:sp>
      <p:sp>
        <p:nvSpPr>
          <p:cNvPr id="41" name="Google Shape;41;p5"/>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1646465" y="879022"/>
            <a:ext cx="29625472"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1646464" y="4912180"/>
            <a:ext cx="14544677" cy="2047421"/>
          </a:xfrm>
          <a:prstGeom prst="rect">
            <a:avLst/>
          </a:prstGeom>
          <a:noFill/>
          <a:ln>
            <a:noFill/>
          </a:ln>
        </p:spPr>
        <p:txBody>
          <a:bodyPr spcFirstLastPara="1" wrap="square" lIns="470250" tIns="235125" rIns="470250" bIns="235125" anchor="b" anchorCtr="0">
            <a:noAutofit/>
          </a:bodyPr>
          <a:lstStyle>
            <a:lvl1pPr marL="457200" lvl="0" indent="-228600" algn="l">
              <a:spcBef>
                <a:spcPts val="274"/>
              </a:spcBef>
              <a:spcAft>
                <a:spcPts val="0"/>
              </a:spcAft>
              <a:buClr>
                <a:schemeClr val="dk1"/>
              </a:buClr>
              <a:buSzPts val="1371"/>
              <a:buFont typeface="Arial"/>
              <a:buNone/>
              <a:defRPr sz="1371" b="1"/>
            </a:lvl1pPr>
            <a:lvl2pPr marL="914400" lvl="1" indent="-228600" algn="l">
              <a:spcBef>
                <a:spcPts val="229"/>
              </a:spcBef>
              <a:spcAft>
                <a:spcPts val="0"/>
              </a:spcAft>
              <a:buClr>
                <a:schemeClr val="dk1"/>
              </a:buClr>
              <a:buSzPts val="1143"/>
              <a:buFont typeface="Arial"/>
              <a:buNone/>
              <a:defRPr sz="1143" b="1"/>
            </a:lvl2pPr>
            <a:lvl3pPr marL="1371600" lvl="2" indent="-228600" algn="l">
              <a:spcBef>
                <a:spcPts val="206"/>
              </a:spcBef>
              <a:spcAft>
                <a:spcPts val="0"/>
              </a:spcAft>
              <a:buClr>
                <a:schemeClr val="dk1"/>
              </a:buClr>
              <a:buSzPts val="1029"/>
              <a:buFont typeface="Arial"/>
              <a:buNone/>
              <a:defRPr sz="1029" b="1"/>
            </a:lvl3pPr>
            <a:lvl4pPr marL="1828800" lvl="3" indent="-228600" algn="l">
              <a:spcBef>
                <a:spcPts val="183"/>
              </a:spcBef>
              <a:spcAft>
                <a:spcPts val="0"/>
              </a:spcAft>
              <a:buClr>
                <a:schemeClr val="dk1"/>
              </a:buClr>
              <a:buSzPts val="914"/>
              <a:buFont typeface="Arial"/>
              <a:buNone/>
              <a:defRPr sz="914" b="1"/>
            </a:lvl4pPr>
            <a:lvl5pPr marL="2286000" lvl="4" indent="-228600" algn="l">
              <a:spcBef>
                <a:spcPts val="183"/>
              </a:spcBef>
              <a:spcAft>
                <a:spcPts val="0"/>
              </a:spcAft>
              <a:buClr>
                <a:schemeClr val="dk1"/>
              </a:buClr>
              <a:buSzPts val="914"/>
              <a:buFont typeface="Arial"/>
              <a:buNone/>
              <a:defRPr sz="914" b="1"/>
            </a:lvl5pPr>
            <a:lvl6pPr marL="2743200" lvl="5" indent="-228600" algn="l">
              <a:spcBef>
                <a:spcPts val="183"/>
              </a:spcBef>
              <a:spcAft>
                <a:spcPts val="0"/>
              </a:spcAft>
              <a:buClr>
                <a:schemeClr val="dk1"/>
              </a:buClr>
              <a:buSzPts val="914"/>
              <a:buFont typeface="Arial"/>
              <a:buNone/>
              <a:defRPr sz="914" b="1"/>
            </a:lvl6pPr>
            <a:lvl7pPr marL="3200400" lvl="6" indent="-228600" algn="l">
              <a:spcBef>
                <a:spcPts val="183"/>
              </a:spcBef>
              <a:spcAft>
                <a:spcPts val="0"/>
              </a:spcAft>
              <a:buClr>
                <a:schemeClr val="dk1"/>
              </a:buClr>
              <a:buSzPts val="914"/>
              <a:buFont typeface="Arial"/>
              <a:buNone/>
              <a:defRPr sz="914" b="1"/>
            </a:lvl7pPr>
            <a:lvl8pPr marL="3657600" lvl="7" indent="-228600" algn="l">
              <a:spcBef>
                <a:spcPts val="183"/>
              </a:spcBef>
              <a:spcAft>
                <a:spcPts val="0"/>
              </a:spcAft>
              <a:buClr>
                <a:schemeClr val="dk1"/>
              </a:buClr>
              <a:buSzPts val="914"/>
              <a:buFont typeface="Arial"/>
              <a:buNone/>
              <a:defRPr sz="914" b="1"/>
            </a:lvl8pPr>
            <a:lvl9pPr marL="4114800" lvl="8" indent="-228600" algn="l">
              <a:spcBef>
                <a:spcPts val="183"/>
              </a:spcBef>
              <a:spcAft>
                <a:spcPts val="0"/>
              </a:spcAft>
              <a:buClr>
                <a:schemeClr val="dk1"/>
              </a:buClr>
              <a:buSzPts val="914"/>
              <a:buFont typeface="Arial"/>
              <a:buNone/>
              <a:defRPr sz="914" b="1"/>
            </a:lvl9pPr>
          </a:lstStyle>
          <a:p>
            <a:endParaRPr/>
          </a:p>
        </p:txBody>
      </p:sp>
      <p:sp>
        <p:nvSpPr>
          <p:cNvPr id="47" name="Google Shape;47;p6"/>
          <p:cNvSpPr txBox="1">
            <a:spLocks noGrp="1"/>
          </p:cNvSpPr>
          <p:nvPr>
            <p:ph type="body" idx="2"/>
          </p:nvPr>
        </p:nvSpPr>
        <p:spPr>
          <a:xfrm>
            <a:off x="1646464" y="6959600"/>
            <a:ext cx="14544677" cy="12643757"/>
          </a:xfrm>
          <a:prstGeom prst="rect">
            <a:avLst/>
          </a:prstGeom>
          <a:noFill/>
          <a:ln>
            <a:noFill/>
          </a:ln>
        </p:spPr>
        <p:txBody>
          <a:bodyPr spcFirstLastPara="1" wrap="square" lIns="470250" tIns="235125" rIns="470250" bIns="235125" anchor="t" anchorCtr="0">
            <a:noAutofit/>
          </a:bodyPr>
          <a:lstStyle>
            <a:lvl1pPr marL="457200" lvl="0" indent="-315658" algn="l">
              <a:spcBef>
                <a:spcPts val="274"/>
              </a:spcBef>
              <a:spcAft>
                <a:spcPts val="0"/>
              </a:spcAft>
              <a:buClr>
                <a:schemeClr val="dk1"/>
              </a:buClr>
              <a:buSzPts val="1371"/>
              <a:buFont typeface="Arial"/>
              <a:buChar char="•"/>
              <a:defRPr sz="1371"/>
            </a:lvl1pPr>
            <a:lvl2pPr marL="914400" lvl="1" indent="-301180" algn="l">
              <a:spcBef>
                <a:spcPts val="229"/>
              </a:spcBef>
              <a:spcAft>
                <a:spcPts val="0"/>
              </a:spcAft>
              <a:buClr>
                <a:schemeClr val="dk1"/>
              </a:buClr>
              <a:buSzPts val="1143"/>
              <a:buFont typeface="Arial"/>
              <a:buChar char="–"/>
              <a:defRPr sz="1143"/>
            </a:lvl2pPr>
            <a:lvl3pPr marL="1371600" lvl="2" indent="-293941" algn="l">
              <a:spcBef>
                <a:spcPts val="206"/>
              </a:spcBef>
              <a:spcAft>
                <a:spcPts val="0"/>
              </a:spcAft>
              <a:buClr>
                <a:schemeClr val="dk1"/>
              </a:buClr>
              <a:buSzPts val="1029"/>
              <a:buFont typeface="Arial"/>
              <a:buChar char="•"/>
              <a:defRPr sz="1029"/>
            </a:lvl3pPr>
            <a:lvl4pPr marL="1828800" lvl="3" indent="-286639" algn="l">
              <a:spcBef>
                <a:spcPts val="183"/>
              </a:spcBef>
              <a:spcAft>
                <a:spcPts val="0"/>
              </a:spcAft>
              <a:buClr>
                <a:schemeClr val="dk1"/>
              </a:buClr>
              <a:buSzPts val="914"/>
              <a:buFont typeface="Arial"/>
              <a:buChar char="–"/>
              <a:defRPr sz="914"/>
            </a:lvl4pPr>
            <a:lvl5pPr marL="2286000" lvl="4" indent="-286639" algn="l">
              <a:spcBef>
                <a:spcPts val="183"/>
              </a:spcBef>
              <a:spcAft>
                <a:spcPts val="0"/>
              </a:spcAft>
              <a:buClr>
                <a:schemeClr val="dk1"/>
              </a:buClr>
              <a:buSzPts val="914"/>
              <a:buFont typeface="Arial"/>
              <a:buChar char="»"/>
              <a:defRPr sz="914"/>
            </a:lvl5pPr>
            <a:lvl6pPr marL="2743200" lvl="5" indent="-286639" algn="l">
              <a:spcBef>
                <a:spcPts val="183"/>
              </a:spcBef>
              <a:spcAft>
                <a:spcPts val="0"/>
              </a:spcAft>
              <a:buClr>
                <a:schemeClr val="dk1"/>
              </a:buClr>
              <a:buSzPts val="914"/>
              <a:buFont typeface="Arial"/>
              <a:buChar char="»"/>
              <a:defRPr sz="914"/>
            </a:lvl6pPr>
            <a:lvl7pPr marL="3200400" lvl="6" indent="-286639" algn="l">
              <a:spcBef>
                <a:spcPts val="183"/>
              </a:spcBef>
              <a:spcAft>
                <a:spcPts val="0"/>
              </a:spcAft>
              <a:buClr>
                <a:schemeClr val="dk1"/>
              </a:buClr>
              <a:buSzPts val="914"/>
              <a:buFont typeface="Arial"/>
              <a:buChar char="»"/>
              <a:defRPr sz="914"/>
            </a:lvl7pPr>
            <a:lvl8pPr marL="3657600" lvl="7" indent="-286639" algn="l">
              <a:spcBef>
                <a:spcPts val="183"/>
              </a:spcBef>
              <a:spcAft>
                <a:spcPts val="0"/>
              </a:spcAft>
              <a:buClr>
                <a:schemeClr val="dk1"/>
              </a:buClr>
              <a:buSzPts val="914"/>
              <a:buFont typeface="Arial"/>
              <a:buChar char="»"/>
              <a:defRPr sz="914"/>
            </a:lvl8pPr>
            <a:lvl9pPr marL="4114800" lvl="8" indent="-286639" algn="l">
              <a:spcBef>
                <a:spcPts val="183"/>
              </a:spcBef>
              <a:spcAft>
                <a:spcPts val="0"/>
              </a:spcAft>
              <a:buClr>
                <a:schemeClr val="dk1"/>
              </a:buClr>
              <a:buSzPts val="914"/>
              <a:buFont typeface="Arial"/>
              <a:buChar char="»"/>
              <a:defRPr sz="914"/>
            </a:lvl9pPr>
          </a:lstStyle>
          <a:p>
            <a:endParaRPr/>
          </a:p>
        </p:txBody>
      </p:sp>
      <p:sp>
        <p:nvSpPr>
          <p:cNvPr id="48" name="Google Shape;48;p6"/>
          <p:cNvSpPr txBox="1">
            <a:spLocks noGrp="1"/>
          </p:cNvSpPr>
          <p:nvPr>
            <p:ph type="body" idx="3"/>
          </p:nvPr>
        </p:nvSpPr>
        <p:spPr>
          <a:xfrm>
            <a:off x="16721818" y="4912180"/>
            <a:ext cx="14550120" cy="2047421"/>
          </a:xfrm>
          <a:prstGeom prst="rect">
            <a:avLst/>
          </a:prstGeom>
          <a:noFill/>
          <a:ln>
            <a:noFill/>
          </a:ln>
        </p:spPr>
        <p:txBody>
          <a:bodyPr spcFirstLastPara="1" wrap="square" lIns="470250" tIns="235125" rIns="470250" bIns="235125" anchor="b" anchorCtr="0">
            <a:noAutofit/>
          </a:bodyPr>
          <a:lstStyle>
            <a:lvl1pPr marL="457200" lvl="0" indent="-228600" algn="l">
              <a:spcBef>
                <a:spcPts val="274"/>
              </a:spcBef>
              <a:spcAft>
                <a:spcPts val="0"/>
              </a:spcAft>
              <a:buClr>
                <a:schemeClr val="dk1"/>
              </a:buClr>
              <a:buSzPts val="1371"/>
              <a:buFont typeface="Arial"/>
              <a:buNone/>
              <a:defRPr sz="1371" b="1"/>
            </a:lvl1pPr>
            <a:lvl2pPr marL="914400" lvl="1" indent="-228600" algn="l">
              <a:spcBef>
                <a:spcPts val="229"/>
              </a:spcBef>
              <a:spcAft>
                <a:spcPts val="0"/>
              </a:spcAft>
              <a:buClr>
                <a:schemeClr val="dk1"/>
              </a:buClr>
              <a:buSzPts val="1143"/>
              <a:buFont typeface="Arial"/>
              <a:buNone/>
              <a:defRPr sz="1143" b="1"/>
            </a:lvl2pPr>
            <a:lvl3pPr marL="1371600" lvl="2" indent="-228600" algn="l">
              <a:spcBef>
                <a:spcPts val="206"/>
              </a:spcBef>
              <a:spcAft>
                <a:spcPts val="0"/>
              </a:spcAft>
              <a:buClr>
                <a:schemeClr val="dk1"/>
              </a:buClr>
              <a:buSzPts val="1029"/>
              <a:buFont typeface="Arial"/>
              <a:buNone/>
              <a:defRPr sz="1029" b="1"/>
            </a:lvl3pPr>
            <a:lvl4pPr marL="1828800" lvl="3" indent="-228600" algn="l">
              <a:spcBef>
                <a:spcPts val="183"/>
              </a:spcBef>
              <a:spcAft>
                <a:spcPts val="0"/>
              </a:spcAft>
              <a:buClr>
                <a:schemeClr val="dk1"/>
              </a:buClr>
              <a:buSzPts val="914"/>
              <a:buFont typeface="Arial"/>
              <a:buNone/>
              <a:defRPr sz="914" b="1"/>
            </a:lvl4pPr>
            <a:lvl5pPr marL="2286000" lvl="4" indent="-228600" algn="l">
              <a:spcBef>
                <a:spcPts val="183"/>
              </a:spcBef>
              <a:spcAft>
                <a:spcPts val="0"/>
              </a:spcAft>
              <a:buClr>
                <a:schemeClr val="dk1"/>
              </a:buClr>
              <a:buSzPts val="914"/>
              <a:buFont typeface="Arial"/>
              <a:buNone/>
              <a:defRPr sz="914" b="1"/>
            </a:lvl5pPr>
            <a:lvl6pPr marL="2743200" lvl="5" indent="-228600" algn="l">
              <a:spcBef>
                <a:spcPts val="183"/>
              </a:spcBef>
              <a:spcAft>
                <a:spcPts val="0"/>
              </a:spcAft>
              <a:buClr>
                <a:schemeClr val="dk1"/>
              </a:buClr>
              <a:buSzPts val="914"/>
              <a:buFont typeface="Arial"/>
              <a:buNone/>
              <a:defRPr sz="914" b="1"/>
            </a:lvl6pPr>
            <a:lvl7pPr marL="3200400" lvl="6" indent="-228600" algn="l">
              <a:spcBef>
                <a:spcPts val="183"/>
              </a:spcBef>
              <a:spcAft>
                <a:spcPts val="0"/>
              </a:spcAft>
              <a:buClr>
                <a:schemeClr val="dk1"/>
              </a:buClr>
              <a:buSzPts val="914"/>
              <a:buFont typeface="Arial"/>
              <a:buNone/>
              <a:defRPr sz="914" b="1"/>
            </a:lvl7pPr>
            <a:lvl8pPr marL="3657600" lvl="7" indent="-228600" algn="l">
              <a:spcBef>
                <a:spcPts val="183"/>
              </a:spcBef>
              <a:spcAft>
                <a:spcPts val="0"/>
              </a:spcAft>
              <a:buClr>
                <a:schemeClr val="dk1"/>
              </a:buClr>
              <a:buSzPts val="914"/>
              <a:buFont typeface="Arial"/>
              <a:buNone/>
              <a:defRPr sz="914" b="1"/>
            </a:lvl8pPr>
            <a:lvl9pPr marL="4114800" lvl="8" indent="-228600" algn="l">
              <a:spcBef>
                <a:spcPts val="183"/>
              </a:spcBef>
              <a:spcAft>
                <a:spcPts val="0"/>
              </a:spcAft>
              <a:buClr>
                <a:schemeClr val="dk1"/>
              </a:buClr>
              <a:buSzPts val="914"/>
              <a:buFont typeface="Arial"/>
              <a:buNone/>
              <a:defRPr sz="914" b="1"/>
            </a:lvl9pPr>
          </a:lstStyle>
          <a:p>
            <a:endParaRPr/>
          </a:p>
        </p:txBody>
      </p:sp>
      <p:sp>
        <p:nvSpPr>
          <p:cNvPr id="49" name="Google Shape;49;p6"/>
          <p:cNvSpPr txBox="1">
            <a:spLocks noGrp="1"/>
          </p:cNvSpPr>
          <p:nvPr>
            <p:ph type="body" idx="4"/>
          </p:nvPr>
        </p:nvSpPr>
        <p:spPr>
          <a:xfrm>
            <a:off x="16721818" y="6959600"/>
            <a:ext cx="14550120" cy="12643757"/>
          </a:xfrm>
          <a:prstGeom prst="rect">
            <a:avLst/>
          </a:prstGeom>
          <a:noFill/>
          <a:ln>
            <a:noFill/>
          </a:ln>
        </p:spPr>
        <p:txBody>
          <a:bodyPr spcFirstLastPara="1" wrap="square" lIns="470250" tIns="235125" rIns="470250" bIns="235125" anchor="t" anchorCtr="0">
            <a:noAutofit/>
          </a:bodyPr>
          <a:lstStyle>
            <a:lvl1pPr marL="457200" lvl="0" indent="-315658" algn="l">
              <a:spcBef>
                <a:spcPts val="274"/>
              </a:spcBef>
              <a:spcAft>
                <a:spcPts val="0"/>
              </a:spcAft>
              <a:buClr>
                <a:schemeClr val="dk1"/>
              </a:buClr>
              <a:buSzPts val="1371"/>
              <a:buFont typeface="Arial"/>
              <a:buChar char="•"/>
              <a:defRPr sz="1371"/>
            </a:lvl1pPr>
            <a:lvl2pPr marL="914400" lvl="1" indent="-301180" algn="l">
              <a:spcBef>
                <a:spcPts val="229"/>
              </a:spcBef>
              <a:spcAft>
                <a:spcPts val="0"/>
              </a:spcAft>
              <a:buClr>
                <a:schemeClr val="dk1"/>
              </a:buClr>
              <a:buSzPts val="1143"/>
              <a:buFont typeface="Arial"/>
              <a:buChar char="–"/>
              <a:defRPr sz="1143"/>
            </a:lvl2pPr>
            <a:lvl3pPr marL="1371600" lvl="2" indent="-293941" algn="l">
              <a:spcBef>
                <a:spcPts val="206"/>
              </a:spcBef>
              <a:spcAft>
                <a:spcPts val="0"/>
              </a:spcAft>
              <a:buClr>
                <a:schemeClr val="dk1"/>
              </a:buClr>
              <a:buSzPts val="1029"/>
              <a:buFont typeface="Arial"/>
              <a:buChar char="•"/>
              <a:defRPr sz="1029"/>
            </a:lvl3pPr>
            <a:lvl4pPr marL="1828800" lvl="3" indent="-286639" algn="l">
              <a:spcBef>
                <a:spcPts val="183"/>
              </a:spcBef>
              <a:spcAft>
                <a:spcPts val="0"/>
              </a:spcAft>
              <a:buClr>
                <a:schemeClr val="dk1"/>
              </a:buClr>
              <a:buSzPts val="914"/>
              <a:buFont typeface="Arial"/>
              <a:buChar char="–"/>
              <a:defRPr sz="914"/>
            </a:lvl4pPr>
            <a:lvl5pPr marL="2286000" lvl="4" indent="-286639" algn="l">
              <a:spcBef>
                <a:spcPts val="183"/>
              </a:spcBef>
              <a:spcAft>
                <a:spcPts val="0"/>
              </a:spcAft>
              <a:buClr>
                <a:schemeClr val="dk1"/>
              </a:buClr>
              <a:buSzPts val="914"/>
              <a:buFont typeface="Arial"/>
              <a:buChar char="»"/>
              <a:defRPr sz="914"/>
            </a:lvl5pPr>
            <a:lvl6pPr marL="2743200" lvl="5" indent="-286639" algn="l">
              <a:spcBef>
                <a:spcPts val="183"/>
              </a:spcBef>
              <a:spcAft>
                <a:spcPts val="0"/>
              </a:spcAft>
              <a:buClr>
                <a:schemeClr val="dk1"/>
              </a:buClr>
              <a:buSzPts val="914"/>
              <a:buFont typeface="Arial"/>
              <a:buChar char="»"/>
              <a:defRPr sz="914"/>
            </a:lvl6pPr>
            <a:lvl7pPr marL="3200400" lvl="6" indent="-286639" algn="l">
              <a:spcBef>
                <a:spcPts val="183"/>
              </a:spcBef>
              <a:spcAft>
                <a:spcPts val="0"/>
              </a:spcAft>
              <a:buClr>
                <a:schemeClr val="dk1"/>
              </a:buClr>
              <a:buSzPts val="914"/>
              <a:buFont typeface="Arial"/>
              <a:buChar char="»"/>
              <a:defRPr sz="914"/>
            </a:lvl7pPr>
            <a:lvl8pPr marL="3657600" lvl="7" indent="-286639" algn="l">
              <a:spcBef>
                <a:spcPts val="183"/>
              </a:spcBef>
              <a:spcAft>
                <a:spcPts val="0"/>
              </a:spcAft>
              <a:buClr>
                <a:schemeClr val="dk1"/>
              </a:buClr>
              <a:buSzPts val="914"/>
              <a:buFont typeface="Arial"/>
              <a:buChar char="»"/>
              <a:defRPr sz="914"/>
            </a:lvl8pPr>
            <a:lvl9pPr marL="4114800" lvl="8" indent="-286639" algn="l">
              <a:spcBef>
                <a:spcPts val="183"/>
              </a:spcBef>
              <a:spcAft>
                <a:spcPts val="0"/>
              </a:spcAft>
              <a:buClr>
                <a:schemeClr val="dk1"/>
              </a:buClr>
              <a:buSzPts val="914"/>
              <a:buFont typeface="Arial"/>
              <a:buChar char="»"/>
              <a:defRPr sz="914"/>
            </a:lvl9pPr>
          </a:lstStyle>
          <a:p>
            <a:endParaRPr/>
          </a:p>
        </p:txBody>
      </p:sp>
      <p:sp>
        <p:nvSpPr>
          <p:cNvPr id="50" name="Google Shape;50;p6"/>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7"/>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8"/>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1646465" y="873580"/>
            <a:ext cx="10829926" cy="3718378"/>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114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9"/>
          <p:cNvSpPr txBox="1">
            <a:spLocks noGrp="1"/>
          </p:cNvSpPr>
          <p:nvPr>
            <p:ph type="body" idx="1"/>
          </p:nvPr>
        </p:nvSpPr>
        <p:spPr>
          <a:xfrm>
            <a:off x="12869636" y="873580"/>
            <a:ext cx="18402300" cy="18729778"/>
          </a:xfrm>
          <a:prstGeom prst="rect">
            <a:avLst/>
          </a:prstGeom>
          <a:noFill/>
          <a:ln>
            <a:noFill/>
          </a:ln>
        </p:spPr>
        <p:txBody>
          <a:bodyPr spcFirstLastPara="1" wrap="square" lIns="470250" tIns="235125" rIns="470250" bIns="235125" anchor="t" anchorCtr="0">
            <a:noAutofit/>
          </a:bodyPr>
          <a:lstStyle>
            <a:lvl1pPr marL="457200" lvl="0" indent="-344741" algn="l">
              <a:spcBef>
                <a:spcPts val="366"/>
              </a:spcBef>
              <a:spcAft>
                <a:spcPts val="0"/>
              </a:spcAft>
              <a:buClr>
                <a:schemeClr val="dk1"/>
              </a:buClr>
              <a:buSzPts val="1829"/>
              <a:buFont typeface="Arial"/>
              <a:buChar char="•"/>
              <a:defRPr sz="1829"/>
            </a:lvl1pPr>
            <a:lvl2pPr marL="914400" lvl="1" indent="-330200" algn="l">
              <a:spcBef>
                <a:spcPts val="320"/>
              </a:spcBef>
              <a:spcAft>
                <a:spcPts val="0"/>
              </a:spcAft>
              <a:buClr>
                <a:schemeClr val="dk1"/>
              </a:buClr>
              <a:buSzPts val="1600"/>
              <a:buFont typeface="Arial"/>
              <a:buChar char="–"/>
              <a:defRPr sz="1600"/>
            </a:lvl2pPr>
            <a:lvl3pPr marL="1371600" lvl="2" indent="-315658" algn="l">
              <a:spcBef>
                <a:spcPts val="274"/>
              </a:spcBef>
              <a:spcAft>
                <a:spcPts val="0"/>
              </a:spcAft>
              <a:buClr>
                <a:schemeClr val="dk1"/>
              </a:buClr>
              <a:buSzPts val="1371"/>
              <a:buFont typeface="Arial"/>
              <a:buChar char="•"/>
              <a:defRPr sz="1371"/>
            </a:lvl3pPr>
            <a:lvl4pPr marL="1828800" lvl="3" indent="-301180" algn="l">
              <a:spcBef>
                <a:spcPts val="229"/>
              </a:spcBef>
              <a:spcAft>
                <a:spcPts val="0"/>
              </a:spcAft>
              <a:buClr>
                <a:schemeClr val="dk1"/>
              </a:buClr>
              <a:buSzPts val="1143"/>
              <a:buFont typeface="Arial"/>
              <a:buChar char="–"/>
              <a:defRPr sz="1143"/>
            </a:lvl4pPr>
            <a:lvl5pPr marL="2286000" lvl="4" indent="-301180" algn="l">
              <a:spcBef>
                <a:spcPts val="229"/>
              </a:spcBef>
              <a:spcAft>
                <a:spcPts val="0"/>
              </a:spcAft>
              <a:buClr>
                <a:schemeClr val="dk1"/>
              </a:buClr>
              <a:buSzPts val="1143"/>
              <a:buFont typeface="Arial"/>
              <a:buChar char="»"/>
              <a:defRPr sz="1143"/>
            </a:lvl5pPr>
            <a:lvl6pPr marL="2743200" lvl="5" indent="-301180" algn="l">
              <a:spcBef>
                <a:spcPts val="229"/>
              </a:spcBef>
              <a:spcAft>
                <a:spcPts val="0"/>
              </a:spcAft>
              <a:buClr>
                <a:schemeClr val="dk1"/>
              </a:buClr>
              <a:buSzPts val="1143"/>
              <a:buFont typeface="Arial"/>
              <a:buChar char="»"/>
              <a:defRPr sz="1143"/>
            </a:lvl6pPr>
            <a:lvl7pPr marL="3200400" lvl="6" indent="-301180" algn="l">
              <a:spcBef>
                <a:spcPts val="229"/>
              </a:spcBef>
              <a:spcAft>
                <a:spcPts val="0"/>
              </a:spcAft>
              <a:buClr>
                <a:schemeClr val="dk1"/>
              </a:buClr>
              <a:buSzPts val="1143"/>
              <a:buFont typeface="Arial"/>
              <a:buChar char="»"/>
              <a:defRPr sz="1143"/>
            </a:lvl7pPr>
            <a:lvl8pPr marL="3657600" lvl="7" indent="-301180" algn="l">
              <a:spcBef>
                <a:spcPts val="229"/>
              </a:spcBef>
              <a:spcAft>
                <a:spcPts val="0"/>
              </a:spcAft>
              <a:buClr>
                <a:schemeClr val="dk1"/>
              </a:buClr>
              <a:buSzPts val="1143"/>
              <a:buFont typeface="Arial"/>
              <a:buChar char="»"/>
              <a:defRPr sz="1143"/>
            </a:lvl8pPr>
            <a:lvl9pPr marL="4114800" lvl="8" indent="-301180" algn="l">
              <a:spcBef>
                <a:spcPts val="229"/>
              </a:spcBef>
              <a:spcAft>
                <a:spcPts val="0"/>
              </a:spcAft>
              <a:buClr>
                <a:schemeClr val="dk1"/>
              </a:buClr>
              <a:buSzPts val="1143"/>
              <a:buFont typeface="Arial"/>
              <a:buChar char="»"/>
              <a:defRPr sz="1143"/>
            </a:lvl9pPr>
          </a:lstStyle>
          <a:p>
            <a:endParaRPr/>
          </a:p>
        </p:txBody>
      </p:sp>
      <p:sp>
        <p:nvSpPr>
          <p:cNvPr id="65" name="Google Shape;65;p9"/>
          <p:cNvSpPr txBox="1">
            <a:spLocks noGrp="1"/>
          </p:cNvSpPr>
          <p:nvPr>
            <p:ph type="body" idx="2"/>
          </p:nvPr>
        </p:nvSpPr>
        <p:spPr>
          <a:xfrm>
            <a:off x="1646465" y="4591957"/>
            <a:ext cx="10829926" cy="15011400"/>
          </a:xfrm>
          <a:prstGeom prst="rect">
            <a:avLst/>
          </a:prstGeom>
          <a:noFill/>
          <a:ln>
            <a:noFill/>
          </a:ln>
        </p:spPr>
        <p:txBody>
          <a:bodyPr spcFirstLastPara="1" wrap="square" lIns="470250" tIns="235125" rIns="470250" bIns="235125" anchor="t" anchorCtr="0">
            <a:noAutofit/>
          </a:bodyPr>
          <a:lstStyle>
            <a:lvl1pPr marL="457200" lvl="0" indent="-228600" algn="l">
              <a:spcBef>
                <a:spcPts val="160"/>
              </a:spcBef>
              <a:spcAft>
                <a:spcPts val="0"/>
              </a:spcAft>
              <a:buClr>
                <a:schemeClr val="dk1"/>
              </a:buClr>
              <a:buSzPts val="800"/>
              <a:buFont typeface="Arial"/>
              <a:buNone/>
              <a:defRPr sz="800"/>
            </a:lvl1pPr>
            <a:lvl2pPr marL="914400" lvl="1" indent="-228600" algn="l">
              <a:spcBef>
                <a:spcPts val="137"/>
              </a:spcBef>
              <a:spcAft>
                <a:spcPts val="0"/>
              </a:spcAft>
              <a:buClr>
                <a:schemeClr val="dk1"/>
              </a:buClr>
              <a:buSzPts val="686"/>
              <a:buFont typeface="Arial"/>
              <a:buNone/>
              <a:defRPr sz="686"/>
            </a:lvl2pPr>
            <a:lvl3pPr marL="1371600" lvl="2" indent="-228600" algn="l">
              <a:spcBef>
                <a:spcPts val="114"/>
              </a:spcBef>
              <a:spcAft>
                <a:spcPts val="0"/>
              </a:spcAft>
              <a:buClr>
                <a:schemeClr val="dk1"/>
              </a:buClr>
              <a:buSzPts val="571"/>
              <a:buFont typeface="Arial"/>
              <a:buNone/>
              <a:defRPr sz="571"/>
            </a:lvl3pPr>
            <a:lvl4pPr marL="1828800" lvl="3" indent="-228600" algn="l">
              <a:spcBef>
                <a:spcPts val="103"/>
              </a:spcBef>
              <a:spcAft>
                <a:spcPts val="0"/>
              </a:spcAft>
              <a:buClr>
                <a:schemeClr val="dk1"/>
              </a:buClr>
              <a:buSzPts val="514"/>
              <a:buFont typeface="Arial"/>
              <a:buNone/>
              <a:defRPr sz="514"/>
            </a:lvl4pPr>
            <a:lvl5pPr marL="2286000" lvl="4" indent="-228600" algn="l">
              <a:spcBef>
                <a:spcPts val="103"/>
              </a:spcBef>
              <a:spcAft>
                <a:spcPts val="0"/>
              </a:spcAft>
              <a:buClr>
                <a:schemeClr val="dk1"/>
              </a:buClr>
              <a:buSzPts val="514"/>
              <a:buFont typeface="Arial"/>
              <a:buNone/>
              <a:defRPr sz="514"/>
            </a:lvl5pPr>
            <a:lvl6pPr marL="2743200" lvl="5" indent="-228600" algn="l">
              <a:spcBef>
                <a:spcPts val="103"/>
              </a:spcBef>
              <a:spcAft>
                <a:spcPts val="0"/>
              </a:spcAft>
              <a:buClr>
                <a:schemeClr val="dk1"/>
              </a:buClr>
              <a:buSzPts val="514"/>
              <a:buFont typeface="Arial"/>
              <a:buNone/>
              <a:defRPr sz="514"/>
            </a:lvl6pPr>
            <a:lvl7pPr marL="3200400" lvl="6" indent="-228600" algn="l">
              <a:spcBef>
                <a:spcPts val="103"/>
              </a:spcBef>
              <a:spcAft>
                <a:spcPts val="0"/>
              </a:spcAft>
              <a:buClr>
                <a:schemeClr val="dk1"/>
              </a:buClr>
              <a:buSzPts val="514"/>
              <a:buFont typeface="Arial"/>
              <a:buNone/>
              <a:defRPr sz="514"/>
            </a:lvl7pPr>
            <a:lvl8pPr marL="3657600" lvl="7" indent="-228600" algn="l">
              <a:spcBef>
                <a:spcPts val="103"/>
              </a:spcBef>
              <a:spcAft>
                <a:spcPts val="0"/>
              </a:spcAft>
              <a:buClr>
                <a:schemeClr val="dk1"/>
              </a:buClr>
              <a:buSzPts val="514"/>
              <a:buFont typeface="Arial"/>
              <a:buNone/>
              <a:defRPr sz="514"/>
            </a:lvl8pPr>
            <a:lvl9pPr marL="4114800" lvl="8" indent="-228600" algn="l">
              <a:spcBef>
                <a:spcPts val="103"/>
              </a:spcBef>
              <a:spcAft>
                <a:spcPts val="0"/>
              </a:spcAft>
              <a:buClr>
                <a:schemeClr val="dk1"/>
              </a:buClr>
              <a:buSzPts val="514"/>
              <a:buFont typeface="Arial"/>
              <a:buNone/>
              <a:defRPr sz="514"/>
            </a:lvl9pPr>
          </a:lstStyle>
          <a:p>
            <a:endParaRPr/>
          </a:p>
        </p:txBody>
      </p:sp>
      <p:sp>
        <p:nvSpPr>
          <p:cNvPr id="66" name="Google Shape;66;p9"/>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9"/>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6452508" y="15361558"/>
            <a:ext cx="19750768" cy="1814286"/>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114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10"/>
          <p:cNvSpPr>
            <a:spLocks noGrp="1"/>
          </p:cNvSpPr>
          <p:nvPr>
            <p:ph type="pic" idx="2"/>
          </p:nvPr>
        </p:nvSpPr>
        <p:spPr>
          <a:xfrm>
            <a:off x="6452508" y="1961244"/>
            <a:ext cx="19750768" cy="13167178"/>
          </a:xfrm>
          <a:prstGeom prst="rect">
            <a:avLst/>
          </a:prstGeom>
          <a:noFill/>
          <a:ln>
            <a:noFill/>
          </a:ln>
        </p:spPr>
      </p:sp>
      <p:sp>
        <p:nvSpPr>
          <p:cNvPr id="72" name="Google Shape;72;p10"/>
          <p:cNvSpPr txBox="1">
            <a:spLocks noGrp="1"/>
          </p:cNvSpPr>
          <p:nvPr>
            <p:ph type="body" idx="1"/>
          </p:nvPr>
        </p:nvSpPr>
        <p:spPr>
          <a:xfrm>
            <a:off x="6452508" y="17175843"/>
            <a:ext cx="19750768" cy="2575379"/>
          </a:xfrm>
          <a:prstGeom prst="rect">
            <a:avLst/>
          </a:prstGeom>
          <a:noFill/>
          <a:ln>
            <a:noFill/>
          </a:ln>
        </p:spPr>
        <p:txBody>
          <a:bodyPr spcFirstLastPara="1" wrap="square" lIns="470250" tIns="235125" rIns="470250" bIns="235125" anchor="t" anchorCtr="0">
            <a:noAutofit/>
          </a:bodyPr>
          <a:lstStyle>
            <a:lvl1pPr marL="457200" lvl="0" indent="-228600" algn="l">
              <a:spcBef>
                <a:spcPts val="160"/>
              </a:spcBef>
              <a:spcAft>
                <a:spcPts val="0"/>
              </a:spcAft>
              <a:buClr>
                <a:schemeClr val="dk1"/>
              </a:buClr>
              <a:buSzPts val="800"/>
              <a:buFont typeface="Arial"/>
              <a:buNone/>
              <a:defRPr sz="800"/>
            </a:lvl1pPr>
            <a:lvl2pPr marL="914400" lvl="1" indent="-228600" algn="l">
              <a:spcBef>
                <a:spcPts val="137"/>
              </a:spcBef>
              <a:spcAft>
                <a:spcPts val="0"/>
              </a:spcAft>
              <a:buClr>
                <a:schemeClr val="dk1"/>
              </a:buClr>
              <a:buSzPts val="686"/>
              <a:buFont typeface="Arial"/>
              <a:buNone/>
              <a:defRPr sz="686"/>
            </a:lvl2pPr>
            <a:lvl3pPr marL="1371600" lvl="2" indent="-228600" algn="l">
              <a:spcBef>
                <a:spcPts val="114"/>
              </a:spcBef>
              <a:spcAft>
                <a:spcPts val="0"/>
              </a:spcAft>
              <a:buClr>
                <a:schemeClr val="dk1"/>
              </a:buClr>
              <a:buSzPts val="571"/>
              <a:buFont typeface="Arial"/>
              <a:buNone/>
              <a:defRPr sz="571"/>
            </a:lvl3pPr>
            <a:lvl4pPr marL="1828800" lvl="3" indent="-228600" algn="l">
              <a:spcBef>
                <a:spcPts val="103"/>
              </a:spcBef>
              <a:spcAft>
                <a:spcPts val="0"/>
              </a:spcAft>
              <a:buClr>
                <a:schemeClr val="dk1"/>
              </a:buClr>
              <a:buSzPts val="514"/>
              <a:buFont typeface="Arial"/>
              <a:buNone/>
              <a:defRPr sz="514"/>
            </a:lvl4pPr>
            <a:lvl5pPr marL="2286000" lvl="4" indent="-228600" algn="l">
              <a:spcBef>
                <a:spcPts val="103"/>
              </a:spcBef>
              <a:spcAft>
                <a:spcPts val="0"/>
              </a:spcAft>
              <a:buClr>
                <a:schemeClr val="dk1"/>
              </a:buClr>
              <a:buSzPts val="514"/>
              <a:buFont typeface="Arial"/>
              <a:buNone/>
              <a:defRPr sz="514"/>
            </a:lvl5pPr>
            <a:lvl6pPr marL="2743200" lvl="5" indent="-228600" algn="l">
              <a:spcBef>
                <a:spcPts val="103"/>
              </a:spcBef>
              <a:spcAft>
                <a:spcPts val="0"/>
              </a:spcAft>
              <a:buClr>
                <a:schemeClr val="dk1"/>
              </a:buClr>
              <a:buSzPts val="514"/>
              <a:buFont typeface="Arial"/>
              <a:buNone/>
              <a:defRPr sz="514"/>
            </a:lvl6pPr>
            <a:lvl7pPr marL="3200400" lvl="6" indent="-228600" algn="l">
              <a:spcBef>
                <a:spcPts val="103"/>
              </a:spcBef>
              <a:spcAft>
                <a:spcPts val="0"/>
              </a:spcAft>
              <a:buClr>
                <a:schemeClr val="dk1"/>
              </a:buClr>
              <a:buSzPts val="514"/>
              <a:buFont typeface="Arial"/>
              <a:buNone/>
              <a:defRPr sz="514"/>
            </a:lvl7pPr>
            <a:lvl8pPr marL="3657600" lvl="7" indent="-228600" algn="l">
              <a:spcBef>
                <a:spcPts val="103"/>
              </a:spcBef>
              <a:spcAft>
                <a:spcPts val="0"/>
              </a:spcAft>
              <a:buClr>
                <a:schemeClr val="dk1"/>
              </a:buClr>
              <a:buSzPts val="514"/>
              <a:buFont typeface="Arial"/>
              <a:buNone/>
              <a:defRPr sz="514"/>
            </a:lvl8pPr>
            <a:lvl9pPr marL="4114800" lvl="8" indent="-228600" algn="l">
              <a:spcBef>
                <a:spcPts val="103"/>
              </a:spcBef>
              <a:spcAft>
                <a:spcPts val="0"/>
              </a:spcAft>
              <a:buClr>
                <a:schemeClr val="dk1"/>
              </a:buClr>
              <a:buSzPts val="514"/>
              <a:buFont typeface="Arial"/>
              <a:buNone/>
              <a:defRPr sz="514"/>
            </a:lvl9pPr>
          </a:lstStyle>
          <a:p>
            <a:endParaRPr/>
          </a:p>
        </p:txBody>
      </p:sp>
      <p:sp>
        <p:nvSpPr>
          <p:cNvPr id="73" name="Google Shape;73;p10"/>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11"/>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 name="Google Shape;78;p11"/>
          <p:cNvSpPr txBox="1">
            <a:spLocks noGrp="1"/>
          </p:cNvSpPr>
          <p:nvPr>
            <p:ph type="body" idx="1"/>
          </p:nvPr>
        </p:nvSpPr>
        <p:spPr>
          <a:xfrm rot="5400000">
            <a:off x="9218614" y="-2450420"/>
            <a:ext cx="14482536" cy="29626833"/>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11"/>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rot="5400000">
            <a:off x="18207946" y="6538913"/>
            <a:ext cx="18724336" cy="7406369"/>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12"/>
          <p:cNvSpPr txBox="1">
            <a:spLocks noGrp="1"/>
          </p:cNvSpPr>
          <p:nvPr>
            <p:ph type="body" idx="1"/>
          </p:nvPr>
        </p:nvSpPr>
        <p:spPr>
          <a:xfrm rot="5400000">
            <a:off x="3329214" y="-802821"/>
            <a:ext cx="18724336" cy="22089836"/>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12"/>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46465" y="879929"/>
            <a:ext cx="29626833" cy="3657600"/>
          </a:xfrm>
          <a:prstGeom prst="rect">
            <a:avLst/>
          </a:prstGeom>
          <a:noFill/>
          <a:ln>
            <a:noFill/>
          </a:ln>
        </p:spPr>
        <p:txBody>
          <a:bodyPr spcFirstLastPara="1" wrap="square" lIns="470250" tIns="235125" rIns="470250" bIns="235125" anchor="ctr" anchorCtr="0">
            <a:noAutofit/>
          </a:bodyPr>
          <a:lstStyle>
            <a:lvl1pPr marR="0" lvl="0" algn="ctr" rtl="0">
              <a:spcBef>
                <a:spcPts val="0"/>
              </a:spcBef>
              <a:spcAft>
                <a:spcPts val="0"/>
              </a:spcAft>
              <a:buSzPts val="1400"/>
              <a:buNone/>
              <a:defRPr sz="12971"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2971"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2971"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2971"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2971"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2971"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2971"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2971"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2971" b="0" i="0" u="none" strike="noStrike" cap="none">
                <a:solidFill>
                  <a:schemeClr val="dk2"/>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1646465" y="5121729"/>
            <a:ext cx="29626833" cy="14482536"/>
          </a:xfrm>
          <a:prstGeom prst="rect">
            <a:avLst/>
          </a:prstGeom>
          <a:noFill/>
          <a:ln>
            <a:noFill/>
          </a:ln>
        </p:spPr>
        <p:txBody>
          <a:bodyPr spcFirstLastPara="1" wrap="square" lIns="470250" tIns="235125" rIns="470250" bIns="235125" anchor="t" anchorCtr="0">
            <a:noAutofit/>
          </a:bodyPr>
          <a:lstStyle>
            <a:lvl1pPr marL="457200" marR="0" lvl="0" indent="-827278" algn="l" rtl="0">
              <a:spcBef>
                <a:spcPts val="1886"/>
              </a:spcBef>
              <a:spcAft>
                <a:spcPts val="0"/>
              </a:spcAft>
              <a:buClr>
                <a:schemeClr val="dk1"/>
              </a:buClr>
              <a:buSzPts val="9428"/>
              <a:buFont typeface="Arial"/>
              <a:buChar char="•"/>
              <a:defRPr sz="9428" b="0" i="0" u="none" strike="noStrike" cap="none">
                <a:solidFill>
                  <a:schemeClr val="dk1"/>
                </a:solidFill>
                <a:latin typeface="Arial"/>
                <a:ea typeface="Arial"/>
                <a:cs typeface="Arial"/>
                <a:sym typeface="Arial"/>
              </a:defRPr>
            </a:lvl1pPr>
            <a:lvl2pPr marL="914400" marR="0" lvl="1" indent="-751078" algn="l" rtl="0">
              <a:spcBef>
                <a:spcPts val="1646"/>
              </a:spcBef>
              <a:spcAft>
                <a:spcPts val="0"/>
              </a:spcAft>
              <a:buClr>
                <a:schemeClr val="dk1"/>
              </a:buClr>
              <a:buSzPts val="8228"/>
              <a:buFont typeface="Arial"/>
              <a:buChar char="–"/>
              <a:defRPr sz="8228" b="0" i="0" u="none" strike="noStrike" cap="none">
                <a:solidFill>
                  <a:schemeClr val="dk1"/>
                </a:solidFill>
                <a:latin typeface="Arial"/>
                <a:ea typeface="Arial"/>
                <a:cs typeface="Arial"/>
                <a:sym typeface="Arial"/>
              </a:defRPr>
            </a:lvl2pPr>
            <a:lvl3pPr marL="1371600" marR="0" lvl="2" indent="-674878" algn="l" rtl="0">
              <a:spcBef>
                <a:spcPts val="1406"/>
              </a:spcBef>
              <a:spcAft>
                <a:spcPts val="0"/>
              </a:spcAft>
              <a:buClr>
                <a:schemeClr val="dk1"/>
              </a:buClr>
              <a:buSzPts val="7028"/>
              <a:buFont typeface="Arial"/>
              <a:buChar char="•"/>
              <a:defRPr sz="7028" b="0" i="0" u="none" strike="noStrike" cap="none">
                <a:solidFill>
                  <a:schemeClr val="dk1"/>
                </a:solidFill>
                <a:latin typeface="Arial"/>
                <a:ea typeface="Arial"/>
                <a:cs typeface="Arial"/>
                <a:sym typeface="Arial"/>
              </a:defRPr>
            </a:lvl3pPr>
            <a:lvl4pPr marL="1828800" marR="0" lvl="3"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4pPr>
            <a:lvl5pPr marL="2286000" marR="0" lvl="4"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5pPr>
            <a:lvl6pPr marL="2743200" marR="0" lvl="5"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6pPr>
            <a:lvl7pPr marL="3200400" marR="0" lvl="6"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7pPr>
            <a:lvl8pPr marL="3657600" marR="0" lvl="7"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8pPr>
            <a:lvl9pPr marL="4114800" marR="0" lvl="8" indent="-605980" algn="l" rtl="0">
              <a:spcBef>
                <a:spcPts val="1189"/>
              </a:spcBef>
              <a:spcAft>
                <a:spcPts val="0"/>
              </a:spcAft>
              <a:buClr>
                <a:schemeClr val="dk1"/>
              </a:buClr>
              <a:buSzPts val="5943"/>
              <a:buFont typeface="Arial"/>
              <a:buChar char="»"/>
              <a:defRPr sz="5943"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1646465" y="19985264"/>
            <a:ext cx="7681232" cy="1524000"/>
          </a:xfrm>
          <a:prstGeom prst="rect">
            <a:avLst/>
          </a:prstGeom>
          <a:noFill/>
          <a:ln>
            <a:noFill/>
          </a:ln>
        </p:spPr>
        <p:txBody>
          <a:bodyPr spcFirstLastPara="1" wrap="square" lIns="470250" tIns="235125" rIns="470250" bIns="235125" anchor="t" anchorCtr="0">
            <a:noAutofit/>
          </a:bodyPr>
          <a:lstStyle>
            <a:lvl1pPr marR="0" lvl="0" algn="l" rtl="0">
              <a:spcBef>
                <a:spcPts val="0"/>
              </a:spcBef>
              <a:spcAft>
                <a:spcPts val="0"/>
              </a:spcAft>
              <a:buSzPts val="1400"/>
              <a:buNone/>
              <a:defRPr sz="4114"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11247665" y="19985264"/>
            <a:ext cx="10424432" cy="1524000"/>
          </a:xfrm>
          <a:prstGeom prst="rect">
            <a:avLst/>
          </a:prstGeom>
          <a:noFill/>
          <a:ln>
            <a:noFill/>
          </a:ln>
        </p:spPr>
        <p:txBody>
          <a:bodyPr spcFirstLastPara="1" wrap="square" lIns="470250" tIns="235125" rIns="470250" bIns="235125" anchor="t" anchorCtr="0">
            <a:noAutofit/>
          </a:bodyPr>
          <a:lstStyle>
            <a:lvl1pPr marR="0" lvl="0" algn="ctr" rtl="0">
              <a:spcBef>
                <a:spcPts val="0"/>
              </a:spcBef>
              <a:spcAft>
                <a:spcPts val="0"/>
              </a:spcAft>
              <a:buSzPts val="1400"/>
              <a:buNone/>
              <a:defRPr sz="4114"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5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7"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23592065" y="19985264"/>
            <a:ext cx="7681232" cy="1524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4114"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4114"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4114"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4114"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4114"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4114"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4114"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4114"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4114"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3">
            <a:alphaModFix/>
          </a:blip>
          <a:srcRect/>
          <a:stretch/>
        </p:blipFill>
        <p:spPr>
          <a:xfrm rot="-5400000">
            <a:off x="-11074400" y="10972800"/>
            <a:ext cx="14274800" cy="3937000"/>
          </a:xfrm>
          <a:prstGeom prst="rect">
            <a:avLst/>
          </a:prstGeom>
          <a:noFill/>
          <a:ln>
            <a:noFill/>
          </a:ln>
        </p:spPr>
      </p:pic>
      <p:pic>
        <p:nvPicPr>
          <p:cNvPr id="16" name="Google Shape;16;p1"/>
          <p:cNvPicPr preferRelativeResize="0"/>
          <p:nvPr/>
        </p:nvPicPr>
        <p:blipFill rotWithShape="1">
          <a:blip r:embed="rId13">
            <a:alphaModFix/>
          </a:blip>
          <a:srcRect/>
          <a:stretch/>
        </p:blipFill>
        <p:spPr>
          <a:xfrm rot="5400000">
            <a:off x="29718000" y="10972800"/>
            <a:ext cx="14274800" cy="3937000"/>
          </a:xfrm>
          <a:prstGeom prst="rect">
            <a:avLst/>
          </a:prstGeom>
          <a:noFill/>
          <a:ln>
            <a:noFill/>
          </a:ln>
        </p:spPr>
      </p:pic>
      <p:pic>
        <p:nvPicPr>
          <p:cNvPr id="17" name="Google Shape;17;p1"/>
          <p:cNvPicPr preferRelativeResize="0"/>
          <p:nvPr/>
        </p:nvPicPr>
        <p:blipFill rotWithShape="1">
          <a:blip r:embed="rId14">
            <a:alphaModFix/>
          </a:blip>
          <a:srcRect/>
          <a:stretch/>
        </p:blipFill>
        <p:spPr>
          <a:xfrm>
            <a:off x="1460500" y="22453600"/>
            <a:ext cx="29997400" cy="1447800"/>
          </a:xfrm>
          <a:prstGeom prst="rect">
            <a:avLst/>
          </a:prstGeom>
          <a:noFill/>
          <a:ln>
            <a:noFill/>
          </a:ln>
        </p:spPr>
      </p:pic>
      <p:sp>
        <p:nvSpPr>
          <p:cNvPr id="18" name="Google Shape;18;p1"/>
          <p:cNvSpPr/>
          <p:nvPr/>
        </p:nvSpPr>
        <p:spPr>
          <a:xfrm>
            <a:off x="1460500" y="23025100"/>
            <a:ext cx="16459200" cy="127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560" b="0" i="0" u="none" strike="noStrike" cap="none">
                <a:solidFill>
                  <a:srgbClr val="808080"/>
                </a:solidFill>
                <a:latin typeface="Arial"/>
                <a:ea typeface="Arial"/>
                <a:cs typeface="Arial"/>
                <a:sym typeface="Arial"/>
              </a:rPr>
              <a:t>Template ID: introspectiveporpoise  Size: 36x24</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g"/><Relationship Id="rId11" Type="http://schemas.openxmlformats.org/officeDocument/2006/relationships/image" Target="../media/image11.png"/><Relationship Id="rId5" Type="http://schemas.openxmlformats.org/officeDocument/2006/relationships/image" Target="../media/image5.jpg"/><Relationship Id="rId10" Type="http://schemas.openxmlformats.org/officeDocument/2006/relationships/image" Target="../media/image10.png"/><Relationship Id="rId4" Type="http://schemas.openxmlformats.org/officeDocument/2006/relationships/image" Target="../media/image4.jpg"/><Relationship Id="rId9"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p13"/>
          <p:cNvSpPr/>
          <p:nvPr/>
        </p:nvSpPr>
        <p:spPr>
          <a:xfrm rot="-7453008" flipH="1">
            <a:off x="5396971" y="17200766"/>
            <a:ext cx="6542323" cy="2947345"/>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94" name="Google Shape;94;p13"/>
          <p:cNvSpPr/>
          <p:nvPr/>
        </p:nvSpPr>
        <p:spPr>
          <a:xfrm>
            <a:off x="435693" y="432619"/>
            <a:ext cx="31968359" cy="4208796"/>
          </a:xfrm>
          <a:prstGeom prst="roundRect">
            <a:avLst>
              <a:gd name="adj" fmla="val 16667"/>
            </a:avLst>
          </a:prstGeom>
          <a:solidFill>
            <a:srgbClr val="3D85C6"/>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2667" b="0" i="0" u="none" strike="noStrike" cap="none">
              <a:solidFill>
                <a:schemeClr val="dk1"/>
              </a:solidFill>
              <a:latin typeface="Arial"/>
              <a:ea typeface="Arial"/>
              <a:cs typeface="Arial"/>
              <a:sym typeface="Arial"/>
            </a:endParaRPr>
          </a:p>
        </p:txBody>
      </p:sp>
      <p:sp>
        <p:nvSpPr>
          <p:cNvPr id="95" name="Google Shape;95;p13"/>
          <p:cNvSpPr txBox="1"/>
          <p:nvPr/>
        </p:nvSpPr>
        <p:spPr>
          <a:xfrm>
            <a:off x="4267200" y="854096"/>
            <a:ext cx="24384000" cy="1958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1140"/>
              </a:spcBef>
              <a:spcAft>
                <a:spcPts val="0"/>
              </a:spcAft>
              <a:buClr>
                <a:schemeClr val="lt1"/>
              </a:buClr>
              <a:buSzPts val="5700"/>
              <a:buFont typeface="Montserrat SemiBold"/>
              <a:buNone/>
            </a:pPr>
            <a:r>
              <a:rPr lang="en-US" sz="5700">
                <a:solidFill>
                  <a:schemeClr val="lt1"/>
                </a:solidFill>
                <a:latin typeface="Montserrat SemiBold"/>
                <a:ea typeface="Montserrat SemiBold"/>
                <a:cs typeface="Montserrat SemiBold"/>
                <a:sym typeface="Montserrat SemiBold"/>
              </a:rPr>
              <a:t>Feasibility Study for a Low-Cost DIY Ophthalmic Fundoscopic Camera via 3D Printing for Emergency Resident Physicians</a:t>
            </a:r>
            <a:endParaRPr/>
          </a:p>
        </p:txBody>
      </p:sp>
      <p:sp>
        <p:nvSpPr>
          <p:cNvPr id="96" name="Google Shape;96;p13"/>
          <p:cNvSpPr txBox="1"/>
          <p:nvPr/>
        </p:nvSpPr>
        <p:spPr>
          <a:xfrm>
            <a:off x="4267200" y="2988449"/>
            <a:ext cx="24384000" cy="1233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lt1"/>
              </a:buClr>
              <a:buSzPts val="3700"/>
              <a:buFont typeface="Arial"/>
              <a:buNone/>
            </a:pPr>
            <a:r>
              <a:rPr lang="en-US" sz="3700">
                <a:solidFill>
                  <a:schemeClr val="lt1"/>
                </a:solidFill>
                <a:latin typeface="Domine"/>
                <a:ea typeface="Domine"/>
                <a:cs typeface="Domine"/>
                <a:sym typeface="Domine"/>
              </a:rPr>
              <a:t>L.S. Urita, MD MPH; S. Lake, RN; J. Thiesen, DO; S. Alhadi, M.D.; R. Gill, DO</a:t>
            </a:r>
            <a:endParaRPr/>
          </a:p>
          <a:p>
            <a:pPr marL="0" marR="0" lvl="0" indent="0" algn="ctr" rtl="0">
              <a:lnSpc>
                <a:spcPct val="100000"/>
              </a:lnSpc>
              <a:spcBef>
                <a:spcPts val="740"/>
              </a:spcBef>
              <a:spcAft>
                <a:spcPts val="0"/>
              </a:spcAft>
              <a:buClr>
                <a:schemeClr val="lt1"/>
              </a:buClr>
              <a:buSzPts val="3700"/>
              <a:buFont typeface="Arial"/>
              <a:buNone/>
            </a:pPr>
            <a:r>
              <a:rPr lang="en-US" sz="3700">
                <a:solidFill>
                  <a:schemeClr val="lt1"/>
                </a:solidFill>
                <a:latin typeface="Domine"/>
                <a:ea typeface="Domine"/>
                <a:cs typeface="Domine"/>
                <a:sym typeface="Domine"/>
              </a:rPr>
              <a:t>Saint Agnes Medical Center Emergency Department</a:t>
            </a:r>
            <a:endParaRPr/>
          </a:p>
        </p:txBody>
      </p:sp>
      <p:sp>
        <p:nvSpPr>
          <p:cNvPr id="97" name="Google Shape;97;p13"/>
          <p:cNvSpPr/>
          <p:nvPr/>
        </p:nvSpPr>
        <p:spPr>
          <a:xfrm rot="5163333" flipH="1">
            <a:off x="27226794" y="9196384"/>
            <a:ext cx="6542323" cy="3314009"/>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98" name="Google Shape;98;p13"/>
          <p:cNvSpPr/>
          <p:nvPr/>
        </p:nvSpPr>
        <p:spPr>
          <a:xfrm rot="-10016971" flipH="1">
            <a:off x="19661577" y="18218651"/>
            <a:ext cx="7368030" cy="2942621"/>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99" name="Google Shape;99;p13"/>
          <p:cNvSpPr/>
          <p:nvPr/>
        </p:nvSpPr>
        <p:spPr>
          <a:xfrm rot="-2732814" flipH="1">
            <a:off x="155939" y="7325610"/>
            <a:ext cx="6542323" cy="3314009"/>
          </a:xfrm>
          <a:prstGeom prst="curvedDownArrow">
            <a:avLst>
              <a:gd name="adj1" fmla="val 22694"/>
              <a:gd name="adj2" fmla="val 65914"/>
              <a:gd name="adj3" fmla="val 39794"/>
            </a:avLst>
          </a:prstGeom>
          <a:solidFill>
            <a:srgbClr val="3C78D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nvGrpSpPr>
          <p:cNvPr id="100" name="Google Shape;100;p13"/>
          <p:cNvGrpSpPr/>
          <p:nvPr/>
        </p:nvGrpSpPr>
        <p:grpSpPr>
          <a:xfrm>
            <a:off x="641981" y="5051971"/>
            <a:ext cx="31761931" cy="16464945"/>
            <a:chOff x="855406" y="6602876"/>
            <a:chExt cx="42371840" cy="25674325"/>
          </a:xfrm>
        </p:grpSpPr>
        <p:grpSp>
          <p:nvGrpSpPr>
            <p:cNvPr id="101" name="Google Shape;101;p13"/>
            <p:cNvGrpSpPr/>
            <p:nvPr/>
          </p:nvGrpSpPr>
          <p:grpSpPr>
            <a:xfrm>
              <a:off x="855406" y="16622812"/>
              <a:ext cx="15178625" cy="10298592"/>
              <a:chOff x="855406" y="16622812"/>
              <a:chExt cx="15178625" cy="10298592"/>
            </a:xfrm>
          </p:grpSpPr>
          <p:sp>
            <p:nvSpPr>
              <p:cNvPr id="102" name="Google Shape;102;p13"/>
              <p:cNvSpPr/>
              <p:nvPr/>
            </p:nvSpPr>
            <p:spPr>
              <a:xfrm>
                <a:off x="1046857" y="16926020"/>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03" name="Google Shape;103;p13"/>
              <p:cNvSpPr/>
              <p:nvPr/>
            </p:nvSpPr>
            <p:spPr>
              <a:xfrm>
                <a:off x="855406" y="16622812"/>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04" name="Google Shape;104;p13"/>
            <p:cNvGrpSpPr/>
            <p:nvPr/>
          </p:nvGrpSpPr>
          <p:grpSpPr>
            <a:xfrm>
              <a:off x="28048620" y="16592048"/>
              <a:ext cx="15178626" cy="10298592"/>
              <a:chOff x="28048620" y="16592048"/>
              <a:chExt cx="15178626" cy="10298592"/>
            </a:xfrm>
          </p:grpSpPr>
          <p:sp>
            <p:nvSpPr>
              <p:cNvPr id="105" name="Google Shape;105;p13"/>
              <p:cNvSpPr/>
              <p:nvPr/>
            </p:nvSpPr>
            <p:spPr>
              <a:xfrm>
                <a:off x="28240072" y="16895256"/>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06" name="Google Shape;106;p13"/>
              <p:cNvSpPr/>
              <p:nvPr/>
            </p:nvSpPr>
            <p:spPr>
              <a:xfrm>
                <a:off x="28048620" y="16592048"/>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07" name="Google Shape;107;p13"/>
            <p:cNvGrpSpPr/>
            <p:nvPr/>
          </p:nvGrpSpPr>
          <p:grpSpPr>
            <a:xfrm>
              <a:off x="14452012" y="21978607"/>
              <a:ext cx="15178626" cy="10298594"/>
              <a:chOff x="14452012" y="21978607"/>
              <a:chExt cx="15178626" cy="10298594"/>
            </a:xfrm>
          </p:grpSpPr>
          <p:sp>
            <p:nvSpPr>
              <p:cNvPr id="108" name="Google Shape;108;p13"/>
              <p:cNvSpPr/>
              <p:nvPr/>
            </p:nvSpPr>
            <p:spPr>
              <a:xfrm>
                <a:off x="14643464" y="22281817"/>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09" name="Google Shape;109;p13"/>
              <p:cNvSpPr/>
              <p:nvPr/>
            </p:nvSpPr>
            <p:spPr>
              <a:xfrm>
                <a:off x="14452012" y="21978607"/>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10" name="Google Shape;110;p13"/>
            <p:cNvGrpSpPr/>
            <p:nvPr/>
          </p:nvGrpSpPr>
          <p:grpSpPr>
            <a:xfrm>
              <a:off x="6603547" y="6602876"/>
              <a:ext cx="15178625" cy="10298592"/>
              <a:chOff x="6603547" y="6602876"/>
              <a:chExt cx="15178625" cy="10298592"/>
            </a:xfrm>
          </p:grpSpPr>
          <p:sp>
            <p:nvSpPr>
              <p:cNvPr id="111" name="Google Shape;111;p13"/>
              <p:cNvSpPr/>
              <p:nvPr/>
            </p:nvSpPr>
            <p:spPr>
              <a:xfrm>
                <a:off x="6794998" y="6906084"/>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12" name="Google Shape;112;p13"/>
              <p:cNvSpPr/>
              <p:nvPr/>
            </p:nvSpPr>
            <p:spPr>
              <a:xfrm>
                <a:off x="6603547" y="6602876"/>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nvGrpSpPr>
            <p:cNvPr id="113" name="Google Shape;113;p13"/>
            <p:cNvGrpSpPr/>
            <p:nvPr/>
          </p:nvGrpSpPr>
          <p:grpSpPr>
            <a:xfrm>
              <a:off x="22300481" y="6602876"/>
              <a:ext cx="15178624" cy="10298592"/>
              <a:chOff x="22300481" y="6602876"/>
              <a:chExt cx="15178624" cy="10298592"/>
            </a:xfrm>
          </p:grpSpPr>
          <p:sp>
            <p:nvSpPr>
              <p:cNvPr id="114" name="Google Shape;114;p13"/>
              <p:cNvSpPr/>
              <p:nvPr/>
            </p:nvSpPr>
            <p:spPr>
              <a:xfrm>
                <a:off x="22491931" y="6906084"/>
                <a:ext cx="14987174" cy="9995384"/>
              </a:xfrm>
              <a:prstGeom prst="ellipse">
                <a:avLst/>
              </a:prstGeom>
              <a:solidFill>
                <a:srgbClr val="BEBE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sp>
            <p:nvSpPr>
              <p:cNvPr id="115" name="Google Shape;115;p13"/>
              <p:cNvSpPr/>
              <p:nvPr/>
            </p:nvSpPr>
            <p:spPr>
              <a:xfrm>
                <a:off x="22300481" y="6602876"/>
                <a:ext cx="14987174" cy="9995384"/>
              </a:xfrm>
              <a:prstGeom prst="ellipse">
                <a:avLst/>
              </a:prstGeom>
              <a:solidFill>
                <a:srgbClr val="DCDCD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85" b="0" i="0" u="none" strike="noStrike" cap="none">
                  <a:solidFill>
                    <a:schemeClr val="dk1"/>
                  </a:solidFill>
                  <a:latin typeface="Arial"/>
                  <a:ea typeface="Arial"/>
                  <a:cs typeface="Arial"/>
                  <a:sym typeface="Arial"/>
                </a:endParaRPr>
              </a:p>
            </p:txBody>
          </p:sp>
        </p:grpSp>
      </p:grpSp>
      <p:sp>
        <p:nvSpPr>
          <p:cNvPr id="116" name="Google Shape;116;p13"/>
          <p:cNvSpPr txBox="1"/>
          <p:nvPr/>
        </p:nvSpPr>
        <p:spPr>
          <a:xfrm>
            <a:off x="7380757" y="5175216"/>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Introduction</a:t>
            </a:r>
            <a:endParaRPr>
              <a:solidFill>
                <a:schemeClr val="accent6"/>
              </a:solidFill>
            </a:endParaRPr>
          </a:p>
        </p:txBody>
      </p:sp>
      <p:sp>
        <p:nvSpPr>
          <p:cNvPr id="117" name="Google Shape;117;p13"/>
          <p:cNvSpPr txBox="1"/>
          <p:nvPr/>
        </p:nvSpPr>
        <p:spPr>
          <a:xfrm>
            <a:off x="5762475" y="5695450"/>
            <a:ext cx="9645900" cy="5295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rPr>
              <a:t>Ophthalmic fundoscopic examinations are essential in </a:t>
            </a:r>
            <a:endParaRPr sz="2000">
              <a:solidFill>
                <a:schemeClr val="dk1"/>
              </a:solidFill>
            </a:endParaRPr>
          </a:p>
          <a:p>
            <a:pPr marL="0" marR="0" lvl="0" indent="0" algn="ctr" rtl="0">
              <a:spcBef>
                <a:spcPts val="0"/>
              </a:spcBef>
              <a:spcAft>
                <a:spcPts val="0"/>
              </a:spcAft>
              <a:buNone/>
            </a:pPr>
            <a:r>
              <a:rPr lang="en-US" sz="2000">
                <a:solidFill>
                  <a:schemeClr val="dk1"/>
                </a:solidFill>
              </a:rPr>
              <a:t>Emergency Medicine (EM) for assessing ocular and neurologic conditions, </a:t>
            </a:r>
            <a:endParaRPr sz="2000">
              <a:solidFill>
                <a:schemeClr val="dk1"/>
              </a:solidFill>
            </a:endParaRPr>
          </a:p>
          <a:p>
            <a:pPr marL="0" marR="0" lvl="0" indent="0" algn="ctr" rtl="0">
              <a:spcBef>
                <a:spcPts val="0"/>
              </a:spcBef>
              <a:spcAft>
                <a:spcPts val="0"/>
              </a:spcAft>
              <a:buNone/>
            </a:pPr>
            <a:r>
              <a:rPr lang="en-US" sz="2000">
                <a:solidFill>
                  <a:schemeClr val="dk1"/>
                </a:solidFill>
              </a:rPr>
              <a:t>including hypertensive retinopathy, papilledema, and retinal detachment. However traditional direct ophthalmoscopes present several challenges: 1. technical difficulty, 2. limited field of view, 3. patient discomfort. Achieving a clear view of the fundus requires significant skill, and many practitioners struggle to perform effective examinations. With limited field of view, the direct ophthalmoscope offers a narrow viewing field of 5 to 10 degrees  and can vary between devices (Matsui, 2019), making it challenging to assess the entire retina and optic nerve comprehensively.</a:t>
            </a:r>
            <a:endParaRPr sz="2000">
              <a:solidFill>
                <a:schemeClr val="dk1"/>
              </a:solidFill>
            </a:endParaRPr>
          </a:p>
          <a:p>
            <a:pPr marL="0" marR="0" lvl="0" indent="0" algn="ctr" rtl="0">
              <a:spcBef>
                <a:spcPts val="0"/>
              </a:spcBef>
              <a:spcAft>
                <a:spcPts val="0"/>
              </a:spcAft>
              <a:buNone/>
            </a:pPr>
            <a:endParaRPr sz="2000">
              <a:solidFill>
                <a:schemeClr val="dk1"/>
              </a:solidFill>
            </a:endParaRPr>
          </a:p>
          <a:p>
            <a:pPr marL="0" marR="0" lvl="0" indent="0" algn="ctr" rtl="0">
              <a:spcBef>
                <a:spcPts val="0"/>
              </a:spcBef>
              <a:spcAft>
                <a:spcPts val="0"/>
              </a:spcAft>
              <a:buNone/>
            </a:pPr>
            <a:r>
              <a:rPr lang="en-US" sz="2000">
                <a:solidFill>
                  <a:schemeClr val="dk1"/>
                </a:solidFill>
              </a:rPr>
              <a:t>A low-cost, 3D printed, smartphone based fundoscopic camera offers a potential solution by integrating widely accessible smartphone cameras with commercially available optical components. This approach not only reduces costs but also enhances usability and facilitates remote consultations. Furthermore, it serves as an educational tool, helping emergency medicine residents develop hands-on skills in both ophthalmic examination and medical device innovation. </a:t>
            </a:r>
            <a:endParaRPr sz="2000">
              <a:solidFill>
                <a:schemeClr val="dk1"/>
              </a:solidFill>
            </a:endParaRPr>
          </a:p>
          <a:p>
            <a:pPr marL="0" marR="0" lvl="0" indent="0" algn="ctr" rtl="0">
              <a:spcBef>
                <a:spcPts val="0"/>
              </a:spcBef>
              <a:spcAft>
                <a:spcPts val="0"/>
              </a:spcAft>
              <a:buNone/>
            </a:pPr>
            <a:endParaRPr sz="1800">
              <a:solidFill>
                <a:schemeClr val="dk1"/>
              </a:solidFill>
            </a:endParaRPr>
          </a:p>
        </p:txBody>
      </p:sp>
      <p:sp>
        <p:nvSpPr>
          <p:cNvPr id="118" name="Google Shape;118;p13"/>
          <p:cNvSpPr txBox="1"/>
          <p:nvPr/>
        </p:nvSpPr>
        <p:spPr>
          <a:xfrm>
            <a:off x="3077103" y="11914812"/>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Materials</a:t>
            </a:r>
            <a:endParaRPr>
              <a:solidFill>
                <a:schemeClr val="accent6"/>
              </a:solidFill>
            </a:endParaRPr>
          </a:p>
        </p:txBody>
      </p:sp>
      <p:sp>
        <p:nvSpPr>
          <p:cNvPr id="119" name="Google Shape;119;p13"/>
          <p:cNvSpPr txBox="1"/>
          <p:nvPr/>
        </p:nvSpPr>
        <p:spPr>
          <a:xfrm>
            <a:off x="2565100" y="12506713"/>
            <a:ext cx="7447500" cy="48369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SzPts val="1100"/>
              <a:buNone/>
            </a:pPr>
            <a:r>
              <a:rPr lang="en-US" sz="1500">
                <a:solidFill>
                  <a:schemeClr val="dk1"/>
                </a:solidFill>
              </a:rPr>
              <a:t>Design and Materials: </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OnShape</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CAD (Computer Aided Design)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Development to create the initial CAD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designs for the camera housing tailored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to incorporate essential optical </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components (lens system, LED</a:t>
            </a:r>
            <a:endParaRPr sz="1500">
              <a:solidFill>
                <a:schemeClr val="dk1"/>
              </a:solidFill>
            </a:endParaRPr>
          </a:p>
          <a:p>
            <a:pPr marL="914400" lvl="0" indent="0" algn="l" rtl="0">
              <a:lnSpc>
                <a:spcPct val="115000"/>
              </a:lnSpc>
              <a:spcBef>
                <a:spcPts val="0"/>
              </a:spcBef>
              <a:spcAft>
                <a:spcPts val="0"/>
              </a:spcAft>
              <a:buNone/>
            </a:pPr>
            <a:r>
              <a:rPr lang="en-US" sz="1500">
                <a:solidFill>
                  <a:schemeClr val="dk1"/>
                </a:solidFill>
              </a:rPr>
              <a:t> illumination) and adapter.</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3D Printer </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Artillery Sidewinder X3 Pro</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Filament</a:t>
            </a:r>
            <a:endParaRPr sz="1500">
              <a:solidFill>
                <a:schemeClr val="dk1"/>
              </a:solidFill>
            </a:endParaRPr>
          </a:p>
          <a:p>
            <a:pPr marL="1371600" lvl="2" indent="-323850" algn="l" rtl="0">
              <a:lnSpc>
                <a:spcPct val="115000"/>
              </a:lnSpc>
              <a:spcBef>
                <a:spcPts val="0"/>
              </a:spcBef>
              <a:spcAft>
                <a:spcPts val="0"/>
              </a:spcAft>
              <a:buClr>
                <a:schemeClr val="dk1"/>
              </a:buClr>
              <a:buSzPts val="1500"/>
              <a:buChar char="■"/>
            </a:pPr>
            <a:r>
              <a:rPr lang="en-US" sz="1500">
                <a:solidFill>
                  <a:schemeClr val="dk1"/>
                </a:solidFill>
              </a:rPr>
              <a:t>Rapid PETG</a:t>
            </a:r>
            <a:endParaRPr sz="1500">
              <a:solidFill>
                <a:schemeClr val="dk1"/>
              </a:solidFill>
            </a:endParaRPr>
          </a:p>
          <a:p>
            <a:pPr marL="1371600" lvl="2" indent="-323850" algn="l" rtl="0">
              <a:lnSpc>
                <a:spcPct val="115000"/>
              </a:lnSpc>
              <a:spcBef>
                <a:spcPts val="0"/>
              </a:spcBef>
              <a:spcAft>
                <a:spcPts val="0"/>
              </a:spcAft>
              <a:buClr>
                <a:schemeClr val="dk1"/>
              </a:buClr>
              <a:buSzPts val="1500"/>
              <a:buChar char="■"/>
            </a:pPr>
            <a:r>
              <a:rPr lang="en-US" sz="1500">
                <a:solidFill>
                  <a:schemeClr val="dk1"/>
                </a:solidFill>
              </a:rPr>
              <a:t>Diameter</a:t>
            </a:r>
            <a:endParaRPr sz="1500">
              <a:solidFill>
                <a:schemeClr val="dk1"/>
              </a:solidFill>
            </a:endParaRPr>
          </a:p>
          <a:p>
            <a:pPr marL="1828800" lvl="3" indent="-323850" algn="l" rtl="0">
              <a:lnSpc>
                <a:spcPct val="115000"/>
              </a:lnSpc>
              <a:spcBef>
                <a:spcPts val="0"/>
              </a:spcBef>
              <a:spcAft>
                <a:spcPts val="0"/>
              </a:spcAft>
              <a:buClr>
                <a:schemeClr val="dk1"/>
              </a:buClr>
              <a:buSzPts val="1500"/>
              <a:buChar char="●"/>
            </a:pPr>
            <a:r>
              <a:rPr lang="en-US" sz="1500">
                <a:solidFill>
                  <a:schemeClr val="dk1"/>
                </a:solidFill>
              </a:rPr>
              <a:t>1.75 </a:t>
            </a:r>
            <a:r>
              <a:rPr lang="en-US" sz="1500" u="sng">
                <a:solidFill>
                  <a:schemeClr val="dk1"/>
                </a:solidFill>
              </a:rPr>
              <a:t>+</a:t>
            </a:r>
            <a:r>
              <a:rPr lang="en-US" sz="1500">
                <a:solidFill>
                  <a:schemeClr val="dk1"/>
                </a:solidFill>
              </a:rPr>
              <a:t> 0.02 mm</a:t>
            </a:r>
            <a:endParaRPr sz="1500">
              <a:solidFill>
                <a:schemeClr val="dk1"/>
              </a:solidFill>
            </a:endParaRPr>
          </a:p>
          <a:p>
            <a:pPr marL="1371600" lvl="2" indent="-323850" algn="l" rtl="0">
              <a:lnSpc>
                <a:spcPct val="115000"/>
              </a:lnSpc>
              <a:spcBef>
                <a:spcPts val="0"/>
              </a:spcBef>
              <a:spcAft>
                <a:spcPts val="0"/>
              </a:spcAft>
              <a:buClr>
                <a:schemeClr val="dk1"/>
              </a:buClr>
              <a:buSzPts val="1500"/>
              <a:buChar char="■"/>
            </a:pPr>
            <a:r>
              <a:rPr lang="en-US" sz="1500">
                <a:solidFill>
                  <a:schemeClr val="dk1"/>
                </a:solidFill>
              </a:rPr>
              <a:t>Printing Temperature </a:t>
            </a:r>
            <a:endParaRPr sz="1500">
              <a:solidFill>
                <a:schemeClr val="dk1"/>
              </a:solidFill>
            </a:endParaRPr>
          </a:p>
          <a:p>
            <a:pPr marL="1828800" lvl="3" indent="-323850" algn="l" rtl="0">
              <a:lnSpc>
                <a:spcPct val="115000"/>
              </a:lnSpc>
              <a:spcBef>
                <a:spcPts val="0"/>
              </a:spcBef>
              <a:spcAft>
                <a:spcPts val="0"/>
              </a:spcAft>
              <a:buClr>
                <a:schemeClr val="dk1"/>
              </a:buClr>
              <a:buSzPts val="1500"/>
              <a:buChar char="●"/>
            </a:pPr>
            <a:r>
              <a:rPr lang="en-US" sz="1500">
                <a:solidFill>
                  <a:schemeClr val="dk1"/>
                </a:solidFill>
              </a:rPr>
              <a:t>230 C - 260 C</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Utilize 3D printing to produce the initial prototype housings. </a:t>
            </a:r>
            <a:endParaRPr sz="1500">
              <a:solidFill>
                <a:schemeClr val="dk1"/>
              </a:solidFill>
            </a:endParaRPr>
          </a:p>
          <a:p>
            <a:pPr marL="0" marR="0" lvl="0" indent="0" algn="ctr" rtl="0">
              <a:spcBef>
                <a:spcPts val="0"/>
              </a:spcBef>
              <a:spcAft>
                <a:spcPts val="0"/>
              </a:spcAft>
              <a:buNone/>
            </a:pPr>
            <a:endParaRPr sz="1500">
              <a:solidFill>
                <a:schemeClr val="dk1"/>
              </a:solidFill>
            </a:endParaRPr>
          </a:p>
        </p:txBody>
      </p:sp>
      <p:sp>
        <p:nvSpPr>
          <p:cNvPr id="120" name="Google Shape;120;p13"/>
          <p:cNvSpPr txBox="1"/>
          <p:nvPr/>
        </p:nvSpPr>
        <p:spPr>
          <a:xfrm>
            <a:off x="13431938" y="15401110"/>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Methodology</a:t>
            </a:r>
            <a:endParaRPr sz="2400" b="1" i="0" u="none" strike="noStrike" cap="none">
              <a:solidFill>
                <a:schemeClr val="accent6"/>
              </a:solidFill>
              <a:latin typeface="Montserrat SemiBold"/>
              <a:ea typeface="Montserrat SemiBold"/>
              <a:cs typeface="Montserrat SemiBold"/>
              <a:sym typeface="Montserrat SemiBold"/>
            </a:endParaRPr>
          </a:p>
        </p:txBody>
      </p:sp>
      <p:sp>
        <p:nvSpPr>
          <p:cNvPr id="121" name="Google Shape;121;p13"/>
          <p:cNvSpPr txBox="1"/>
          <p:nvPr/>
        </p:nvSpPr>
        <p:spPr>
          <a:xfrm>
            <a:off x="12110675" y="16273050"/>
            <a:ext cx="5278500" cy="11199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SzPts val="1100"/>
              <a:buNone/>
            </a:pPr>
            <a:r>
              <a:rPr lang="en-US" sz="1500">
                <a:solidFill>
                  <a:schemeClr val="dk1"/>
                </a:solidFill>
              </a:rPr>
              <a:t> There are three stages for the prototyping process which occur in tandem: </a:t>
            </a:r>
            <a:endParaRPr sz="1500">
              <a:solidFill>
                <a:schemeClr val="dk1"/>
              </a:solidFill>
            </a:endParaRPr>
          </a:p>
          <a:p>
            <a:pPr marL="0" lvl="0" indent="0" algn="l" rtl="0">
              <a:lnSpc>
                <a:spcPct val="115000"/>
              </a:lnSpc>
              <a:spcBef>
                <a:spcPts val="0"/>
              </a:spcBef>
              <a:spcAft>
                <a:spcPts val="0"/>
              </a:spcAft>
              <a:buSzPts val="1100"/>
              <a:buNone/>
            </a:pPr>
            <a:r>
              <a:rPr lang="en-US" sz="1500" b="1">
                <a:solidFill>
                  <a:schemeClr val="dk1"/>
                </a:solidFill>
              </a:rPr>
              <a:t>Design/Revision, Prototype Production, Feedback</a:t>
            </a:r>
            <a:endParaRPr sz="1500" b="1">
              <a:solidFill>
                <a:schemeClr val="dk1"/>
              </a:solidFill>
            </a:endParaRPr>
          </a:p>
          <a:p>
            <a:pPr marL="0" marR="0" lvl="0" indent="0" algn="ctr" rtl="0">
              <a:spcBef>
                <a:spcPts val="0"/>
              </a:spcBef>
              <a:spcAft>
                <a:spcPts val="0"/>
              </a:spcAft>
              <a:buNone/>
            </a:pPr>
            <a:endParaRPr sz="1500">
              <a:solidFill>
                <a:schemeClr val="dk1"/>
              </a:solidFill>
              <a:latin typeface="Domine"/>
              <a:ea typeface="Domine"/>
              <a:cs typeface="Domine"/>
              <a:sym typeface="Domine"/>
            </a:endParaRPr>
          </a:p>
        </p:txBody>
      </p:sp>
      <p:sp>
        <p:nvSpPr>
          <p:cNvPr id="122" name="Google Shape;122;p13"/>
          <p:cNvSpPr txBox="1"/>
          <p:nvPr/>
        </p:nvSpPr>
        <p:spPr>
          <a:xfrm>
            <a:off x="23547800" y="12376487"/>
            <a:ext cx="619104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accent6"/>
                </a:solidFill>
                <a:latin typeface="Montserrat SemiBold"/>
                <a:ea typeface="Montserrat SemiBold"/>
                <a:cs typeface="Montserrat SemiBold"/>
                <a:sym typeface="Montserrat SemiBold"/>
              </a:rPr>
              <a:t>Prototypes</a:t>
            </a:r>
            <a:endParaRPr>
              <a:solidFill>
                <a:schemeClr val="accent6"/>
              </a:solidFill>
            </a:endParaRPr>
          </a:p>
        </p:txBody>
      </p:sp>
      <p:sp>
        <p:nvSpPr>
          <p:cNvPr id="123" name="Google Shape;123;p13"/>
          <p:cNvSpPr txBox="1"/>
          <p:nvPr/>
        </p:nvSpPr>
        <p:spPr>
          <a:xfrm>
            <a:off x="19189700" y="5175203"/>
            <a:ext cx="61911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accent6"/>
                </a:solidFill>
                <a:latin typeface="Montserrat SemiBold"/>
                <a:ea typeface="Montserrat SemiBold"/>
                <a:cs typeface="Montserrat SemiBold"/>
                <a:sym typeface="Montserrat SemiBold"/>
              </a:rPr>
              <a:t>Conclusion</a:t>
            </a:r>
            <a:endParaRPr>
              <a:solidFill>
                <a:schemeClr val="accent6"/>
              </a:solidFill>
            </a:endParaRPr>
          </a:p>
        </p:txBody>
      </p:sp>
      <p:sp>
        <p:nvSpPr>
          <p:cNvPr id="124" name="Google Shape;124;p13"/>
          <p:cNvSpPr txBox="1"/>
          <p:nvPr/>
        </p:nvSpPr>
        <p:spPr>
          <a:xfrm>
            <a:off x="16855750" y="5768300"/>
            <a:ext cx="10970100" cy="5325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rPr>
              <a:t>This project explores the feasibility of a low-cost, 3D-printed, </a:t>
            </a:r>
            <a:endParaRPr sz="2000">
              <a:solidFill>
                <a:schemeClr val="dk1"/>
              </a:solidFill>
            </a:endParaRPr>
          </a:p>
          <a:p>
            <a:pPr marL="0" marR="0" lvl="0" indent="0" algn="ctr" rtl="0">
              <a:spcBef>
                <a:spcPts val="0"/>
              </a:spcBef>
              <a:spcAft>
                <a:spcPts val="0"/>
              </a:spcAft>
              <a:buNone/>
            </a:pPr>
            <a:r>
              <a:rPr lang="en-US" sz="2000">
                <a:solidFill>
                  <a:schemeClr val="dk1"/>
                </a:solidFill>
              </a:rPr>
              <a:t>smartphone-based fundoscopic camera for EM use. The prototype combines </a:t>
            </a:r>
            <a:endParaRPr sz="2000">
              <a:solidFill>
                <a:schemeClr val="dk1"/>
              </a:solidFill>
            </a:endParaRPr>
          </a:p>
          <a:p>
            <a:pPr marL="0" marR="0" lvl="0" indent="0" algn="ctr" rtl="0">
              <a:spcBef>
                <a:spcPts val="0"/>
              </a:spcBef>
              <a:spcAft>
                <a:spcPts val="0"/>
              </a:spcAft>
              <a:buNone/>
            </a:pPr>
            <a:r>
              <a:rPr lang="en-US" sz="2000">
                <a:solidFill>
                  <a:schemeClr val="dk1"/>
                </a:solidFill>
              </a:rPr>
              <a:t>a smartphone camera, a 90D or 20D condensing len, and an external LED light </a:t>
            </a:r>
            <a:endParaRPr sz="2000">
              <a:solidFill>
                <a:schemeClr val="dk1"/>
              </a:solidFill>
            </a:endParaRPr>
          </a:p>
          <a:p>
            <a:pPr marL="0" marR="0" lvl="0" indent="0" algn="ctr" rtl="0">
              <a:spcBef>
                <a:spcPts val="0"/>
              </a:spcBef>
              <a:spcAft>
                <a:spcPts val="0"/>
              </a:spcAft>
              <a:buNone/>
            </a:pPr>
            <a:r>
              <a:rPr lang="en-US" sz="2000">
                <a:solidFill>
                  <a:schemeClr val="dk1"/>
                </a:solidFill>
              </a:rPr>
              <a:t>source to visualize the retina. Despite careful design, early versions failed to produce a </a:t>
            </a:r>
            <a:endParaRPr sz="2000">
              <a:solidFill>
                <a:schemeClr val="dk1"/>
              </a:solidFill>
            </a:endParaRPr>
          </a:p>
          <a:p>
            <a:pPr marL="0" marR="0" lvl="0" indent="0" algn="ctr" rtl="0">
              <a:spcBef>
                <a:spcPts val="0"/>
              </a:spcBef>
              <a:spcAft>
                <a:spcPts val="0"/>
              </a:spcAft>
              <a:buNone/>
            </a:pPr>
            <a:r>
              <a:rPr lang="en-US" sz="2000">
                <a:solidFill>
                  <a:schemeClr val="dk1"/>
                </a:solidFill>
              </a:rPr>
              <a:t>usable fundus image due to inadequate light penetration and poor coaxial alignment.</a:t>
            </a:r>
            <a:endParaRPr sz="2000">
              <a:solidFill>
                <a:schemeClr val="dk1"/>
              </a:solidFill>
            </a:endParaRPr>
          </a:p>
          <a:p>
            <a:pPr marL="0" marR="0" lvl="0" indent="0" algn="ctr" rtl="0">
              <a:spcBef>
                <a:spcPts val="0"/>
              </a:spcBef>
              <a:spcAft>
                <a:spcPts val="0"/>
              </a:spcAft>
              <a:buNone/>
            </a:pPr>
            <a:r>
              <a:rPr lang="en-US" sz="2000">
                <a:solidFill>
                  <a:schemeClr val="dk1"/>
                </a:solidFill>
              </a:rPr>
              <a:t> </a:t>
            </a:r>
            <a:endParaRPr sz="2000">
              <a:solidFill>
                <a:schemeClr val="dk1"/>
              </a:solidFill>
            </a:endParaRPr>
          </a:p>
          <a:p>
            <a:pPr marL="0" marR="0" lvl="0" indent="0" algn="ctr" rtl="0">
              <a:spcBef>
                <a:spcPts val="0"/>
              </a:spcBef>
              <a:spcAft>
                <a:spcPts val="0"/>
              </a:spcAft>
              <a:buNone/>
            </a:pPr>
            <a:r>
              <a:rPr lang="en-US" sz="2000">
                <a:solidFill>
                  <a:schemeClr val="dk1"/>
                </a:solidFill>
              </a:rPr>
              <a:t>Fundus imaging requires precise optical geometry - specifically, coaxial illumination where light enters and exits the eye along the same axis. The offset between the iPhone camera and flash, and even minor misalignment with external LEDs, resulted in light scattering and reflection off anterior ocular structures. These findings underscore the inherent complexity of retinal imaging and the need for more refined optical design, even in simplified, cost-conscious tools. </a:t>
            </a:r>
            <a:endParaRPr sz="2000">
              <a:solidFill>
                <a:schemeClr val="dk1"/>
              </a:solidFill>
            </a:endParaRPr>
          </a:p>
          <a:p>
            <a:pPr marL="0" marR="0" lvl="0" indent="0" algn="ctr" rtl="0">
              <a:spcBef>
                <a:spcPts val="0"/>
              </a:spcBef>
              <a:spcAft>
                <a:spcPts val="0"/>
              </a:spcAft>
              <a:buNone/>
            </a:pPr>
            <a:endParaRPr sz="2000">
              <a:solidFill>
                <a:schemeClr val="dk1"/>
              </a:solidFill>
            </a:endParaRPr>
          </a:p>
          <a:p>
            <a:pPr marL="0" marR="0" lvl="0" indent="0" algn="ctr" rtl="0">
              <a:spcBef>
                <a:spcPts val="0"/>
              </a:spcBef>
              <a:spcAft>
                <a:spcPts val="0"/>
              </a:spcAft>
              <a:buNone/>
            </a:pPr>
            <a:r>
              <a:rPr lang="en-US" sz="2000">
                <a:solidFill>
                  <a:schemeClr val="dk1"/>
                </a:solidFill>
              </a:rPr>
              <a:t>The project continues to evolve with plans to incorporate fiber-optic lighting, ring </a:t>
            </a:r>
            <a:endParaRPr sz="2000">
              <a:solidFill>
                <a:schemeClr val="dk1"/>
              </a:solidFill>
            </a:endParaRPr>
          </a:p>
          <a:p>
            <a:pPr marL="0" marR="0" lvl="0" indent="0" algn="ctr" rtl="0">
              <a:spcBef>
                <a:spcPts val="0"/>
              </a:spcBef>
              <a:spcAft>
                <a:spcPts val="0"/>
              </a:spcAft>
              <a:buNone/>
            </a:pPr>
            <a:r>
              <a:rPr lang="en-US" sz="2000">
                <a:solidFill>
                  <a:schemeClr val="dk1"/>
                </a:solidFill>
              </a:rPr>
              <a:t>illumination and improved lens stabilization systems.</a:t>
            </a:r>
            <a:endParaRPr sz="2000">
              <a:solidFill>
                <a:schemeClr val="dk1"/>
              </a:solidFill>
            </a:endParaRPr>
          </a:p>
          <a:p>
            <a:pPr marL="0" marR="0" lvl="0" indent="0" algn="ctr" rtl="0">
              <a:spcBef>
                <a:spcPts val="0"/>
              </a:spcBef>
              <a:spcAft>
                <a:spcPts val="0"/>
              </a:spcAft>
              <a:buNone/>
            </a:pPr>
            <a:endParaRPr sz="2000">
              <a:solidFill>
                <a:schemeClr val="dk1"/>
              </a:solidFill>
            </a:endParaRPr>
          </a:p>
          <a:p>
            <a:pPr marL="0" marR="0" lvl="0" indent="0" algn="ctr" rtl="0">
              <a:spcBef>
                <a:spcPts val="0"/>
              </a:spcBef>
              <a:spcAft>
                <a:spcPts val="0"/>
              </a:spcAft>
              <a:buNone/>
            </a:pPr>
            <a:r>
              <a:rPr lang="en-US" sz="2000">
                <a:solidFill>
                  <a:schemeClr val="dk1"/>
                </a:solidFill>
              </a:rPr>
              <a:t>Limitations: Optical alignment sensitivity, </a:t>
            </a:r>
            <a:endParaRPr sz="2000">
              <a:solidFill>
                <a:schemeClr val="dk1"/>
              </a:solidFill>
            </a:endParaRPr>
          </a:p>
          <a:p>
            <a:pPr marL="0" marR="0" lvl="0" indent="0" algn="ctr" rtl="0">
              <a:spcBef>
                <a:spcPts val="0"/>
              </a:spcBef>
              <a:spcAft>
                <a:spcPts val="0"/>
              </a:spcAft>
              <a:buNone/>
            </a:pPr>
            <a:r>
              <a:rPr lang="en-US" sz="2000">
                <a:solidFill>
                  <a:schemeClr val="dk1"/>
                </a:solidFill>
              </a:rPr>
              <a:t>Dependence on external components, image quality.</a:t>
            </a:r>
            <a:endParaRPr sz="2000">
              <a:solidFill>
                <a:schemeClr val="dk1"/>
              </a:solidFill>
            </a:endParaRPr>
          </a:p>
        </p:txBody>
      </p:sp>
      <p:grpSp>
        <p:nvGrpSpPr>
          <p:cNvPr id="125" name="Google Shape;125;p13"/>
          <p:cNvGrpSpPr/>
          <p:nvPr/>
        </p:nvGrpSpPr>
        <p:grpSpPr>
          <a:xfrm>
            <a:off x="12303800" y="18226563"/>
            <a:ext cx="2952125" cy="1289700"/>
            <a:chOff x="323513" y="1986800"/>
            <a:chExt cx="2952125" cy="1289700"/>
          </a:xfrm>
        </p:grpSpPr>
        <p:sp>
          <p:nvSpPr>
            <p:cNvPr id="126" name="Google Shape;126;p13"/>
            <p:cNvSpPr txBox="1"/>
            <p:nvPr/>
          </p:nvSpPr>
          <p:spPr>
            <a:xfrm>
              <a:off x="323513" y="1986800"/>
              <a:ext cx="2124000" cy="1289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500" b="1">
                  <a:latin typeface="Roboto"/>
                  <a:ea typeface="Roboto"/>
                  <a:cs typeface="Roboto"/>
                  <a:sym typeface="Roboto"/>
                </a:rPr>
                <a:t>Feedback Phase</a:t>
              </a:r>
              <a:endParaRPr sz="1500" b="1">
                <a:latin typeface="Roboto"/>
                <a:ea typeface="Roboto"/>
                <a:cs typeface="Roboto"/>
                <a:sym typeface="Roboto"/>
              </a:endParaRPr>
            </a:p>
            <a:p>
              <a:pPr marL="0" lvl="0" indent="0" algn="r" rtl="0">
                <a:spcBef>
                  <a:spcPts val="0"/>
                </a:spcBef>
                <a:spcAft>
                  <a:spcPts val="0"/>
                </a:spcAft>
                <a:buNone/>
              </a:pPr>
              <a:endParaRPr sz="1100" b="1">
                <a:latin typeface="Roboto"/>
                <a:ea typeface="Roboto"/>
                <a:cs typeface="Roboto"/>
                <a:sym typeface="Roboto"/>
              </a:endParaRPr>
            </a:p>
            <a:p>
              <a:pPr marL="0" lvl="0" indent="0" algn="r" rtl="0">
                <a:spcBef>
                  <a:spcPts val="0"/>
                </a:spcBef>
                <a:spcAft>
                  <a:spcPts val="1600"/>
                </a:spcAft>
                <a:buNone/>
              </a:pPr>
              <a:r>
                <a:rPr lang="en-US" sz="1100">
                  <a:latin typeface="Roboto"/>
                  <a:ea typeface="Roboto"/>
                  <a:cs typeface="Roboto"/>
                  <a:sym typeface="Roboto"/>
                </a:rPr>
                <a:t>The anonymous informal feedback verbal and/or written feedback will be collected from EM residents and technical experts.</a:t>
              </a:r>
              <a:endParaRPr sz="1100" b="1">
                <a:latin typeface="Roboto"/>
                <a:ea typeface="Roboto"/>
                <a:cs typeface="Roboto"/>
                <a:sym typeface="Roboto"/>
              </a:endParaRPr>
            </a:p>
          </p:txBody>
        </p:sp>
        <p:cxnSp>
          <p:nvCxnSpPr>
            <p:cNvPr id="127" name="Google Shape;127;p13"/>
            <p:cNvCxnSpPr/>
            <p:nvPr/>
          </p:nvCxnSpPr>
          <p:spPr>
            <a:xfrm rot="10800000">
              <a:off x="2642038" y="2647950"/>
              <a:ext cx="633600" cy="0"/>
            </a:xfrm>
            <a:prstGeom prst="straightConnector1">
              <a:avLst/>
            </a:prstGeom>
            <a:noFill/>
            <a:ln w="9525" cap="flat" cmpd="sng">
              <a:solidFill>
                <a:srgbClr val="249C91"/>
              </a:solidFill>
              <a:prstDash val="solid"/>
              <a:round/>
              <a:headEnd type="none" w="sm" len="sm"/>
              <a:tailEnd type="oval" w="med" len="med"/>
            </a:ln>
          </p:spPr>
        </p:cxnSp>
      </p:grpSp>
      <p:grpSp>
        <p:nvGrpSpPr>
          <p:cNvPr id="128" name="Google Shape;128;p13"/>
          <p:cNvGrpSpPr/>
          <p:nvPr/>
        </p:nvGrpSpPr>
        <p:grpSpPr>
          <a:xfrm>
            <a:off x="16791725" y="16128625"/>
            <a:ext cx="4286280" cy="2001000"/>
            <a:chOff x="5209838" y="44300"/>
            <a:chExt cx="4286280" cy="2001000"/>
          </a:xfrm>
        </p:grpSpPr>
        <p:sp>
          <p:nvSpPr>
            <p:cNvPr id="129" name="Google Shape;129;p13"/>
            <p:cNvSpPr txBox="1"/>
            <p:nvPr/>
          </p:nvSpPr>
          <p:spPr>
            <a:xfrm>
              <a:off x="6544118" y="44300"/>
              <a:ext cx="2952000" cy="200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500" b="1">
                  <a:latin typeface="Roboto"/>
                  <a:ea typeface="Roboto"/>
                  <a:cs typeface="Roboto"/>
                  <a:sym typeface="Roboto"/>
                </a:rPr>
                <a:t>Design/Revision Phase</a:t>
              </a:r>
              <a:endParaRPr sz="1500" b="1">
                <a:latin typeface="Roboto"/>
                <a:ea typeface="Roboto"/>
                <a:cs typeface="Roboto"/>
                <a:sym typeface="Roboto"/>
              </a:endParaRPr>
            </a:p>
            <a:p>
              <a:pPr marL="0" lvl="0" indent="0" algn="l" rtl="0">
                <a:spcBef>
                  <a:spcPts val="0"/>
                </a:spcBef>
                <a:spcAft>
                  <a:spcPts val="0"/>
                </a:spcAft>
                <a:buNone/>
              </a:pPr>
              <a:endParaRPr sz="1100" b="1">
                <a:latin typeface="Roboto"/>
                <a:ea typeface="Roboto"/>
                <a:cs typeface="Roboto"/>
                <a:sym typeface="Roboto"/>
              </a:endParaRPr>
            </a:p>
            <a:p>
              <a:pPr marL="0" lvl="0" indent="0" algn="l" rtl="0">
                <a:spcBef>
                  <a:spcPts val="0"/>
                </a:spcBef>
                <a:spcAft>
                  <a:spcPts val="0"/>
                </a:spcAft>
                <a:buNone/>
              </a:pPr>
              <a:r>
                <a:rPr lang="en-US" sz="1100">
                  <a:latin typeface="Roboto"/>
                  <a:ea typeface="Roboto"/>
                  <a:cs typeface="Roboto"/>
                  <a:sym typeface="Roboto"/>
                </a:rPr>
                <a:t>The first iteration based on the preliminary design will be produced. An assembly trial to evaluate the ease of assembly, integration of components, and overall design functionality will be conducted.</a:t>
              </a:r>
              <a:endParaRPr sz="1100">
                <a:latin typeface="Roboto"/>
                <a:ea typeface="Roboto"/>
                <a:cs typeface="Roboto"/>
                <a:sym typeface="Roboto"/>
              </a:endParaRPr>
            </a:p>
            <a:p>
              <a:pPr marL="0" lvl="0" indent="0" algn="l" rtl="0">
                <a:spcBef>
                  <a:spcPts val="1600"/>
                </a:spcBef>
                <a:spcAft>
                  <a:spcPts val="1600"/>
                </a:spcAft>
                <a:buNone/>
              </a:pPr>
              <a:r>
                <a:rPr lang="en-US" sz="1100">
                  <a:latin typeface="Roboto"/>
                  <a:ea typeface="Roboto"/>
                  <a:cs typeface="Roboto"/>
                  <a:sym typeface="Roboto"/>
                </a:rPr>
                <a:t>Revision of the CAD models and prototype designs for design refinement based on feedback and observed challenges to arrive at the final prototype that meets technical feasibility and cost benchmarks</a:t>
              </a:r>
              <a:endParaRPr sz="1100">
                <a:latin typeface="Roboto"/>
                <a:ea typeface="Roboto"/>
                <a:cs typeface="Roboto"/>
                <a:sym typeface="Roboto"/>
              </a:endParaRPr>
            </a:p>
          </p:txBody>
        </p:sp>
        <p:cxnSp>
          <p:nvCxnSpPr>
            <p:cNvPr id="130" name="Google Shape;130;p13"/>
            <p:cNvCxnSpPr/>
            <p:nvPr/>
          </p:nvCxnSpPr>
          <p:spPr>
            <a:xfrm>
              <a:off x="5209838" y="1705200"/>
              <a:ext cx="1286700" cy="0"/>
            </a:xfrm>
            <a:prstGeom prst="straightConnector1">
              <a:avLst/>
            </a:prstGeom>
            <a:noFill/>
            <a:ln w="9525" cap="flat" cmpd="sng">
              <a:solidFill>
                <a:srgbClr val="155B55"/>
              </a:solidFill>
              <a:prstDash val="solid"/>
              <a:round/>
              <a:headEnd type="none" w="sm" len="sm"/>
              <a:tailEnd type="oval" w="med" len="med"/>
            </a:ln>
          </p:spPr>
        </p:cxnSp>
      </p:grpSp>
      <p:grpSp>
        <p:nvGrpSpPr>
          <p:cNvPr id="131" name="Google Shape;131;p13"/>
          <p:cNvGrpSpPr/>
          <p:nvPr/>
        </p:nvGrpSpPr>
        <p:grpSpPr>
          <a:xfrm>
            <a:off x="17104800" y="18826075"/>
            <a:ext cx="4222300" cy="1289700"/>
            <a:chOff x="5209838" y="3112675"/>
            <a:chExt cx="4222300" cy="1289700"/>
          </a:xfrm>
        </p:grpSpPr>
        <p:sp>
          <p:nvSpPr>
            <p:cNvPr id="132" name="Google Shape;132;p13"/>
            <p:cNvSpPr txBox="1"/>
            <p:nvPr/>
          </p:nvSpPr>
          <p:spPr>
            <a:xfrm>
              <a:off x="6595638" y="3112675"/>
              <a:ext cx="2836500" cy="12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b="1">
                  <a:latin typeface="Roboto"/>
                  <a:ea typeface="Roboto"/>
                  <a:cs typeface="Roboto"/>
                  <a:sym typeface="Roboto"/>
                </a:rPr>
                <a:t>Prototype Production Phase</a:t>
              </a:r>
              <a:endParaRPr b="1">
                <a:latin typeface="Roboto"/>
                <a:ea typeface="Roboto"/>
                <a:cs typeface="Roboto"/>
                <a:sym typeface="Roboto"/>
              </a:endParaRPr>
            </a:p>
            <a:p>
              <a:pPr marL="0" lvl="0" indent="0" algn="l" rtl="0">
                <a:spcBef>
                  <a:spcPts val="0"/>
                </a:spcBef>
                <a:spcAft>
                  <a:spcPts val="0"/>
                </a:spcAft>
                <a:buNone/>
              </a:pPr>
              <a:endParaRPr sz="1000" b="1">
                <a:latin typeface="Roboto"/>
                <a:ea typeface="Roboto"/>
                <a:cs typeface="Roboto"/>
                <a:sym typeface="Roboto"/>
              </a:endParaRPr>
            </a:p>
            <a:p>
              <a:pPr marL="0" lvl="0" indent="0" algn="l" rtl="0">
                <a:spcBef>
                  <a:spcPts val="0"/>
                </a:spcBef>
                <a:spcAft>
                  <a:spcPts val="1600"/>
                </a:spcAft>
                <a:buNone/>
              </a:pPr>
              <a:r>
                <a:rPr lang="en-US" sz="1000">
                  <a:latin typeface="Roboto"/>
                  <a:ea typeface="Roboto"/>
                  <a:cs typeface="Roboto"/>
                  <a:sym typeface="Roboto"/>
                </a:rPr>
                <a:t>CAD (Computer Aided Design) Development to create the initial CAD designs for the camera housing tailored to incorporate essential optical components (lens system, LED illumination) and a smartphone adapter. Low-cost electronic and optical components appropriate for fundoscopic imaging will be selected. Utilize 3D printing to produce the initial prototype housings.</a:t>
              </a:r>
              <a:endParaRPr sz="1000" b="1">
                <a:latin typeface="Roboto"/>
                <a:ea typeface="Roboto"/>
                <a:cs typeface="Roboto"/>
                <a:sym typeface="Roboto"/>
              </a:endParaRPr>
            </a:p>
          </p:txBody>
        </p:sp>
        <p:cxnSp>
          <p:nvCxnSpPr>
            <p:cNvPr id="133" name="Google Shape;133;p13"/>
            <p:cNvCxnSpPr/>
            <p:nvPr/>
          </p:nvCxnSpPr>
          <p:spPr>
            <a:xfrm>
              <a:off x="5209838" y="3648300"/>
              <a:ext cx="1286700" cy="0"/>
            </a:xfrm>
            <a:prstGeom prst="straightConnector1">
              <a:avLst/>
            </a:prstGeom>
            <a:noFill/>
            <a:ln w="9525" cap="flat" cmpd="sng">
              <a:solidFill>
                <a:srgbClr val="1D7E75"/>
              </a:solidFill>
              <a:prstDash val="solid"/>
              <a:round/>
              <a:headEnd type="none" w="sm" len="sm"/>
              <a:tailEnd type="oval" w="med" len="med"/>
            </a:ln>
          </p:spPr>
        </p:cxnSp>
      </p:grpSp>
      <p:grpSp>
        <p:nvGrpSpPr>
          <p:cNvPr id="134" name="Google Shape;134;p13"/>
          <p:cNvGrpSpPr/>
          <p:nvPr/>
        </p:nvGrpSpPr>
        <p:grpSpPr>
          <a:xfrm>
            <a:off x="14994662" y="17574839"/>
            <a:ext cx="2609728" cy="2593147"/>
            <a:chOff x="2662213" y="676344"/>
            <a:chExt cx="3814835" cy="3790597"/>
          </a:xfrm>
        </p:grpSpPr>
        <p:sp>
          <p:nvSpPr>
            <p:cNvPr id="135" name="Google Shape;135;p13"/>
            <p:cNvSpPr/>
            <p:nvPr/>
          </p:nvSpPr>
          <p:spPr>
            <a:xfrm rot="3600185">
              <a:off x="3169983" y="1184511"/>
              <a:ext cx="2774659" cy="2774659"/>
            </a:xfrm>
            <a:prstGeom prst="blockArc">
              <a:avLst>
                <a:gd name="adj1" fmla="val 12622480"/>
                <a:gd name="adj2" fmla="val 19781569"/>
                <a:gd name="adj3" fmla="val 20773"/>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rot="10800000">
              <a:off x="3183490" y="1163229"/>
              <a:ext cx="2774700" cy="2774700"/>
            </a:xfrm>
            <a:prstGeom prst="blockArc">
              <a:avLst>
                <a:gd name="adj1" fmla="val 12622480"/>
                <a:gd name="adj2" fmla="val 19662822"/>
                <a:gd name="adj3" fmla="val 20729"/>
              </a:avLst>
            </a:prstGeom>
            <a:solidFill>
              <a:srgbClr val="1D7E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3"/>
            <p:cNvSpPr/>
            <p:nvPr/>
          </p:nvSpPr>
          <p:spPr>
            <a:xfrm rot="-3600185">
              <a:off x="3194618" y="1184114"/>
              <a:ext cx="2774659" cy="2774659"/>
            </a:xfrm>
            <a:prstGeom prst="blockArc">
              <a:avLst>
                <a:gd name="adj1" fmla="val 12622480"/>
                <a:gd name="adj2" fmla="val 19703271"/>
                <a:gd name="adj3" fmla="val 20851"/>
              </a:avLst>
            </a:prstGeom>
            <a:solidFill>
              <a:srgbClr val="249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13"/>
            <p:cNvGrpSpPr/>
            <p:nvPr/>
          </p:nvGrpSpPr>
          <p:grpSpPr>
            <a:xfrm rot="-7200165">
              <a:off x="3337679" y="2826785"/>
              <a:ext cx="585011" cy="585536"/>
              <a:chOff x="1967628" y="812211"/>
              <a:chExt cx="588000" cy="588000"/>
            </a:xfrm>
          </p:grpSpPr>
          <p:sp>
            <p:nvSpPr>
              <p:cNvPr id="139" name="Google Shape;139;p13"/>
              <p:cNvSpPr/>
              <p:nvPr/>
            </p:nvSpPr>
            <p:spPr>
              <a:xfrm rot="39023">
                <a:off x="1970909" y="815492"/>
                <a:ext cx="581437" cy="581437"/>
              </a:xfrm>
              <a:prstGeom prst="pie">
                <a:avLst>
                  <a:gd name="adj1" fmla="val 6190354"/>
                  <a:gd name="adj2" fmla="val 14996165"/>
                </a:avLst>
              </a:prstGeom>
              <a:solidFill>
                <a:srgbClr val="249C91"/>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rot="10800000">
                <a:off x="1970875" y="815525"/>
                <a:ext cx="581400" cy="581400"/>
              </a:xfrm>
              <a:prstGeom prst="pie">
                <a:avLst>
                  <a:gd name="adj1" fmla="val 4028252"/>
                  <a:gd name="adj2" fmla="val 17183677"/>
                </a:avLst>
              </a:prstGeom>
              <a:solidFill>
                <a:srgbClr val="249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141;p13"/>
            <p:cNvGrpSpPr/>
            <p:nvPr/>
          </p:nvGrpSpPr>
          <p:grpSpPr>
            <a:xfrm>
              <a:off x="4264097" y="1180331"/>
              <a:ext cx="585001" cy="585530"/>
              <a:chOff x="1970048" y="811613"/>
              <a:chExt cx="588000" cy="588000"/>
            </a:xfrm>
          </p:grpSpPr>
          <p:sp>
            <p:nvSpPr>
              <p:cNvPr id="142" name="Google Shape;142;p13"/>
              <p:cNvSpPr/>
              <p:nvPr/>
            </p:nvSpPr>
            <p:spPr>
              <a:xfrm rot="39023">
                <a:off x="1973329" y="814894"/>
                <a:ext cx="581437" cy="581437"/>
              </a:xfrm>
              <a:prstGeom prst="pie">
                <a:avLst>
                  <a:gd name="adj1" fmla="val 6190354"/>
                  <a:gd name="adj2" fmla="val 14996165"/>
                </a:avLst>
              </a:prstGeom>
              <a:solidFill>
                <a:srgbClr val="155B55"/>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rot="10800000">
                <a:off x="1973295" y="814927"/>
                <a:ext cx="581400" cy="581400"/>
              </a:xfrm>
              <a:prstGeom prst="pie">
                <a:avLst>
                  <a:gd name="adj1" fmla="val 4028252"/>
                  <a:gd name="adj2" fmla="val 17183677"/>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p13"/>
            <p:cNvGrpSpPr/>
            <p:nvPr/>
          </p:nvGrpSpPr>
          <p:grpSpPr>
            <a:xfrm rot="7200165">
              <a:off x="5229930" y="2804716"/>
              <a:ext cx="585011" cy="585536"/>
              <a:chOff x="1977085" y="811649"/>
              <a:chExt cx="588000" cy="588000"/>
            </a:xfrm>
          </p:grpSpPr>
          <p:sp>
            <p:nvSpPr>
              <p:cNvPr id="145" name="Google Shape;145;p13"/>
              <p:cNvSpPr/>
              <p:nvPr/>
            </p:nvSpPr>
            <p:spPr>
              <a:xfrm rot="39023">
                <a:off x="1980366" y="814930"/>
                <a:ext cx="581437" cy="581437"/>
              </a:xfrm>
              <a:prstGeom prst="pie">
                <a:avLst>
                  <a:gd name="adj1" fmla="val 6190354"/>
                  <a:gd name="adj2" fmla="val 14996165"/>
                </a:avLst>
              </a:prstGeom>
              <a:solidFill>
                <a:srgbClr val="1D7E75"/>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rot="10800000">
                <a:off x="1980332" y="814963"/>
                <a:ext cx="581400" cy="581400"/>
              </a:xfrm>
              <a:prstGeom prst="pie">
                <a:avLst>
                  <a:gd name="adj1" fmla="val 4028252"/>
                  <a:gd name="adj2" fmla="val 17183677"/>
                </a:avLst>
              </a:prstGeom>
              <a:solidFill>
                <a:srgbClr val="1D7E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13"/>
            <p:cNvSpPr txBox="1"/>
            <p:nvPr/>
          </p:nvSpPr>
          <p:spPr>
            <a:xfrm>
              <a:off x="4334550" y="1255312"/>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a:solidFill>
                    <a:srgbClr val="FFFFFF"/>
                  </a:solidFill>
                  <a:latin typeface="Roboto"/>
                  <a:ea typeface="Roboto"/>
                  <a:cs typeface="Roboto"/>
                  <a:sym typeface="Roboto"/>
                </a:rPr>
                <a:t>0 </a:t>
              </a:r>
              <a:endParaRPr sz="1600" b="1">
                <a:solidFill>
                  <a:srgbClr val="FFFFFF"/>
                </a:solidFill>
                <a:latin typeface="Roboto"/>
                <a:ea typeface="Roboto"/>
                <a:cs typeface="Roboto"/>
                <a:sym typeface="Roboto"/>
              </a:endParaRPr>
            </a:p>
          </p:txBody>
        </p:sp>
        <p:sp>
          <p:nvSpPr>
            <p:cNvPr id="148" name="Google Shape;148;p13"/>
            <p:cNvSpPr txBox="1"/>
            <p:nvPr/>
          </p:nvSpPr>
          <p:spPr>
            <a:xfrm>
              <a:off x="3375648" y="2887440"/>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a:solidFill>
                    <a:srgbClr val="FFFFFF"/>
                  </a:solidFill>
                  <a:latin typeface="Roboto"/>
                  <a:ea typeface="Roboto"/>
                  <a:cs typeface="Roboto"/>
                  <a:sym typeface="Roboto"/>
                </a:rPr>
                <a:t>01 </a:t>
              </a:r>
              <a:endParaRPr sz="1600" b="1">
                <a:solidFill>
                  <a:srgbClr val="FFFFFF"/>
                </a:solidFill>
                <a:latin typeface="Roboto"/>
                <a:ea typeface="Roboto"/>
                <a:cs typeface="Roboto"/>
                <a:sym typeface="Roboto"/>
              </a:endParaRPr>
            </a:p>
          </p:txBody>
        </p:sp>
        <p:sp>
          <p:nvSpPr>
            <p:cNvPr id="149" name="Google Shape;149;p13"/>
            <p:cNvSpPr txBox="1"/>
            <p:nvPr/>
          </p:nvSpPr>
          <p:spPr>
            <a:xfrm>
              <a:off x="5281877" y="2857865"/>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a:solidFill>
                    <a:srgbClr val="FFFFFF"/>
                  </a:solidFill>
                  <a:latin typeface="Roboto"/>
                  <a:ea typeface="Roboto"/>
                  <a:cs typeface="Roboto"/>
                  <a:sym typeface="Roboto"/>
                </a:rPr>
                <a:t>0 </a:t>
              </a:r>
              <a:endParaRPr sz="1600" b="1">
                <a:solidFill>
                  <a:srgbClr val="FFFFFF"/>
                </a:solidFill>
                <a:latin typeface="Roboto"/>
                <a:ea typeface="Roboto"/>
                <a:cs typeface="Roboto"/>
                <a:sym typeface="Roboto"/>
              </a:endParaRPr>
            </a:p>
          </p:txBody>
        </p:sp>
      </p:grpSp>
      <p:grpSp>
        <p:nvGrpSpPr>
          <p:cNvPr id="150" name="Google Shape;150;p13"/>
          <p:cNvGrpSpPr/>
          <p:nvPr/>
        </p:nvGrpSpPr>
        <p:grpSpPr>
          <a:xfrm>
            <a:off x="15102758" y="17686337"/>
            <a:ext cx="2172154" cy="2172154"/>
            <a:chOff x="2820225" y="891450"/>
            <a:chExt cx="3175200" cy="3175200"/>
          </a:xfrm>
        </p:grpSpPr>
        <p:sp>
          <p:nvSpPr>
            <p:cNvPr id="151" name="Google Shape;151;p13"/>
            <p:cNvSpPr/>
            <p:nvPr/>
          </p:nvSpPr>
          <p:spPr>
            <a:xfrm rot="10800000">
              <a:off x="2820225" y="891450"/>
              <a:ext cx="3175200" cy="3175200"/>
            </a:xfrm>
            <a:prstGeom prst="blockArc">
              <a:avLst>
                <a:gd name="adj1" fmla="val 5399801"/>
                <a:gd name="adj2" fmla="val 3012680"/>
                <a:gd name="adj3" fmla="val 6939"/>
              </a:avLst>
            </a:prstGeom>
            <a:solidFill>
              <a:srgbClr val="83E3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rot="10800000">
              <a:off x="3175023" y="1179900"/>
              <a:ext cx="450600" cy="450600"/>
            </a:xfrm>
            <a:prstGeom prst="rtTriangle">
              <a:avLst/>
            </a:prstGeom>
            <a:solidFill>
              <a:srgbClr val="83E3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13"/>
          <p:cNvGrpSpPr/>
          <p:nvPr/>
        </p:nvGrpSpPr>
        <p:grpSpPr>
          <a:xfrm>
            <a:off x="16683132" y="18733848"/>
            <a:ext cx="911426" cy="625746"/>
            <a:chOff x="5130375" y="2422675"/>
            <a:chExt cx="1332300" cy="914700"/>
          </a:xfrm>
        </p:grpSpPr>
        <p:sp>
          <p:nvSpPr>
            <p:cNvPr id="154" name="Google Shape;154;p13"/>
            <p:cNvSpPr/>
            <p:nvPr/>
          </p:nvSpPr>
          <p:spPr>
            <a:xfrm>
              <a:off x="5130375" y="2707675"/>
              <a:ext cx="1332300" cy="629700"/>
            </a:xfrm>
            <a:prstGeom prst="rect">
              <a:avLst/>
            </a:prstGeom>
            <a:solidFill>
              <a:srgbClr val="1B786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rgbClr val="FFFFFF"/>
                  </a:solidFill>
                  <a:latin typeface="Roboto"/>
                  <a:ea typeface="Roboto"/>
                  <a:cs typeface="Roboto"/>
                  <a:sym typeface="Roboto"/>
                </a:rPr>
                <a:t>Prototype Production</a:t>
              </a:r>
              <a:endParaRPr sz="800">
                <a:solidFill>
                  <a:srgbClr val="FFFFFF"/>
                </a:solidFill>
              </a:endParaRPr>
            </a:p>
            <a:p>
              <a:pPr marL="0" lvl="0" indent="0" algn="l" rtl="0">
                <a:spcBef>
                  <a:spcPts val="0"/>
                </a:spcBef>
                <a:spcAft>
                  <a:spcPts val="0"/>
                </a:spcAft>
                <a:buNone/>
              </a:pPr>
              <a:endParaRPr sz="800">
                <a:solidFill>
                  <a:srgbClr val="FFFFFF"/>
                </a:solidFill>
                <a:latin typeface="Roboto"/>
                <a:ea typeface="Roboto"/>
                <a:cs typeface="Roboto"/>
                <a:sym typeface="Roboto"/>
              </a:endParaRPr>
            </a:p>
          </p:txBody>
        </p:sp>
        <p:sp>
          <p:nvSpPr>
            <p:cNvPr id="155" name="Google Shape;155;p13"/>
            <p:cNvSpPr/>
            <p:nvPr/>
          </p:nvSpPr>
          <p:spPr>
            <a:xfrm>
              <a:off x="5130375" y="2422675"/>
              <a:ext cx="1332300" cy="285000"/>
            </a:xfrm>
            <a:prstGeom prst="round1Rect">
              <a:avLst>
                <a:gd name="adj" fmla="val 50000"/>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endParaRPr>
            </a:p>
          </p:txBody>
        </p:sp>
      </p:grpSp>
      <p:grpSp>
        <p:nvGrpSpPr>
          <p:cNvPr id="156" name="Google Shape;156;p13"/>
          <p:cNvGrpSpPr/>
          <p:nvPr/>
        </p:nvGrpSpPr>
        <p:grpSpPr>
          <a:xfrm>
            <a:off x="15880305" y="17639269"/>
            <a:ext cx="911426" cy="625746"/>
            <a:chOff x="3798075" y="709250"/>
            <a:chExt cx="1332300" cy="914700"/>
          </a:xfrm>
        </p:grpSpPr>
        <p:sp>
          <p:nvSpPr>
            <p:cNvPr id="157" name="Google Shape;157;p13"/>
            <p:cNvSpPr/>
            <p:nvPr/>
          </p:nvSpPr>
          <p:spPr>
            <a:xfrm>
              <a:off x="3798075" y="994250"/>
              <a:ext cx="1332300" cy="629700"/>
            </a:xfrm>
            <a:prstGeom prst="rect">
              <a:avLst/>
            </a:prstGeom>
            <a:solidFill>
              <a:srgbClr val="1B786F"/>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800">
                  <a:solidFill>
                    <a:srgbClr val="FFFFFF"/>
                  </a:solidFill>
                  <a:latin typeface="Roboto"/>
                  <a:ea typeface="Roboto"/>
                  <a:cs typeface="Roboto"/>
                  <a:sym typeface="Roboto"/>
                </a:rPr>
                <a:t>Design/</a:t>
              </a:r>
              <a:endParaRPr sz="800">
                <a:solidFill>
                  <a:srgbClr val="FFFFFF"/>
                </a:solidFill>
                <a:latin typeface="Roboto"/>
                <a:ea typeface="Roboto"/>
                <a:cs typeface="Roboto"/>
                <a:sym typeface="Roboto"/>
              </a:endParaRPr>
            </a:p>
            <a:p>
              <a:pPr marL="0" lvl="0" indent="0" algn="ctr" rtl="0">
                <a:spcBef>
                  <a:spcPts val="0"/>
                </a:spcBef>
                <a:spcAft>
                  <a:spcPts val="0"/>
                </a:spcAft>
                <a:buNone/>
              </a:pPr>
              <a:r>
                <a:rPr lang="en-US" sz="800">
                  <a:solidFill>
                    <a:srgbClr val="FFFFFF"/>
                  </a:solidFill>
                  <a:latin typeface="Roboto"/>
                  <a:ea typeface="Roboto"/>
                  <a:cs typeface="Roboto"/>
                  <a:sym typeface="Roboto"/>
                </a:rPr>
                <a:t>Revision</a:t>
              </a:r>
              <a:endParaRPr sz="800">
                <a:solidFill>
                  <a:srgbClr val="FFFFFF"/>
                </a:solidFill>
              </a:endParaRPr>
            </a:p>
            <a:p>
              <a:pPr marL="0" lvl="0" indent="0" algn="l" rtl="0">
                <a:spcBef>
                  <a:spcPts val="0"/>
                </a:spcBef>
                <a:spcAft>
                  <a:spcPts val="0"/>
                </a:spcAft>
                <a:buNone/>
              </a:pPr>
              <a:endParaRPr>
                <a:solidFill>
                  <a:srgbClr val="FFFFFF"/>
                </a:solidFill>
              </a:endParaRPr>
            </a:p>
          </p:txBody>
        </p:sp>
        <p:sp>
          <p:nvSpPr>
            <p:cNvPr id="158" name="Google Shape;158;p13"/>
            <p:cNvSpPr/>
            <p:nvPr/>
          </p:nvSpPr>
          <p:spPr>
            <a:xfrm>
              <a:off x="3798075" y="709250"/>
              <a:ext cx="1332300" cy="285000"/>
            </a:xfrm>
            <a:prstGeom prst="round1Rect">
              <a:avLst>
                <a:gd name="adj" fmla="val 50000"/>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endParaRPr>
            </a:p>
          </p:txBody>
        </p:sp>
      </p:grpSp>
      <p:grpSp>
        <p:nvGrpSpPr>
          <p:cNvPr id="159" name="Google Shape;159;p13"/>
          <p:cNvGrpSpPr/>
          <p:nvPr/>
        </p:nvGrpSpPr>
        <p:grpSpPr>
          <a:xfrm>
            <a:off x="14999929" y="18982098"/>
            <a:ext cx="911426" cy="625746"/>
            <a:chOff x="2465775" y="2422675"/>
            <a:chExt cx="1332300" cy="914700"/>
          </a:xfrm>
        </p:grpSpPr>
        <p:sp>
          <p:nvSpPr>
            <p:cNvPr id="160" name="Google Shape;160;p13"/>
            <p:cNvSpPr/>
            <p:nvPr/>
          </p:nvSpPr>
          <p:spPr>
            <a:xfrm>
              <a:off x="2465775" y="2707675"/>
              <a:ext cx="1332300" cy="629700"/>
            </a:xfrm>
            <a:prstGeom prst="rect">
              <a:avLst/>
            </a:prstGeom>
            <a:solidFill>
              <a:srgbClr val="1B786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rgbClr val="FFFFFF"/>
                  </a:solidFill>
                  <a:latin typeface="Roboto"/>
                  <a:ea typeface="Roboto"/>
                  <a:cs typeface="Roboto"/>
                  <a:sym typeface="Roboto"/>
                </a:rPr>
                <a:t>Feedback Phase</a:t>
              </a:r>
              <a:endParaRPr sz="800">
                <a:solidFill>
                  <a:srgbClr val="FFFFFF"/>
                </a:solidFill>
              </a:endParaRPr>
            </a:p>
            <a:p>
              <a:pPr marL="0" lvl="0" indent="0" algn="l" rtl="0">
                <a:spcBef>
                  <a:spcPts val="0"/>
                </a:spcBef>
                <a:spcAft>
                  <a:spcPts val="0"/>
                </a:spcAft>
                <a:buNone/>
              </a:pPr>
              <a:endParaRPr>
                <a:solidFill>
                  <a:srgbClr val="FFFFFF"/>
                </a:solidFill>
              </a:endParaRPr>
            </a:p>
          </p:txBody>
        </p:sp>
        <p:sp>
          <p:nvSpPr>
            <p:cNvPr id="161" name="Google Shape;161;p13"/>
            <p:cNvSpPr/>
            <p:nvPr/>
          </p:nvSpPr>
          <p:spPr>
            <a:xfrm>
              <a:off x="2465775" y="2422675"/>
              <a:ext cx="1332300" cy="285000"/>
            </a:xfrm>
            <a:prstGeom prst="round1Rect">
              <a:avLst>
                <a:gd name="adj" fmla="val 50000"/>
              </a:avLst>
            </a:prstGeom>
            <a:solidFill>
              <a:srgbClr val="155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endParaRPr>
            </a:p>
          </p:txBody>
        </p:sp>
      </p:grpSp>
      <p:pic>
        <p:nvPicPr>
          <p:cNvPr id="162" name="Google Shape;162;p13"/>
          <p:cNvPicPr preferRelativeResize="0"/>
          <p:nvPr/>
        </p:nvPicPr>
        <p:blipFill>
          <a:blip r:embed="rId3">
            <a:alphaModFix/>
          </a:blip>
          <a:stretch>
            <a:fillRect/>
          </a:stretch>
        </p:blipFill>
        <p:spPr>
          <a:xfrm>
            <a:off x="641975" y="18265013"/>
            <a:ext cx="3609975" cy="3476625"/>
          </a:xfrm>
          <a:prstGeom prst="rect">
            <a:avLst/>
          </a:prstGeom>
          <a:noFill/>
          <a:ln>
            <a:noFill/>
          </a:ln>
        </p:spPr>
      </p:pic>
      <p:sp>
        <p:nvSpPr>
          <p:cNvPr id="163" name="Google Shape;163;p13"/>
          <p:cNvSpPr txBox="1"/>
          <p:nvPr/>
        </p:nvSpPr>
        <p:spPr>
          <a:xfrm>
            <a:off x="7473988" y="12761100"/>
            <a:ext cx="4217100" cy="1916400"/>
          </a:xfrm>
          <a:prstGeom prst="rect">
            <a:avLst/>
          </a:prstGeom>
          <a:noFill/>
          <a:ln>
            <a:noFill/>
          </a:ln>
        </p:spPr>
        <p:txBody>
          <a:bodyPr spcFirstLastPara="1" wrap="square" lIns="91425" tIns="45700" rIns="91425" bIns="45700" anchor="t" anchorCtr="0">
            <a:spAutoFit/>
          </a:bodyPr>
          <a:lstStyle/>
          <a:p>
            <a:pPr marL="457200" lvl="0" indent="-323850" algn="l" rtl="0">
              <a:lnSpc>
                <a:spcPct val="115000"/>
              </a:lnSpc>
              <a:spcBef>
                <a:spcPts val="0"/>
              </a:spcBef>
              <a:spcAft>
                <a:spcPts val="0"/>
              </a:spcAft>
              <a:buClr>
                <a:schemeClr val="dk1"/>
              </a:buClr>
              <a:buSzPts val="1500"/>
              <a:buChar char="●"/>
            </a:pPr>
            <a:r>
              <a:rPr lang="en-US" sz="1500">
                <a:solidFill>
                  <a:schemeClr val="dk1"/>
                </a:solidFill>
              </a:rPr>
              <a:t>Lenses</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20 diopter</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90 diopter</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iPhone</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16 (Standard)</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16 Pro Max</a:t>
            </a:r>
            <a:endParaRPr sz="1500">
              <a:solidFill>
                <a:schemeClr val="dk1"/>
              </a:solidFill>
            </a:endParaRPr>
          </a:p>
          <a:p>
            <a:pPr marL="0" marR="0" lvl="0" indent="0" algn="ctr" rtl="0">
              <a:spcBef>
                <a:spcPts val="0"/>
              </a:spcBef>
              <a:spcAft>
                <a:spcPts val="0"/>
              </a:spcAft>
              <a:buNone/>
            </a:pPr>
            <a:endParaRPr sz="1500">
              <a:solidFill>
                <a:schemeClr val="dk1"/>
              </a:solidFill>
            </a:endParaRPr>
          </a:p>
        </p:txBody>
      </p:sp>
      <p:sp>
        <p:nvSpPr>
          <p:cNvPr id="164" name="Google Shape;164;p13"/>
          <p:cNvSpPr/>
          <p:nvPr/>
        </p:nvSpPr>
        <p:spPr>
          <a:xfrm>
            <a:off x="22511712" y="12972850"/>
            <a:ext cx="3862800" cy="4017300"/>
          </a:xfrm>
          <a:prstGeom prst="roundRect">
            <a:avLst>
              <a:gd name="adj" fmla="val 16667"/>
            </a:avLst>
          </a:prstGeom>
          <a:solidFill>
            <a:srgbClr val="9FC5E8"/>
          </a:solidFill>
          <a:ln w="9525" cap="flat" cmpd="sng">
            <a:solidFill>
              <a:srgbClr val="CFE2F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5" name="Google Shape;165;p13" title="image000001.jpg"/>
          <p:cNvPicPr preferRelativeResize="0"/>
          <p:nvPr/>
        </p:nvPicPr>
        <p:blipFill rotWithShape="1">
          <a:blip r:embed="rId4">
            <a:alphaModFix/>
          </a:blip>
          <a:srcRect l="10927" t="27053" r="13759" b="17223"/>
          <a:stretch/>
        </p:blipFill>
        <p:spPr>
          <a:xfrm>
            <a:off x="24480248" y="13644188"/>
            <a:ext cx="1248390" cy="1210520"/>
          </a:xfrm>
          <a:prstGeom prst="rect">
            <a:avLst/>
          </a:prstGeom>
          <a:noFill/>
          <a:ln>
            <a:noFill/>
          </a:ln>
          <a:effectLst>
            <a:outerShdw blurRad="57150" dist="19050" dir="5400000" algn="bl" rotWithShape="0">
              <a:srgbClr val="000000">
                <a:alpha val="50000"/>
              </a:srgbClr>
            </a:outerShdw>
          </a:effectLst>
        </p:spPr>
      </p:pic>
      <p:pic>
        <p:nvPicPr>
          <p:cNvPr id="166" name="Google Shape;166;p13" title="image000002.jpg"/>
          <p:cNvPicPr preferRelativeResize="0"/>
          <p:nvPr/>
        </p:nvPicPr>
        <p:blipFill rotWithShape="1">
          <a:blip r:embed="rId5">
            <a:alphaModFix/>
          </a:blip>
          <a:srcRect l="29065" t="25492" r="21343" b="7666"/>
          <a:stretch/>
        </p:blipFill>
        <p:spPr>
          <a:xfrm>
            <a:off x="22891413" y="13851170"/>
            <a:ext cx="1388592" cy="2452768"/>
          </a:xfrm>
          <a:prstGeom prst="rect">
            <a:avLst/>
          </a:prstGeom>
          <a:noFill/>
          <a:ln>
            <a:noFill/>
          </a:ln>
          <a:effectLst>
            <a:outerShdw blurRad="57150" dist="19050" dir="5400000" algn="bl" rotWithShape="0">
              <a:srgbClr val="000000">
                <a:alpha val="50000"/>
              </a:srgbClr>
            </a:outerShdw>
          </a:effectLst>
        </p:spPr>
      </p:pic>
      <p:pic>
        <p:nvPicPr>
          <p:cNvPr id="167" name="Google Shape;167;p13" title="IMG_6328.DNG"/>
          <p:cNvPicPr preferRelativeResize="0"/>
          <p:nvPr/>
        </p:nvPicPr>
        <p:blipFill rotWithShape="1">
          <a:blip r:embed="rId6">
            <a:alphaModFix/>
          </a:blip>
          <a:srcRect l="13660" t="17541" r="21597" b="30789"/>
          <a:stretch/>
        </p:blipFill>
        <p:spPr>
          <a:xfrm>
            <a:off x="24480277" y="15085066"/>
            <a:ext cx="1388582" cy="1452303"/>
          </a:xfrm>
          <a:prstGeom prst="rect">
            <a:avLst/>
          </a:prstGeom>
          <a:noFill/>
          <a:ln>
            <a:noFill/>
          </a:ln>
          <a:effectLst>
            <a:outerShdw blurRad="57150" dist="19050" dir="5400000" algn="bl" rotWithShape="0">
              <a:srgbClr val="000000">
                <a:alpha val="50000"/>
              </a:srgbClr>
            </a:outerShdw>
          </a:effectLst>
        </p:spPr>
      </p:pic>
      <p:sp>
        <p:nvSpPr>
          <p:cNvPr id="168" name="Google Shape;168;p13"/>
          <p:cNvSpPr/>
          <p:nvPr/>
        </p:nvSpPr>
        <p:spPr>
          <a:xfrm>
            <a:off x="26724334" y="13086217"/>
            <a:ext cx="3994200" cy="3887400"/>
          </a:xfrm>
          <a:prstGeom prst="roundRect">
            <a:avLst>
              <a:gd name="adj" fmla="val 16667"/>
            </a:avLst>
          </a:prstGeom>
          <a:solidFill>
            <a:srgbClr val="9FC5E8"/>
          </a:solidFill>
          <a:ln w="9525" cap="flat" cmpd="sng">
            <a:solidFill>
              <a:srgbClr val="CFE2F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9" name="Google Shape;169;p13" title="WIN_20250416_15_30_10_Pro.jpg"/>
          <p:cNvPicPr preferRelativeResize="0"/>
          <p:nvPr/>
        </p:nvPicPr>
        <p:blipFill rotWithShape="1">
          <a:blip r:embed="rId7">
            <a:alphaModFix/>
          </a:blip>
          <a:srcRect l="39555" t="19544" r="25402" b="24373"/>
          <a:stretch/>
        </p:blipFill>
        <p:spPr>
          <a:xfrm>
            <a:off x="26913560" y="14680896"/>
            <a:ext cx="1982184" cy="1734048"/>
          </a:xfrm>
          <a:prstGeom prst="rect">
            <a:avLst/>
          </a:prstGeom>
          <a:noFill/>
          <a:ln>
            <a:noFill/>
          </a:ln>
          <a:effectLst>
            <a:outerShdw blurRad="57150" dist="19050" dir="5400000" algn="bl" rotWithShape="0">
              <a:srgbClr val="000000">
                <a:alpha val="50000"/>
              </a:srgbClr>
            </a:outerShdw>
          </a:effectLst>
        </p:spPr>
      </p:pic>
      <p:pic>
        <p:nvPicPr>
          <p:cNvPr id="170" name="Google Shape;170;p13" title="WIN_20250416_15_31_49_Pro.jpg"/>
          <p:cNvPicPr preferRelativeResize="0"/>
          <p:nvPr/>
        </p:nvPicPr>
        <p:blipFill rotWithShape="1">
          <a:blip r:embed="rId8">
            <a:alphaModFix/>
          </a:blip>
          <a:srcRect l="15280" t="8139" r="9520" b="18330"/>
          <a:stretch/>
        </p:blipFill>
        <p:spPr>
          <a:xfrm>
            <a:off x="27698456" y="13293916"/>
            <a:ext cx="2350349" cy="1256264"/>
          </a:xfrm>
          <a:prstGeom prst="rect">
            <a:avLst/>
          </a:prstGeom>
          <a:noFill/>
          <a:ln>
            <a:noFill/>
          </a:ln>
          <a:effectLst>
            <a:outerShdw blurRad="57150" dist="19050" dir="5400000" algn="bl" rotWithShape="0">
              <a:srgbClr val="000000">
                <a:alpha val="50000"/>
              </a:srgbClr>
            </a:outerShdw>
          </a:effectLst>
        </p:spPr>
      </p:pic>
      <p:pic>
        <p:nvPicPr>
          <p:cNvPr id="171" name="Google Shape;171;p13" title="WIN_20250416_15_30_35_Pro.jpg"/>
          <p:cNvPicPr preferRelativeResize="0"/>
          <p:nvPr/>
        </p:nvPicPr>
        <p:blipFill rotWithShape="1">
          <a:blip r:embed="rId9">
            <a:alphaModFix/>
          </a:blip>
          <a:srcRect l="23326" t="16010" r="44832" b="16031"/>
          <a:stretch/>
        </p:blipFill>
        <p:spPr>
          <a:xfrm>
            <a:off x="29137016" y="14708190"/>
            <a:ext cx="1414560" cy="1650324"/>
          </a:xfrm>
          <a:prstGeom prst="rect">
            <a:avLst/>
          </a:prstGeom>
          <a:noFill/>
          <a:ln>
            <a:noFill/>
          </a:ln>
          <a:effectLst>
            <a:outerShdw blurRad="57150" dist="19050" dir="5400000" algn="bl" rotWithShape="0">
              <a:srgbClr val="000000">
                <a:alpha val="50000"/>
              </a:srgbClr>
            </a:outerShdw>
          </a:effectLst>
        </p:spPr>
      </p:pic>
      <p:sp>
        <p:nvSpPr>
          <p:cNvPr id="172" name="Google Shape;172;p13"/>
          <p:cNvSpPr txBox="1"/>
          <p:nvPr/>
        </p:nvSpPr>
        <p:spPr>
          <a:xfrm>
            <a:off x="22609599" y="13263200"/>
            <a:ext cx="1822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b="1">
                <a:solidFill>
                  <a:schemeClr val="dk1"/>
                </a:solidFill>
              </a:rPr>
              <a:t>Fig. 1 Prototype 3</a:t>
            </a:r>
            <a:endParaRPr sz="1500" b="1">
              <a:solidFill>
                <a:schemeClr val="dk1"/>
              </a:solidFill>
            </a:endParaRPr>
          </a:p>
        </p:txBody>
      </p:sp>
      <p:sp>
        <p:nvSpPr>
          <p:cNvPr id="173" name="Google Shape;173;p13"/>
          <p:cNvSpPr txBox="1"/>
          <p:nvPr/>
        </p:nvSpPr>
        <p:spPr>
          <a:xfrm>
            <a:off x="27043854" y="16444755"/>
            <a:ext cx="3543300" cy="38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b="1">
                <a:solidFill>
                  <a:schemeClr val="dk1"/>
                </a:solidFill>
              </a:rPr>
              <a:t>Fig.2 Prototype 5 (Final)</a:t>
            </a:r>
            <a:endParaRPr sz="1500" b="1">
              <a:solidFill>
                <a:schemeClr val="dk1"/>
              </a:solidFill>
            </a:endParaRPr>
          </a:p>
        </p:txBody>
      </p:sp>
      <p:pic>
        <p:nvPicPr>
          <p:cNvPr id="174" name="Google Shape;174;p13" descr="Graduate Medical Education Home Page"/>
          <p:cNvPicPr preferRelativeResize="0"/>
          <p:nvPr/>
        </p:nvPicPr>
        <p:blipFill rotWithShape="1">
          <a:blip r:embed="rId10">
            <a:alphaModFix/>
          </a:blip>
          <a:srcRect/>
          <a:stretch/>
        </p:blipFill>
        <p:spPr>
          <a:xfrm>
            <a:off x="1121460" y="739208"/>
            <a:ext cx="3470030" cy="3595642"/>
          </a:xfrm>
          <a:prstGeom prst="rect">
            <a:avLst/>
          </a:prstGeom>
          <a:noFill/>
          <a:ln>
            <a:noFill/>
          </a:ln>
        </p:spPr>
      </p:pic>
      <p:pic>
        <p:nvPicPr>
          <p:cNvPr id="175" name="Picture 174" descr="24R.png"/>
          <p:cNvPicPr>
            <a:picLocks noChangeAspect="1"/>
          </p:cNvPicPr>
          <p:nvPr/>
        </p:nvPicPr>
        <p:blipFill>
          <a:blip r:embed="rId11"/>
          <a:stretch>
            <a:fillRect/>
          </a:stretch>
        </p:blipFill>
        <p:spPr>
          <a:xfrm>
            <a:off x="29279088" y="832104"/>
            <a:ext cx="2103120" cy="310896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699</Words>
  <Application>Microsoft Macintosh PowerPoint</Application>
  <PresentationFormat>Custom</PresentationFormat>
  <Paragraphs>71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Montserrat SemiBold</vt:lpstr>
      <vt:lpstr>Arial</vt:lpstr>
      <vt:lpstr>Domine</vt:lpstr>
      <vt:lpstr>Roboto</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2025-05-02T22:55:48Z</dcterms:modified>
</cp:coreProperties>
</file>