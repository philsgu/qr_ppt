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
  </p:notesMasterIdLst>
  <p:sldIdLst>
    <p:sldId id="256" r:id="rId2"/>
  </p:sldIdLst>
  <p:sldSz cx="32918400" cy="21945600"/>
  <p:notesSz cx="6858000" cy="9144000"/>
  <p:embeddedFontLst>
    <p:embeddedFont>
      <p:font typeface="Montserrat" pitchFamily="2" charset="77"/>
      <p:regular r:id="rId4"/>
      <p:bold r:id="rId5"/>
      <p:italic r:id="rId6"/>
      <p:boldItalic r:id="rId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6912" userDrawn="1">
          <p15:clr>
            <a:srgbClr val="A4A3A4"/>
          </p15:clr>
        </p15:guide>
        <p15:guide id="2" pos="10368" userDrawn="1">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1" roundtripDataSignature="AMtx7mhjLX8skny68Q0OF/dHNMy0eX63X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524"/>
    <p:restoredTop sz="94608"/>
  </p:normalViewPr>
  <p:slideViewPr>
    <p:cSldViewPr snapToGrid="0">
      <p:cViewPr varScale="1">
        <p:scale>
          <a:sx n="40" d="100"/>
          <a:sy n="40" d="100"/>
        </p:scale>
        <p:origin x="2408" y="304"/>
      </p:cViewPr>
      <p:guideLst>
        <p:guide orient="horz" pos="6912"/>
        <p:guide pos="1036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font" Target="fonts/font1.fntdata"/><Relationship Id="rId5" Type="http://schemas.openxmlformats.org/officeDocument/2006/relationships/font" Target="fonts/font2.fntdata"/><Relationship Id="rId6" Type="http://schemas.openxmlformats.org/officeDocument/2006/relationships/font" Target="fonts/font3.fntdata"/><Relationship Id="rId7" Type="http://schemas.openxmlformats.org/officeDocument/2006/relationships/font" Target="fonts/font4.fntdata"/><Relationship Id="rId11" Type="http://customschemas.google.com/relationships/presentationmetadata" Target="metadata"/><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14425" y="1143000"/>
            <a:ext cx="462915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33f5d42d367_0_31:notes"/>
          <p:cNvSpPr>
            <a:spLocks noGrp="1" noRot="1" noChangeAspect="1"/>
          </p:cNvSpPr>
          <p:nvPr>
            <p:ph type="sldImg" idx="2"/>
          </p:nvPr>
        </p:nvSpPr>
        <p:spPr>
          <a:xfrm>
            <a:off x="1114425" y="1143000"/>
            <a:ext cx="462915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33f5d42d367_0_3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 name="Google Shape;87;g33f5d42d367_0_3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7"/>
          <p:cNvSpPr txBox="1">
            <a:spLocks noGrp="1"/>
          </p:cNvSpPr>
          <p:nvPr>
            <p:ph type="ctrTitle"/>
          </p:nvPr>
        </p:nvSpPr>
        <p:spPr>
          <a:xfrm>
            <a:off x="2468880" y="3591561"/>
            <a:ext cx="27980640" cy="764032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28800"/>
              <a:buFont typeface="Calibri"/>
              <a:buNone/>
              <a:defRPr sz="1920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subTitle" idx="1"/>
          </p:nvPr>
        </p:nvSpPr>
        <p:spPr>
          <a:xfrm>
            <a:off x="4114800" y="11526521"/>
            <a:ext cx="24688800" cy="5298439"/>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3200"/>
              </a:spcBef>
              <a:spcAft>
                <a:spcPts val="0"/>
              </a:spcAft>
              <a:buClr>
                <a:schemeClr val="dk1"/>
              </a:buClr>
              <a:buSzPts val="11520"/>
              <a:buNone/>
              <a:defRPr sz="7680"/>
            </a:lvl1pPr>
            <a:lvl2pPr lvl="1" algn="ctr">
              <a:lnSpc>
                <a:spcPct val="90000"/>
              </a:lnSpc>
              <a:spcBef>
                <a:spcPts val="1600"/>
              </a:spcBef>
              <a:spcAft>
                <a:spcPts val="0"/>
              </a:spcAft>
              <a:buClr>
                <a:schemeClr val="dk1"/>
              </a:buClr>
              <a:buSzPts val="9600"/>
              <a:buNone/>
              <a:defRPr sz="6400"/>
            </a:lvl2pPr>
            <a:lvl3pPr lvl="2" algn="ctr">
              <a:lnSpc>
                <a:spcPct val="90000"/>
              </a:lnSpc>
              <a:spcBef>
                <a:spcPts val="1600"/>
              </a:spcBef>
              <a:spcAft>
                <a:spcPts val="0"/>
              </a:spcAft>
              <a:buClr>
                <a:schemeClr val="dk1"/>
              </a:buClr>
              <a:buSzPts val="8640"/>
              <a:buNone/>
              <a:defRPr sz="5760"/>
            </a:lvl3pPr>
            <a:lvl4pPr lvl="3" algn="ctr">
              <a:lnSpc>
                <a:spcPct val="90000"/>
              </a:lnSpc>
              <a:spcBef>
                <a:spcPts val="1600"/>
              </a:spcBef>
              <a:spcAft>
                <a:spcPts val="0"/>
              </a:spcAft>
              <a:buClr>
                <a:schemeClr val="dk1"/>
              </a:buClr>
              <a:buSzPts val="7680"/>
              <a:buNone/>
              <a:defRPr sz="5120"/>
            </a:lvl4pPr>
            <a:lvl5pPr lvl="4" algn="ctr">
              <a:lnSpc>
                <a:spcPct val="90000"/>
              </a:lnSpc>
              <a:spcBef>
                <a:spcPts val="1600"/>
              </a:spcBef>
              <a:spcAft>
                <a:spcPts val="0"/>
              </a:spcAft>
              <a:buClr>
                <a:schemeClr val="dk1"/>
              </a:buClr>
              <a:buSzPts val="7680"/>
              <a:buNone/>
              <a:defRPr sz="5120"/>
            </a:lvl5pPr>
            <a:lvl6pPr lvl="5" algn="ctr">
              <a:lnSpc>
                <a:spcPct val="90000"/>
              </a:lnSpc>
              <a:spcBef>
                <a:spcPts val="1600"/>
              </a:spcBef>
              <a:spcAft>
                <a:spcPts val="0"/>
              </a:spcAft>
              <a:buClr>
                <a:schemeClr val="dk1"/>
              </a:buClr>
              <a:buSzPts val="7680"/>
              <a:buNone/>
              <a:defRPr sz="5120"/>
            </a:lvl6pPr>
            <a:lvl7pPr lvl="6" algn="ctr">
              <a:lnSpc>
                <a:spcPct val="90000"/>
              </a:lnSpc>
              <a:spcBef>
                <a:spcPts val="1600"/>
              </a:spcBef>
              <a:spcAft>
                <a:spcPts val="0"/>
              </a:spcAft>
              <a:buClr>
                <a:schemeClr val="dk1"/>
              </a:buClr>
              <a:buSzPts val="7680"/>
              <a:buNone/>
              <a:defRPr sz="5120"/>
            </a:lvl7pPr>
            <a:lvl8pPr lvl="7" algn="ctr">
              <a:lnSpc>
                <a:spcPct val="90000"/>
              </a:lnSpc>
              <a:spcBef>
                <a:spcPts val="1600"/>
              </a:spcBef>
              <a:spcAft>
                <a:spcPts val="0"/>
              </a:spcAft>
              <a:buClr>
                <a:schemeClr val="dk1"/>
              </a:buClr>
              <a:buSzPts val="7680"/>
              <a:buNone/>
              <a:defRPr sz="5120"/>
            </a:lvl8pPr>
            <a:lvl9pPr lvl="8" algn="ctr">
              <a:lnSpc>
                <a:spcPct val="90000"/>
              </a:lnSpc>
              <a:spcBef>
                <a:spcPts val="1600"/>
              </a:spcBef>
              <a:spcAft>
                <a:spcPts val="0"/>
              </a:spcAft>
              <a:buClr>
                <a:schemeClr val="dk1"/>
              </a:buClr>
              <a:buSzPts val="7680"/>
              <a:buNone/>
              <a:defRPr sz="5120"/>
            </a:lvl9pPr>
          </a:lstStyle>
          <a:p>
            <a:endParaRPr/>
          </a:p>
        </p:txBody>
      </p:sp>
      <p:sp>
        <p:nvSpPr>
          <p:cNvPr id="18" name="Google Shape;18;p7"/>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7"/>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8"/>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8"/>
          <p:cNvSpPr txBox="1">
            <a:spLocks noGrp="1"/>
          </p:cNvSpPr>
          <p:nvPr>
            <p:ph type="body" idx="1"/>
          </p:nvPr>
        </p:nvSpPr>
        <p:spPr>
          <a:xfrm>
            <a:off x="2263140" y="5842000"/>
            <a:ext cx="283921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24" name="Google Shape;24;p8"/>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8"/>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8"/>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9"/>
          <p:cNvSpPr txBox="1">
            <a:spLocks noGrp="1"/>
          </p:cNvSpPr>
          <p:nvPr>
            <p:ph type="title"/>
          </p:nvPr>
        </p:nvSpPr>
        <p:spPr>
          <a:xfrm>
            <a:off x="2245996" y="5471166"/>
            <a:ext cx="28392120" cy="9128759"/>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8800"/>
              <a:buFont typeface="Calibri"/>
              <a:buNone/>
              <a:defRPr sz="1920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9"/>
          <p:cNvSpPr txBox="1">
            <a:spLocks noGrp="1"/>
          </p:cNvSpPr>
          <p:nvPr>
            <p:ph type="body" idx="1"/>
          </p:nvPr>
        </p:nvSpPr>
        <p:spPr>
          <a:xfrm>
            <a:off x="2245996" y="14686286"/>
            <a:ext cx="28392120" cy="4800599"/>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11520"/>
              <a:buNone/>
              <a:defRPr sz="7680">
                <a:solidFill>
                  <a:schemeClr val="dk1"/>
                </a:solidFill>
              </a:defRPr>
            </a:lvl1pPr>
            <a:lvl2pPr marL="609630" lvl="1" indent="-152408" algn="l">
              <a:lnSpc>
                <a:spcPct val="90000"/>
              </a:lnSpc>
              <a:spcBef>
                <a:spcPts val="1600"/>
              </a:spcBef>
              <a:spcAft>
                <a:spcPts val="0"/>
              </a:spcAft>
              <a:buClr>
                <a:srgbClr val="888888"/>
              </a:buClr>
              <a:buSzPts val="9600"/>
              <a:buNone/>
              <a:defRPr sz="6400">
                <a:solidFill>
                  <a:srgbClr val="888888"/>
                </a:solidFill>
              </a:defRPr>
            </a:lvl2pPr>
            <a:lvl3pPr marL="914446" lvl="2" indent="-152408" algn="l">
              <a:lnSpc>
                <a:spcPct val="90000"/>
              </a:lnSpc>
              <a:spcBef>
                <a:spcPts val="1600"/>
              </a:spcBef>
              <a:spcAft>
                <a:spcPts val="0"/>
              </a:spcAft>
              <a:buClr>
                <a:srgbClr val="888888"/>
              </a:buClr>
              <a:buSzPts val="8640"/>
              <a:buNone/>
              <a:defRPr sz="5760">
                <a:solidFill>
                  <a:srgbClr val="888888"/>
                </a:solidFill>
              </a:defRPr>
            </a:lvl3pPr>
            <a:lvl4pPr marL="1219261" lvl="3" indent="-152408" algn="l">
              <a:lnSpc>
                <a:spcPct val="90000"/>
              </a:lnSpc>
              <a:spcBef>
                <a:spcPts val="1600"/>
              </a:spcBef>
              <a:spcAft>
                <a:spcPts val="0"/>
              </a:spcAft>
              <a:buClr>
                <a:srgbClr val="888888"/>
              </a:buClr>
              <a:buSzPts val="7680"/>
              <a:buNone/>
              <a:defRPr sz="5120">
                <a:solidFill>
                  <a:srgbClr val="888888"/>
                </a:solidFill>
              </a:defRPr>
            </a:lvl4pPr>
            <a:lvl5pPr marL="1524076" lvl="4" indent="-152408" algn="l">
              <a:lnSpc>
                <a:spcPct val="90000"/>
              </a:lnSpc>
              <a:spcBef>
                <a:spcPts val="1600"/>
              </a:spcBef>
              <a:spcAft>
                <a:spcPts val="0"/>
              </a:spcAft>
              <a:buClr>
                <a:srgbClr val="888888"/>
              </a:buClr>
              <a:buSzPts val="7680"/>
              <a:buNone/>
              <a:defRPr sz="5120">
                <a:solidFill>
                  <a:srgbClr val="888888"/>
                </a:solidFill>
              </a:defRPr>
            </a:lvl5pPr>
            <a:lvl6pPr marL="1828891" lvl="5" indent="-152408" algn="l">
              <a:lnSpc>
                <a:spcPct val="90000"/>
              </a:lnSpc>
              <a:spcBef>
                <a:spcPts val="1600"/>
              </a:spcBef>
              <a:spcAft>
                <a:spcPts val="0"/>
              </a:spcAft>
              <a:buClr>
                <a:srgbClr val="888888"/>
              </a:buClr>
              <a:buSzPts val="7680"/>
              <a:buNone/>
              <a:defRPr sz="5120">
                <a:solidFill>
                  <a:srgbClr val="888888"/>
                </a:solidFill>
              </a:defRPr>
            </a:lvl6pPr>
            <a:lvl7pPr marL="2133707" lvl="6" indent="-152408" algn="l">
              <a:lnSpc>
                <a:spcPct val="90000"/>
              </a:lnSpc>
              <a:spcBef>
                <a:spcPts val="1600"/>
              </a:spcBef>
              <a:spcAft>
                <a:spcPts val="0"/>
              </a:spcAft>
              <a:buClr>
                <a:srgbClr val="888888"/>
              </a:buClr>
              <a:buSzPts val="7680"/>
              <a:buNone/>
              <a:defRPr sz="5120">
                <a:solidFill>
                  <a:srgbClr val="888888"/>
                </a:solidFill>
              </a:defRPr>
            </a:lvl7pPr>
            <a:lvl8pPr marL="2438522" lvl="7" indent="-152408" algn="l">
              <a:lnSpc>
                <a:spcPct val="90000"/>
              </a:lnSpc>
              <a:spcBef>
                <a:spcPts val="1600"/>
              </a:spcBef>
              <a:spcAft>
                <a:spcPts val="0"/>
              </a:spcAft>
              <a:buClr>
                <a:srgbClr val="888888"/>
              </a:buClr>
              <a:buSzPts val="7680"/>
              <a:buNone/>
              <a:defRPr sz="5120">
                <a:solidFill>
                  <a:srgbClr val="888888"/>
                </a:solidFill>
              </a:defRPr>
            </a:lvl8pPr>
            <a:lvl9pPr marL="2743337" lvl="8" indent="-152408" algn="l">
              <a:lnSpc>
                <a:spcPct val="90000"/>
              </a:lnSpc>
              <a:spcBef>
                <a:spcPts val="1600"/>
              </a:spcBef>
              <a:spcAft>
                <a:spcPts val="0"/>
              </a:spcAft>
              <a:buClr>
                <a:srgbClr val="888888"/>
              </a:buClr>
              <a:buSzPts val="7680"/>
              <a:buNone/>
              <a:defRPr sz="5120">
                <a:solidFill>
                  <a:srgbClr val="888888"/>
                </a:solidFill>
              </a:defRPr>
            </a:lvl9pPr>
          </a:lstStyle>
          <a:p>
            <a:endParaRPr/>
          </a:p>
        </p:txBody>
      </p:sp>
      <p:sp>
        <p:nvSpPr>
          <p:cNvPr id="30" name="Google Shape;30;p9"/>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9"/>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9"/>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0"/>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0"/>
          <p:cNvSpPr txBox="1">
            <a:spLocks noGrp="1"/>
          </p:cNvSpPr>
          <p:nvPr>
            <p:ph type="body" idx="1"/>
          </p:nvPr>
        </p:nvSpPr>
        <p:spPr>
          <a:xfrm>
            <a:off x="2263140" y="5842000"/>
            <a:ext cx="139903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36" name="Google Shape;36;p10"/>
          <p:cNvSpPr txBox="1">
            <a:spLocks noGrp="1"/>
          </p:cNvSpPr>
          <p:nvPr>
            <p:ph type="body" idx="2"/>
          </p:nvPr>
        </p:nvSpPr>
        <p:spPr>
          <a:xfrm>
            <a:off x="16664940" y="5842000"/>
            <a:ext cx="139903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37" name="Google Shape;37;p10"/>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0"/>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10"/>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2267428"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2267432" y="5379721"/>
            <a:ext cx="13926024" cy="2636519"/>
          </a:xfrm>
          <a:prstGeom prst="rect">
            <a:avLst/>
          </a:prstGeom>
          <a:noFill/>
          <a:ln>
            <a:noFill/>
          </a:ln>
        </p:spPr>
        <p:txBody>
          <a:bodyPr spcFirstLastPara="1" wrap="square" lIns="91425" tIns="45700" rIns="91425" bIns="45700" anchor="b" anchorCtr="0">
            <a:normAutofit/>
          </a:bodyPr>
          <a:lstStyle>
            <a:lvl1pPr marL="304815" lvl="0" indent="-152408" algn="l">
              <a:lnSpc>
                <a:spcPct val="90000"/>
              </a:lnSpc>
              <a:spcBef>
                <a:spcPts val="3200"/>
              </a:spcBef>
              <a:spcAft>
                <a:spcPts val="0"/>
              </a:spcAft>
              <a:buClr>
                <a:schemeClr val="dk1"/>
              </a:buClr>
              <a:buSzPts val="11520"/>
              <a:buNone/>
              <a:defRPr sz="7680" b="1"/>
            </a:lvl1pPr>
            <a:lvl2pPr marL="609630" lvl="1" indent="-152408" algn="l">
              <a:lnSpc>
                <a:spcPct val="90000"/>
              </a:lnSpc>
              <a:spcBef>
                <a:spcPts val="1600"/>
              </a:spcBef>
              <a:spcAft>
                <a:spcPts val="0"/>
              </a:spcAft>
              <a:buClr>
                <a:schemeClr val="dk1"/>
              </a:buClr>
              <a:buSzPts val="9600"/>
              <a:buNone/>
              <a:defRPr sz="6400" b="1"/>
            </a:lvl2pPr>
            <a:lvl3pPr marL="914446" lvl="2" indent="-152408" algn="l">
              <a:lnSpc>
                <a:spcPct val="90000"/>
              </a:lnSpc>
              <a:spcBef>
                <a:spcPts val="1600"/>
              </a:spcBef>
              <a:spcAft>
                <a:spcPts val="0"/>
              </a:spcAft>
              <a:buClr>
                <a:schemeClr val="dk1"/>
              </a:buClr>
              <a:buSzPts val="8640"/>
              <a:buNone/>
              <a:defRPr sz="5760" b="1"/>
            </a:lvl3pPr>
            <a:lvl4pPr marL="1219261" lvl="3" indent="-152408" algn="l">
              <a:lnSpc>
                <a:spcPct val="90000"/>
              </a:lnSpc>
              <a:spcBef>
                <a:spcPts val="1600"/>
              </a:spcBef>
              <a:spcAft>
                <a:spcPts val="0"/>
              </a:spcAft>
              <a:buClr>
                <a:schemeClr val="dk1"/>
              </a:buClr>
              <a:buSzPts val="7680"/>
              <a:buNone/>
              <a:defRPr sz="5120" b="1"/>
            </a:lvl4pPr>
            <a:lvl5pPr marL="1524076" lvl="4" indent="-152408" algn="l">
              <a:lnSpc>
                <a:spcPct val="90000"/>
              </a:lnSpc>
              <a:spcBef>
                <a:spcPts val="1600"/>
              </a:spcBef>
              <a:spcAft>
                <a:spcPts val="0"/>
              </a:spcAft>
              <a:buClr>
                <a:schemeClr val="dk1"/>
              </a:buClr>
              <a:buSzPts val="7680"/>
              <a:buNone/>
              <a:defRPr sz="5120" b="1"/>
            </a:lvl5pPr>
            <a:lvl6pPr marL="1828891" lvl="5" indent="-152408" algn="l">
              <a:lnSpc>
                <a:spcPct val="90000"/>
              </a:lnSpc>
              <a:spcBef>
                <a:spcPts val="1600"/>
              </a:spcBef>
              <a:spcAft>
                <a:spcPts val="0"/>
              </a:spcAft>
              <a:buClr>
                <a:schemeClr val="dk1"/>
              </a:buClr>
              <a:buSzPts val="7680"/>
              <a:buNone/>
              <a:defRPr sz="5120" b="1"/>
            </a:lvl6pPr>
            <a:lvl7pPr marL="2133707" lvl="6" indent="-152408" algn="l">
              <a:lnSpc>
                <a:spcPct val="90000"/>
              </a:lnSpc>
              <a:spcBef>
                <a:spcPts val="1600"/>
              </a:spcBef>
              <a:spcAft>
                <a:spcPts val="0"/>
              </a:spcAft>
              <a:buClr>
                <a:schemeClr val="dk1"/>
              </a:buClr>
              <a:buSzPts val="7680"/>
              <a:buNone/>
              <a:defRPr sz="5120" b="1"/>
            </a:lvl7pPr>
            <a:lvl8pPr marL="2438522" lvl="7" indent="-152408" algn="l">
              <a:lnSpc>
                <a:spcPct val="90000"/>
              </a:lnSpc>
              <a:spcBef>
                <a:spcPts val="1600"/>
              </a:spcBef>
              <a:spcAft>
                <a:spcPts val="0"/>
              </a:spcAft>
              <a:buClr>
                <a:schemeClr val="dk1"/>
              </a:buClr>
              <a:buSzPts val="7680"/>
              <a:buNone/>
              <a:defRPr sz="5120" b="1"/>
            </a:lvl8pPr>
            <a:lvl9pPr marL="2743337" lvl="8" indent="-152408" algn="l">
              <a:lnSpc>
                <a:spcPct val="90000"/>
              </a:lnSpc>
              <a:spcBef>
                <a:spcPts val="1600"/>
              </a:spcBef>
              <a:spcAft>
                <a:spcPts val="0"/>
              </a:spcAft>
              <a:buClr>
                <a:schemeClr val="dk1"/>
              </a:buClr>
              <a:buSzPts val="7680"/>
              <a:buNone/>
              <a:defRPr sz="5120" b="1"/>
            </a:lvl9pPr>
          </a:lstStyle>
          <a:p>
            <a:endParaRPr/>
          </a:p>
        </p:txBody>
      </p:sp>
      <p:sp>
        <p:nvSpPr>
          <p:cNvPr id="43" name="Google Shape;43;p11"/>
          <p:cNvSpPr txBox="1">
            <a:spLocks noGrp="1"/>
          </p:cNvSpPr>
          <p:nvPr>
            <p:ph type="body" idx="2"/>
          </p:nvPr>
        </p:nvSpPr>
        <p:spPr>
          <a:xfrm>
            <a:off x="2267432" y="8016240"/>
            <a:ext cx="13926024" cy="117906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44" name="Google Shape;44;p11"/>
          <p:cNvSpPr txBox="1">
            <a:spLocks noGrp="1"/>
          </p:cNvSpPr>
          <p:nvPr>
            <p:ph type="body" idx="3"/>
          </p:nvPr>
        </p:nvSpPr>
        <p:spPr>
          <a:xfrm>
            <a:off x="16664942" y="5379721"/>
            <a:ext cx="13994608" cy="2636519"/>
          </a:xfrm>
          <a:prstGeom prst="rect">
            <a:avLst/>
          </a:prstGeom>
          <a:noFill/>
          <a:ln>
            <a:noFill/>
          </a:ln>
        </p:spPr>
        <p:txBody>
          <a:bodyPr spcFirstLastPara="1" wrap="square" lIns="91425" tIns="45700" rIns="91425" bIns="45700" anchor="b" anchorCtr="0">
            <a:normAutofit/>
          </a:bodyPr>
          <a:lstStyle>
            <a:lvl1pPr marL="304815" lvl="0" indent="-152408" algn="l">
              <a:lnSpc>
                <a:spcPct val="90000"/>
              </a:lnSpc>
              <a:spcBef>
                <a:spcPts val="3200"/>
              </a:spcBef>
              <a:spcAft>
                <a:spcPts val="0"/>
              </a:spcAft>
              <a:buClr>
                <a:schemeClr val="dk1"/>
              </a:buClr>
              <a:buSzPts val="11520"/>
              <a:buNone/>
              <a:defRPr sz="7680" b="1"/>
            </a:lvl1pPr>
            <a:lvl2pPr marL="609630" lvl="1" indent="-152408" algn="l">
              <a:lnSpc>
                <a:spcPct val="90000"/>
              </a:lnSpc>
              <a:spcBef>
                <a:spcPts val="1600"/>
              </a:spcBef>
              <a:spcAft>
                <a:spcPts val="0"/>
              </a:spcAft>
              <a:buClr>
                <a:schemeClr val="dk1"/>
              </a:buClr>
              <a:buSzPts val="9600"/>
              <a:buNone/>
              <a:defRPr sz="6400" b="1"/>
            </a:lvl2pPr>
            <a:lvl3pPr marL="914446" lvl="2" indent="-152408" algn="l">
              <a:lnSpc>
                <a:spcPct val="90000"/>
              </a:lnSpc>
              <a:spcBef>
                <a:spcPts val="1600"/>
              </a:spcBef>
              <a:spcAft>
                <a:spcPts val="0"/>
              </a:spcAft>
              <a:buClr>
                <a:schemeClr val="dk1"/>
              </a:buClr>
              <a:buSzPts val="8640"/>
              <a:buNone/>
              <a:defRPr sz="5760" b="1"/>
            </a:lvl3pPr>
            <a:lvl4pPr marL="1219261" lvl="3" indent="-152408" algn="l">
              <a:lnSpc>
                <a:spcPct val="90000"/>
              </a:lnSpc>
              <a:spcBef>
                <a:spcPts val="1600"/>
              </a:spcBef>
              <a:spcAft>
                <a:spcPts val="0"/>
              </a:spcAft>
              <a:buClr>
                <a:schemeClr val="dk1"/>
              </a:buClr>
              <a:buSzPts val="7680"/>
              <a:buNone/>
              <a:defRPr sz="5120" b="1"/>
            </a:lvl4pPr>
            <a:lvl5pPr marL="1524076" lvl="4" indent="-152408" algn="l">
              <a:lnSpc>
                <a:spcPct val="90000"/>
              </a:lnSpc>
              <a:spcBef>
                <a:spcPts val="1600"/>
              </a:spcBef>
              <a:spcAft>
                <a:spcPts val="0"/>
              </a:spcAft>
              <a:buClr>
                <a:schemeClr val="dk1"/>
              </a:buClr>
              <a:buSzPts val="7680"/>
              <a:buNone/>
              <a:defRPr sz="5120" b="1"/>
            </a:lvl5pPr>
            <a:lvl6pPr marL="1828891" lvl="5" indent="-152408" algn="l">
              <a:lnSpc>
                <a:spcPct val="90000"/>
              </a:lnSpc>
              <a:spcBef>
                <a:spcPts val="1600"/>
              </a:spcBef>
              <a:spcAft>
                <a:spcPts val="0"/>
              </a:spcAft>
              <a:buClr>
                <a:schemeClr val="dk1"/>
              </a:buClr>
              <a:buSzPts val="7680"/>
              <a:buNone/>
              <a:defRPr sz="5120" b="1"/>
            </a:lvl6pPr>
            <a:lvl7pPr marL="2133707" lvl="6" indent="-152408" algn="l">
              <a:lnSpc>
                <a:spcPct val="90000"/>
              </a:lnSpc>
              <a:spcBef>
                <a:spcPts val="1600"/>
              </a:spcBef>
              <a:spcAft>
                <a:spcPts val="0"/>
              </a:spcAft>
              <a:buClr>
                <a:schemeClr val="dk1"/>
              </a:buClr>
              <a:buSzPts val="7680"/>
              <a:buNone/>
              <a:defRPr sz="5120" b="1"/>
            </a:lvl7pPr>
            <a:lvl8pPr marL="2438522" lvl="7" indent="-152408" algn="l">
              <a:lnSpc>
                <a:spcPct val="90000"/>
              </a:lnSpc>
              <a:spcBef>
                <a:spcPts val="1600"/>
              </a:spcBef>
              <a:spcAft>
                <a:spcPts val="0"/>
              </a:spcAft>
              <a:buClr>
                <a:schemeClr val="dk1"/>
              </a:buClr>
              <a:buSzPts val="7680"/>
              <a:buNone/>
              <a:defRPr sz="5120" b="1"/>
            </a:lvl8pPr>
            <a:lvl9pPr marL="2743337" lvl="8" indent="-152408" algn="l">
              <a:lnSpc>
                <a:spcPct val="90000"/>
              </a:lnSpc>
              <a:spcBef>
                <a:spcPts val="1600"/>
              </a:spcBef>
              <a:spcAft>
                <a:spcPts val="0"/>
              </a:spcAft>
              <a:buClr>
                <a:schemeClr val="dk1"/>
              </a:buClr>
              <a:buSzPts val="7680"/>
              <a:buNone/>
              <a:defRPr sz="5120" b="1"/>
            </a:lvl9pPr>
          </a:lstStyle>
          <a:p>
            <a:endParaRPr/>
          </a:p>
        </p:txBody>
      </p:sp>
      <p:sp>
        <p:nvSpPr>
          <p:cNvPr id="45" name="Google Shape;45;p11"/>
          <p:cNvSpPr txBox="1">
            <a:spLocks noGrp="1"/>
          </p:cNvSpPr>
          <p:nvPr>
            <p:ph type="body" idx="4"/>
          </p:nvPr>
        </p:nvSpPr>
        <p:spPr>
          <a:xfrm>
            <a:off x="16664942" y="8016240"/>
            <a:ext cx="13994608" cy="117906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46" name="Google Shape;46;p11"/>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11"/>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11"/>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2"/>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12"/>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13"/>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3"/>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4"/>
          <p:cNvSpPr txBox="1">
            <a:spLocks noGrp="1"/>
          </p:cNvSpPr>
          <p:nvPr>
            <p:ph type="title"/>
          </p:nvPr>
        </p:nvSpPr>
        <p:spPr>
          <a:xfrm>
            <a:off x="2267428" y="1463040"/>
            <a:ext cx="10617041" cy="512064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5360"/>
              <a:buFont typeface="Calibri"/>
              <a:buNone/>
              <a:defRPr sz="1024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4"/>
          <p:cNvSpPr txBox="1">
            <a:spLocks noGrp="1"/>
          </p:cNvSpPr>
          <p:nvPr>
            <p:ph type="body" idx="1"/>
          </p:nvPr>
        </p:nvSpPr>
        <p:spPr>
          <a:xfrm>
            <a:off x="13994608" y="3159765"/>
            <a:ext cx="16664940" cy="15595600"/>
          </a:xfrm>
          <a:prstGeom prst="rect">
            <a:avLst/>
          </a:prstGeom>
          <a:noFill/>
          <a:ln>
            <a:noFill/>
          </a:ln>
        </p:spPr>
        <p:txBody>
          <a:bodyPr spcFirstLastPara="1" wrap="square" lIns="91425" tIns="45700" rIns="91425" bIns="45700" anchor="t" anchorCtr="0">
            <a:normAutofit/>
          </a:bodyPr>
          <a:lstStyle>
            <a:lvl1pPr marL="304815" lvl="0" indent="-802680" algn="l">
              <a:lnSpc>
                <a:spcPct val="90000"/>
              </a:lnSpc>
              <a:spcBef>
                <a:spcPts val="3200"/>
              </a:spcBef>
              <a:spcAft>
                <a:spcPts val="0"/>
              </a:spcAft>
              <a:buClr>
                <a:schemeClr val="dk1"/>
              </a:buClr>
              <a:buSzPts val="15360"/>
              <a:buChar char="•"/>
              <a:defRPr sz="10241"/>
            </a:lvl1pPr>
            <a:lvl2pPr marL="609630" lvl="1" indent="-721396" algn="l">
              <a:lnSpc>
                <a:spcPct val="90000"/>
              </a:lnSpc>
              <a:spcBef>
                <a:spcPts val="1600"/>
              </a:spcBef>
              <a:spcAft>
                <a:spcPts val="0"/>
              </a:spcAft>
              <a:buClr>
                <a:schemeClr val="dk1"/>
              </a:buClr>
              <a:buSzPts val="13440"/>
              <a:buChar char="•"/>
              <a:defRPr sz="8960"/>
            </a:lvl2pPr>
            <a:lvl3pPr marL="914446" lvl="2" indent="-640112" algn="l">
              <a:lnSpc>
                <a:spcPct val="90000"/>
              </a:lnSpc>
              <a:spcBef>
                <a:spcPts val="1600"/>
              </a:spcBef>
              <a:spcAft>
                <a:spcPts val="0"/>
              </a:spcAft>
              <a:buClr>
                <a:schemeClr val="dk1"/>
              </a:buClr>
              <a:buSzPts val="11520"/>
              <a:buChar char="•"/>
              <a:defRPr sz="7680"/>
            </a:lvl3pPr>
            <a:lvl4pPr marL="1219261" lvl="3" indent="-558828" algn="l">
              <a:lnSpc>
                <a:spcPct val="90000"/>
              </a:lnSpc>
              <a:spcBef>
                <a:spcPts val="1600"/>
              </a:spcBef>
              <a:spcAft>
                <a:spcPts val="0"/>
              </a:spcAft>
              <a:buClr>
                <a:schemeClr val="dk1"/>
              </a:buClr>
              <a:buSzPts val="9600"/>
              <a:buChar char="•"/>
              <a:defRPr sz="6400"/>
            </a:lvl4pPr>
            <a:lvl5pPr marL="1524076" lvl="4" indent="-558828" algn="l">
              <a:lnSpc>
                <a:spcPct val="90000"/>
              </a:lnSpc>
              <a:spcBef>
                <a:spcPts val="1600"/>
              </a:spcBef>
              <a:spcAft>
                <a:spcPts val="0"/>
              </a:spcAft>
              <a:buClr>
                <a:schemeClr val="dk1"/>
              </a:buClr>
              <a:buSzPts val="9600"/>
              <a:buChar char="•"/>
              <a:defRPr sz="6400"/>
            </a:lvl5pPr>
            <a:lvl6pPr marL="1828891" lvl="5" indent="-558828" algn="l">
              <a:lnSpc>
                <a:spcPct val="90000"/>
              </a:lnSpc>
              <a:spcBef>
                <a:spcPts val="1600"/>
              </a:spcBef>
              <a:spcAft>
                <a:spcPts val="0"/>
              </a:spcAft>
              <a:buClr>
                <a:schemeClr val="dk1"/>
              </a:buClr>
              <a:buSzPts val="9600"/>
              <a:buChar char="•"/>
              <a:defRPr sz="6400"/>
            </a:lvl6pPr>
            <a:lvl7pPr marL="2133707" lvl="6" indent="-558828" algn="l">
              <a:lnSpc>
                <a:spcPct val="90000"/>
              </a:lnSpc>
              <a:spcBef>
                <a:spcPts val="1600"/>
              </a:spcBef>
              <a:spcAft>
                <a:spcPts val="0"/>
              </a:spcAft>
              <a:buClr>
                <a:schemeClr val="dk1"/>
              </a:buClr>
              <a:buSzPts val="9600"/>
              <a:buChar char="•"/>
              <a:defRPr sz="6400"/>
            </a:lvl7pPr>
            <a:lvl8pPr marL="2438522" lvl="7" indent="-558828" algn="l">
              <a:lnSpc>
                <a:spcPct val="90000"/>
              </a:lnSpc>
              <a:spcBef>
                <a:spcPts val="1600"/>
              </a:spcBef>
              <a:spcAft>
                <a:spcPts val="0"/>
              </a:spcAft>
              <a:buClr>
                <a:schemeClr val="dk1"/>
              </a:buClr>
              <a:buSzPts val="9600"/>
              <a:buChar char="•"/>
              <a:defRPr sz="6400"/>
            </a:lvl8pPr>
            <a:lvl9pPr marL="2743337" lvl="8" indent="-558828" algn="l">
              <a:lnSpc>
                <a:spcPct val="90000"/>
              </a:lnSpc>
              <a:spcBef>
                <a:spcPts val="1600"/>
              </a:spcBef>
              <a:spcAft>
                <a:spcPts val="0"/>
              </a:spcAft>
              <a:buClr>
                <a:schemeClr val="dk1"/>
              </a:buClr>
              <a:buSzPts val="9600"/>
              <a:buChar char="•"/>
              <a:defRPr sz="6400"/>
            </a:lvl9pPr>
          </a:lstStyle>
          <a:p>
            <a:endParaRPr/>
          </a:p>
        </p:txBody>
      </p:sp>
      <p:sp>
        <p:nvSpPr>
          <p:cNvPr id="61" name="Google Shape;61;p14"/>
          <p:cNvSpPr txBox="1">
            <a:spLocks noGrp="1"/>
          </p:cNvSpPr>
          <p:nvPr>
            <p:ph type="body" idx="2"/>
          </p:nvPr>
        </p:nvSpPr>
        <p:spPr>
          <a:xfrm>
            <a:off x="2267428" y="6583680"/>
            <a:ext cx="10617041" cy="12197081"/>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7680"/>
              <a:buNone/>
              <a:defRPr sz="5120"/>
            </a:lvl1pPr>
            <a:lvl2pPr marL="609630" lvl="1" indent="-152408" algn="l">
              <a:lnSpc>
                <a:spcPct val="90000"/>
              </a:lnSpc>
              <a:spcBef>
                <a:spcPts val="1600"/>
              </a:spcBef>
              <a:spcAft>
                <a:spcPts val="0"/>
              </a:spcAft>
              <a:buClr>
                <a:schemeClr val="dk1"/>
              </a:buClr>
              <a:buSzPts val="6720"/>
              <a:buNone/>
              <a:defRPr sz="4480"/>
            </a:lvl2pPr>
            <a:lvl3pPr marL="914446" lvl="2" indent="-152408" algn="l">
              <a:lnSpc>
                <a:spcPct val="90000"/>
              </a:lnSpc>
              <a:spcBef>
                <a:spcPts val="1600"/>
              </a:spcBef>
              <a:spcAft>
                <a:spcPts val="0"/>
              </a:spcAft>
              <a:buClr>
                <a:schemeClr val="dk1"/>
              </a:buClr>
              <a:buSzPts val="5760"/>
              <a:buNone/>
              <a:defRPr sz="3840"/>
            </a:lvl3pPr>
            <a:lvl4pPr marL="1219261" lvl="3" indent="-152408" algn="l">
              <a:lnSpc>
                <a:spcPct val="90000"/>
              </a:lnSpc>
              <a:spcBef>
                <a:spcPts val="1600"/>
              </a:spcBef>
              <a:spcAft>
                <a:spcPts val="0"/>
              </a:spcAft>
              <a:buClr>
                <a:schemeClr val="dk1"/>
              </a:buClr>
              <a:buSzPts val="4800"/>
              <a:buNone/>
              <a:defRPr sz="3200"/>
            </a:lvl4pPr>
            <a:lvl5pPr marL="1524076" lvl="4" indent="-152408" algn="l">
              <a:lnSpc>
                <a:spcPct val="90000"/>
              </a:lnSpc>
              <a:spcBef>
                <a:spcPts val="1600"/>
              </a:spcBef>
              <a:spcAft>
                <a:spcPts val="0"/>
              </a:spcAft>
              <a:buClr>
                <a:schemeClr val="dk1"/>
              </a:buClr>
              <a:buSzPts val="4800"/>
              <a:buNone/>
              <a:defRPr sz="3200"/>
            </a:lvl5pPr>
            <a:lvl6pPr marL="1828891" lvl="5" indent="-152408" algn="l">
              <a:lnSpc>
                <a:spcPct val="90000"/>
              </a:lnSpc>
              <a:spcBef>
                <a:spcPts val="1600"/>
              </a:spcBef>
              <a:spcAft>
                <a:spcPts val="0"/>
              </a:spcAft>
              <a:buClr>
                <a:schemeClr val="dk1"/>
              </a:buClr>
              <a:buSzPts val="4800"/>
              <a:buNone/>
              <a:defRPr sz="3200"/>
            </a:lvl6pPr>
            <a:lvl7pPr marL="2133707" lvl="6" indent="-152408" algn="l">
              <a:lnSpc>
                <a:spcPct val="90000"/>
              </a:lnSpc>
              <a:spcBef>
                <a:spcPts val="1600"/>
              </a:spcBef>
              <a:spcAft>
                <a:spcPts val="0"/>
              </a:spcAft>
              <a:buClr>
                <a:schemeClr val="dk1"/>
              </a:buClr>
              <a:buSzPts val="4800"/>
              <a:buNone/>
              <a:defRPr sz="3200"/>
            </a:lvl7pPr>
            <a:lvl8pPr marL="2438522" lvl="7" indent="-152408" algn="l">
              <a:lnSpc>
                <a:spcPct val="90000"/>
              </a:lnSpc>
              <a:spcBef>
                <a:spcPts val="1600"/>
              </a:spcBef>
              <a:spcAft>
                <a:spcPts val="0"/>
              </a:spcAft>
              <a:buClr>
                <a:schemeClr val="dk1"/>
              </a:buClr>
              <a:buSzPts val="4800"/>
              <a:buNone/>
              <a:defRPr sz="3200"/>
            </a:lvl8pPr>
            <a:lvl9pPr marL="2743337" lvl="8" indent="-152408" algn="l">
              <a:lnSpc>
                <a:spcPct val="90000"/>
              </a:lnSpc>
              <a:spcBef>
                <a:spcPts val="1600"/>
              </a:spcBef>
              <a:spcAft>
                <a:spcPts val="0"/>
              </a:spcAft>
              <a:buClr>
                <a:schemeClr val="dk1"/>
              </a:buClr>
              <a:buSzPts val="4800"/>
              <a:buNone/>
              <a:defRPr sz="3200"/>
            </a:lvl9pPr>
          </a:lstStyle>
          <a:p>
            <a:endParaRPr/>
          </a:p>
        </p:txBody>
      </p:sp>
      <p:sp>
        <p:nvSpPr>
          <p:cNvPr id="62" name="Google Shape;62;p14"/>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4"/>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14"/>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2267428" y="1463040"/>
            <a:ext cx="10617041" cy="512064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5360"/>
              <a:buFont typeface="Calibri"/>
              <a:buNone/>
              <a:defRPr sz="1024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5"/>
          <p:cNvSpPr>
            <a:spLocks noGrp="1"/>
          </p:cNvSpPr>
          <p:nvPr>
            <p:ph type="pic" idx="2"/>
          </p:nvPr>
        </p:nvSpPr>
        <p:spPr>
          <a:xfrm>
            <a:off x="13994608" y="3159765"/>
            <a:ext cx="16664940" cy="15595600"/>
          </a:xfrm>
          <a:prstGeom prst="rect">
            <a:avLst/>
          </a:prstGeom>
          <a:noFill/>
          <a:ln>
            <a:noFill/>
          </a:ln>
        </p:spPr>
      </p:sp>
      <p:sp>
        <p:nvSpPr>
          <p:cNvPr id="68" name="Google Shape;68;p15"/>
          <p:cNvSpPr txBox="1">
            <a:spLocks noGrp="1"/>
          </p:cNvSpPr>
          <p:nvPr>
            <p:ph type="body" idx="1"/>
          </p:nvPr>
        </p:nvSpPr>
        <p:spPr>
          <a:xfrm>
            <a:off x="2267428" y="6583680"/>
            <a:ext cx="10617041" cy="12197081"/>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7680"/>
              <a:buNone/>
              <a:defRPr sz="5120"/>
            </a:lvl1pPr>
            <a:lvl2pPr marL="609630" lvl="1" indent="-152408" algn="l">
              <a:lnSpc>
                <a:spcPct val="90000"/>
              </a:lnSpc>
              <a:spcBef>
                <a:spcPts val="1600"/>
              </a:spcBef>
              <a:spcAft>
                <a:spcPts val="0"/>
              </a:spcAft>
              <a:buClr>
                <a:schemeClr val="dk1"/>
              </a:buClr>
              <a:buSzPts val="6720"/>
              <a:buNone/>
              <a:defRPr sz="4480"/>
            </a:lvl2pPr>
            <a:lvl3pPr marL="914446" lvl="2" indent="-152408" algn="l">
              <a:lnSpc>
                <a:spcPct val="90000"/>
              </a:lnSpc>
              <a:spcBef>
                <a:spcPts val="1600"/>
              </a:spcBef>
              <a:spcAft>
                <a:spcPts val="0"/>
              </a:spcAft>
              <a:buClr>
                <a:schemeClr val="dk1"/>
              </a:buClr>
              <a:buSzPts val="5760"/>
              <a:buNone/>
              <a:defRPr sz="3840"/>
            </a:lvl3pPr>
            <a:lvl4pPr marL="1219261" lvl="3" indent="-152408" algn="l">
              <a:lnSpc>
                <a:spcPct val="90000"/>
              </a:lnSpc>
              <a:spcBef>
                <a:spcPts val="1600"/>
              </a:spcBef>
              <a:spcAft>
                <a:spcPts val="0"/>
              </a:spcAft>
              <a:buClr>
                <a:schemeClr val="dk1"/>
              </a:buClr>
              <a:buSzPts val="4800"/>
              <a:buNone/>
              <a:defRPr sz="3200"/>
            </a:lvl4pPr>
            <a:lvl5pPr marL="1524076" lvl="4" indent="-152408" algn="l">
              <a:lnSpc>
                <a:spcPct val="90000"/>
              </a:lnSpc>
              <a:spcBef>
                <a:spcPts val="1600"/>
              </a:spcBef>
              <a:spcAft>
                <a:spcPts val="0"/>
              </a:spcAft>
              <a:buClr>
                <a:schemeClr val="dk1"/>
              </a:buClr>
              <a:buSzPts val="4800"/>
              <a:buNone/>
              <a:defRPr sz="3200"/>
            </a:lvl5pPr>
            <a:lvl6pPr marL="1828891" lvl="5" indent="-152408" algn="l">
              <a:lnSpc>
                <a:spcPct val="90000"/>
              </a:lnSpc>
              <a:spcBef>
                <a:spcPts val="1600"/>
              </a:spcBef>
              <a:spcAft>
                <a:spcPts val="0"/>
              </a:spcAft>
              <a:buClr>
                <a:schemeClr val="dk1"/>
              </a:buClr>
              <a:buSzPts val="4800"/>
              <a:buNone/>
              <a:defRPr sz="3200"/>
            </a:lvl6pPr>
            <a:lvl7pPr marL="2133707" lvl="6" indent="-152408" algn="l">
              <a:lnSpc>
                <a:spcPct val="90000"/>
              </a:lnSpc>
              <a:spcBef>
                <a:spcPts val="1600"/>
              </a:spcBef>
              <a:spcAft>
                <a:spcPts val="0"/>
              </a:spcAft>
              <a:buClr>
                <a:schemeClr val="dk1"/>
              </a:buClr>
              <a:buSzPts val="4800"/>
              <a:buNone/>
              <a:defRPr sz="3200"/>
            </a:lvl7pPr>
            <a:lvl8pPr marL="2438522" lvl="7" indent="-152408" algn="l">
              <a:lnSpc>
                <a:spcPct val="90000"/>
              </a:lnSpc>
              <a:spcBef>
                <a:spcPts val="1600"/>
              </a:spcBef>
              <a:spcAft>
                <a:spcPts val="0"/>
              </a:spcAft>
              <a:buClr>
                <a:schemeClr val="dk1"/>
              </a:buClr>
              <a:buSzPts val="4800"/>
              <a:buNone/>
              <a:defRPr sz="3200"/>
            </a:lvl8pPr>
            <a:lvl9pPr marL="2743337" lvl="8" indent="-152408" algn="l">
              <a:lnSpc>
                <a:spcPct val="90000"/>
              </a:lnSpc>
              <a:spcBef>
                <a:spcPts val="1600"/>
              </a:spcBef>
              <a:spcAft>
                <a:spcPts val="0"/>
              </a:spcAft>
              <a:buClr>
                <a:schemeClr val="dk1"/>
              </a:buClr>
              <a:buSzPts val="4800"/>
              <a:buNone/>
              <a:defRPr sz="3200"/>
            </a:lvl9pPr>
          </a:lstStyle>
          <a:p>
            <a:endParaRPr/>
          </a:p>
        </p:txBody>
      </p:sp>
      <p:sp>
        <p:nvSpPr>
          <p:cNvPr id="69" name="Google Shape;69;p15"/>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5"/>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5"/>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6"/>
          <p:cNvSpPr txBox="1">
            <a:spLocks noGrp="1"/>
          </p:cNvSpPr>
          <p:nvPr>
            <p:ph type="body" idx="1"/>
          </p:nvPr>
        </p:nvSpPr>
        <p:spPr>
          <a:xfrm rot="5400000">
            <a:off x="9497060" y="-1391919"/>
            <a:ext cx="13924281" cy="28392120"/>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75" name="Google Shape;75;p16"/>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6"/>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6"/>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7"/>
          <p:cNvSpPr txBox="1">
            <a:spLocks noGrp="1"/>
          </p:cNvSpPr>
          <p:nvPr>
            <p:ph type="title"/>
          </p:nvPr>
        </p:nvSpPr>
        <p:spPr>
          <a:xfrm rot="5400000">
            <a:off x="17807306" y="6918326"/>
            <a:ext cx="18597881" cy="709803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7"/>
          <p:cNvSpPr txBox="1">
            <a:spLocks noGrp="1"/>
          </p:cNvSpPr>
          <p:nvPr>
            <p:ph type="body" idx="1"/>
          </p:nvPr>
        </p:nvSpPr>
        <p:spPr>
          <a:xfrm rot="5400000">
            <a:off x="3405506" y="26036"/>
            <a:ext cx="18597881" cy="20882610"/>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81" name="Google Shape;81;p17"/>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7"/>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7"/>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21120"/>
              <a:buFont typeface="Calibri"/>
              <a:buNone/>
              <a:defRPr sz="2112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2263140" y="5842000"/>
            <a:ext cx="28392120" cy="13924281"/>
          </a:xfrm>
          <a:prstGeom prst="rect">
            <a:avLst/>
          </a:prstGeom>
          <a:noFill/>
          <a:ln>
            <a:noFill/>
          </a:ln>
        </p:spPr>
        <p:txBody>
          <a:bodyPr spcFirstLastPara="1" wrap="square" lIns="91425" tIns="45700" rIns="91425" bIns="45700" anchor="t" anchorCtr="0">
            <a:normAutofit/>
          </a:bodyPr>
          <a:lstStyle>
            <a:lvl1pPr marL="457200" marR="0" lvl="0" indent="-1082040" algn="l" rtl="0">
              <a:lnSpc>
                <a:spcPct val="90000"/>
              </a:lnSpc>
              <a:spcBef>
                <a:spcPts val="4800"/>
              </a:spcBef>
              <a:spcAft>
                <a:spcPts val="0"/>
              </a:spcAft>
              <a:buClr>
                <a:schemeClr val="dk1"/>
              </a:buClr>
              <a:buSzPts val="13440"/>
              <a:buFont typeface="Arial"/>
              <a:buChar char="•"/>
              <a:defRPr sz="13439" b="0" i="0" u="none" strike="noStrike" cap="none">
                <a:solidFill>
                  <a:schemeClr val="dk1"/>
                </a:solidFill>
                <a:latin typeface="Calibri"/>
                <a:ea typeface="Calibri"/>
                <a:cs typeface="Calibri"/>
                <a:sym typeface="Calibri"/>
              </a:defRPr>
            </a:lvl1pPr>
            <a:lvl2pPr marL="914400" marR="0" lvl="1" indent="-960120" algn="l" rtl="0">
              <a:lnSpc>
                <a:spcPct val="90000"/>
              </a:lnSpc>
              <a:spcBef>
                <a:spcPts val="2400"/>
              </a:spcBef>
              <a:spcAft>
                <a:spcPts val="0"/>
              </a:spcAft>
              <a:buClr>
                <a:schemeClr val="dk1"/>
              </a:buClr>
              <a:buSzPts val="11520"/>
              <a:buFont typeface="Arial"/>
              <a:buChar char="•"/>
              <a:defRPr sz="11520" b="0" i="0" u="none" strike="noStrike" cap="none">
                <a:solidFill>
                  <a:schemeClr val="dk1"/>
                </a:solidFill>
                <a:latin typeface="Calibri"/>
                <a:ea typeface="Calibri"/>
                <a:cs typeface="Calibri"/>
                <a:sym typeface="Calibri"/>
              </a:defRPr>
            </a:lvl2pPr>
            <a:lvl3pPr marL="1371600" marR="0" lvl="2" indent="-838200" algn="l" rtl="0">
              <a:lnSpc>
                <a:spcPct val="90000"/>
              </a:lnSpc>
              <a:spcBef>
                <a:spcPts val="240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3pPr>
            <a:lvl4pPr marL="1828800" marR="0" lvl="3"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4pPr>
            <a:lvl5pPr marL="2286000" marR="0" lvl="4"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5pPr>
            <a:lvl6pPr marL="2743200" marR="0" lvl="5"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6pPr>
            <a:lvl7pPr marL="3200400" marR="0" lvl="6"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7pPr>
            <a:lvl8pPr marL="3657600" marR="0" lvl="7"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8pPr>
            <a:lvl9pPr marL="4114800" marR="0" lvl="8" indent="-777240"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384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384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grpSp>
        <p:nvGrpSpPr>
          <p:cNvPr id="2" name="Group 1">
            <a:extLst>
              <a:ext uri="{FF2B5EF4-FFF2-40B4-BE49-F238E27FC236}">
                <a16:creationId xmlns:a16="http://schemas.microsoft.com/office/drawing/2014/main" id="{67CE511E-A5F4-366D-EC13-405154F69342}"/>
              </a:ext>
            </a:extLst>
          </p:cNvPr>
          <p:cNvGrpSpPr/>
          <p:nvPr/>
        </p:nvGrpSpPr>
        <p:grpSpPr>
          <a:xfrm>
            <a:off x="314326" y="299468"/>
            <a:ext cx="32146874" cy="21160357"/>
            <a:chOff x="2499360" y="298966"/>
            <a:chExt cx="28021273" cy="21298584"/>
          </a:xfrm>
        </p:grpSpPr>
        <p:sp>
          <p:nvSpPr>
            <p:cNvPr id="89" name="Google Shape;89;g33f5d42d367_0_31"/>
            <p:cNvSpPr/>
            <p:nvPr/>
          </p:nvSpPr>
          <p:spPr>
            <a:xfrm>
              <a:off x="2499360" y="8440341"/>
              <a:ext cx="8839200" cy="10804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Case Presentation</a:t>
              </a:r>
              <a:endParaRPr sz="933"/>
            </a:p>
          </p:txBody>
        </p:sp>
        <p:sp>
          <p:nvSpPr>
            <p:cNvPr id="90" name="Google Shape;90;g33f5d42d367_0_31"/>
            <p:cNvSpPr/>
            <p:nvPr/>
          </p:nvSpPr>
          <p:spPr>
            <a:xfrm>
              <a:off x="2569080" y="9768976"/>
              <a:ext cx="8839200" cy="10622322"/>
            </a:xfrm>
            <a:prstGeom prst="rect">
              <a:avLst/>
            </a:prstGeom>
            <a:solidFill>
              <a:schemeClr val="lt1"/>
            </a:solidFill>
            <a:ln>
              <a:noFill/>
            </a:ln>
          </p:spPr>
          <p:txBody>
            <a:bodyPr spcFirstLastPara="1" wrap="square" lIns="60950" tIns="30467" rIns="60950" bIns="30467" anchor="t" anchorCtr="0">
              <a:noAutofit/>
            </a:bodyPr>
            <a:lstStyle/>
            <a:p>
              <a:pPr>
                <a:buSzPts val="1100"/>
              </a:pPr>
              <a:r>
                <a:rPr lang="en-US" sz="2200" dirty="0">
                  <a:solidFill>
                    <a:srgbClr val="222222"/>
                  </a:solidFill>
                  <a:highlight>
                    <a:srgbClr val="FFFFFF"/>
                  </a:highlight>
                </a:rPr>
                <a:t>Table1 displays a table with patient demographics, presenting complaints, associated labs. Figure 1 &amp; 2 show echocardiogram findings.</a:t>
              </a:r>
              <a:br>
                <a:rPr lang="en-US" sz="2200" dirty="0">
                  <a:solidFill>
                    <a:srgbClr val="222222"/>
                  </a:solidFill>
                  <a:highlight>
                    <a:srgbClr val="FFFFFF"/>
                  </a:highlight>
                </a:rPr>
              </a:br>
              <a:endParaRPr sz="2200" dirty="0">
                <a:solidFill>
                  <a:srgbClr val="222222"/>
                </a:solidFill>
                <a:highlight>
                  <a:srgbClr val="FFFFFF"/>
                </a:highlight>
              </a:endParaRPr>
            </a:p>
            <a:p>
              <a:pPr>
                <a:buSzPts val="1100"/>
              </a:pPr>
              <a:r>
                <a:rPr lang="en-US" sz="2200" dirty="0">
                  <a:solidFill>
                    <a:srgbClr val="222222"/>
                  </a:solidFill>
                  <a:highlight>
                    <a:srgbClr val="FFFFFF"/>
                  </a:highlight>
                </a:rPr>
                <a:t>Case 1:</a:t>
              </a:r>
              <a:endParaRPr sz="2200" dirty="0">
                <a:solidFill>
                  <a:srgbClr val="222222"/>
                </a:solidFill>
                <a:highlight>
                  <a:srgbClr val="FFFFFF"/>
                </a:highlight>
              </a:endParaRPr>
            </a:p>
            <a:p>
              <a:pPr>
                <a:buSzPts val="1100"/>
              </a:pPr>
              <a:r>
                <a:rPr lang="en-US" sz="2200" dirty="0">
                  <a:solidFill>
                    <a:srgbClr val="222222"/>
                  </a:solidFill>
                  <a:highlight>
                    <a:srgbClr val="FFFFFF"/>
                  </a:highlight>
                </a:rPr>
                <a:t>A 52-year-old male with a past medical history of congestive systolic and diastolic heart failure, hypertension, coronary artery disease, type 2 diabetes mellitus, alcoholic cirrhosis, paroxysmal atrial fibrillation was evaluated for dyspnea in the emergency department (ED). He had an intracardiac thrombus, was started on a heparin drip, and underwent aspiration of the clot. A thrombophilia workup was negative.</a:t>
              </a:r>
              <a:br>
                <a:rPr lang="en-US" sz="2200" dirty="0">
                  <a:solidFill>
                    <a:srgbClr val="222222"/>
                  </a:solidFill>
                  <a:highlight>
                    <a:srgbClr val="FFFFFF"/>
                  </a:highlight>
                </a:rPr>
              </a:br>
              <a:endParaRPr sz="2200" dirty="0">
                <a:solidFill>
                  <a:srgbClr val="222222"/>
                </a:solidFill>
                <a:highlight>
                  <a:srgbClr val="FFFFFF"/>
                </a:highlight>
              </a:endParaRPr>
            </a:p>
            <a:p>
              <a:pPr>
                <a:buSzPts val="1100"/>
              </a:pPr>
              <a:r>
                <a:rPr lang="en-US" sz="2200" dirty="0">
                  <a:solidFill>
                    <a:srgbClr val="222222"/>
                  </a:solidFill>
                  <a:highlight>
                    <a:srgbClr val="FFFFFF"/>
                  </a:highlight>
                </a:rPr>
                <a:t>Case 2:</a:t>
              </a:r>
              <a:endParaRPr sz="2200" dirty="0">
                <a:solidFill>
                  <a:srgbClr val="222222"/>
                </a:solidFill>
                <a:highlight>
                  <a:srgbClr val="FFFFFF"/>
                </a:highlight>
              </a:endParaRPr>
            </a:p>
            <a:p>
              <a:pPr>
                <a:buSzPts val="1100"/>
              </a:pPr>
              <a:r>
                <a:rPr lang="en-US" sz="2200" dirty="0">
                  <a:solidFill>
                    <a:srgbClr val="222222"/>
                  </a:solidFill>
                  <a:highlight>
                    <a:srgbClr val="FFFFFF"/>
                  </a:highlight>
                </a:rPr>
                <a:t>A 59-year-old male with a past medical history of right lower extremity DVT, type 2 diabetes mellitus, right above-the-knee amputation, hypertension, hyperlipidemia, and nicotine dependence presented to the ED </a:t>
              </a:r>
              <a:r>
                <a:rPr lang="en-US" sz="2200" dirty="0" err="1">
                  <a:solidFill>
                    <a:srgbClr val="222222"/>
                  </a:solidFill>
                  <a:highlight>
                    <a:srgbClr val="FFFFFF"/>
                  </a:highlight>
                </a:rPr>
                <a:t>withdyspnea</a:t>
              </a:r>
              <a:r>
                <a:rPr lang="en-US" sz="2200" dirty="0">
                  <a:solidFill>
                    <a:srgbClr val="222222"/>
                  </a:solidFill>
                  <a:highlight>
                    <a:srgbClr val="FFFFFF"/>
                  </a:highlight>
                </a:rPr>
                <a:t>. He was found to have an intracardiac thrombus which was aspirated. He remained stable and was discharged on apixaban.</a:t>
              </a:r>
              <a:br>
                <a:rPr lang="en-US" sz="2200" dirty="0">
                  <a:solidFill>
                    <a:srgbClr val="222222"/>
                  </a:solidFill>
                  <a:highlight>
                    <a:srgbClr val="FFFFFF"/>
                  </a:highlight>
                </a:rPr>
              </a:br>
              <a:endParaRPr sz="2200" dirty="0">
                <a:solidFill>
                  <a:srgbClr val="222222"/>
                </a:solidFill>
                <a:highlight>
                  <a:srgbClr val="FFFFFF"/>
                </a:highlight>
              </a:endParaRPr>
            </a:p>
            <a:p>
              <a:pPr>
                <a:buSzPts val="1100"/>
              </a:pPr>
              <a:r>
                <a:rPr lang="en-US" sz="2200" dirty="0">
                  <a:solidFill>
                    <a:srgbClr val="222222"/>
                  </a:solidFill>
                  <a:highlight>
                    <a:srgbClr val="FFFFFF"/>
                  </a:highlight>
                </a:rPr>
                <a:t>Case 3:</a:t>
              </a:r>
              <a:endParaRPr sz="2200" dirty="0">
                <a:solidFill>
                  <a:srgbClr val="222222"/>
                </a:solidFill>
                <a:highlight>
                  <a:srgbClr val="FFFFFF"/>
                </a:highlight>
              </a:endParaRPr>
            </a:p>
            <a:p>
              <a:pPr>
                <a:buSzPts val="1100"/>
              </a:pPr>
              <a:r>
                <a:rPr lang="en-US" sz="2200" dirty="0">
                  <a:solidFill>
                    <a:srgbClr val="222222"/>
                  </a:solidFill>
                  <a:highlight>
                    <a:srgbClr val="FFFFFF"/>
                  </a:highlight>
                </a:rPr>
                <a:t>A 71-year-old male with a past medical history of alcohol use disorder and hypertension presented to the ED with complaints of hematuria, dyspnea, and palpitations. The workup revealed an intracardiac thrombus and bilateral pulmonary emboli. He was started on </a:t>
              </a:r>
              <a:r>
                <a:rPr lang="en-US" sz="2200" dirty="0" err="1">
                  <a:solidFill>
                    <a:srgbClr val="222222"/>
                  </a:solidFill>
                  <a:highlight>
                    <a:srgbClr val="FFFFFF"/>
                  </a:highlight>
                </a:rPr>
                <a:t>Lovenox</a:t>
              </a:r>
              <a:r>
                <a:rPr lang="en-US" sz="2200" dirty="0">
                  <a:solidFill>
                    <a:srgbClr val="222222"/>
                  </a:solidFill>
                  <a:highlight>
                    <a:srgbClr val="FFFFFF"/>
                  </a:highlight>
                </a:rPr>
                <a:t> therapeutically, underwent aspiration of intracardiac thrombus, thrombectomy of bilateral pulmonary emboli, and switched to a heparin drip. He remained stable and was discharged on apixaban.</a:t>
              </a:r>
              <a:br>
                <a:rPr lang="en-US" sz="2200" dirty="0">
                  <a:solidFill>
                    <a:srgbClr val="222222"/>
                  </a:solidFill>
                  <a:highlight>
                    <a:srgbClr val="FFFFFF"/>
                  </a:highlight>
                </a:rPr>
              </a:br>
              <a:endParaRPr sz="2200" dirty="0">
                <a:solidFill>
                  <a:srgbClr val="222222"/>
                </a:solidFill>
                <a:highlight>
                  <a:srgbClr val="FFFFFF"/>
                </a:highlight>
              </a:endParaRPr>
            </a:p>
            <a:p>
              <a:pPr>
                <a:buClr>
                  <a:schemeClr val="dk1"/>
                </a:buClr>
                <a:buSzPts val="4000"/>
              </a:pPr>
              <a:r>
                <a:rPr lang="en-US" sz="2200" dirty="0">
                  <a:solidFill>
                    <a:srgbClr val="222222"/>
                  </a:solidFill>
                  <a:highlight>
                    <a:schemeClr val="lt1"/>
                  </a:highlight>
                </a:rPr>
                <a:t>Case 4:</a:t>
              </a:r>
              <a:endParaRPr sz="2200" dirty="0">
                <a:solidFill>
                  <a:srgbClr val="222222"/>
                </a:solidFill>
                <a:highlight>
                  <a:schemeClr val="lt1"/>
                </a:highlight>
              </a:endParaRPr>
            </a:p>
            <a:p>
              <a:pPr>
                <a:buClr>
                  <a:schemeClr val="dk1"/>
                </a:buClr>
                <a:buSzPts val="4000"/>
              </a:pPr>
              <a:r>
                <a:rPr lang="en-US" sz="2200" dirty="0">
                  <a:solidFill>
                    <a:srgbClr val="222222"/>
                  </a:solidFill>
                  <a:highlight>
                    <a:schemeClr val="lt1"/>
                  </a:highlight>
                </a:rPr>
                <a:t>A 48-year-old male with a past medical history of alcohol use disorder presented to the ED with dyspnea. He was diagnosed with a low ejection fraction on a bedside ultrasound. His condition worsened and he underwent cardiopulmonary arrest. He was successfully resuscitated and diagnosed with an intracardiac thrombus. He had right pulmonary emboli and right lower extremity DVTs. He underwent aspiration of the intracardiac thrombus and thrombectomy of the right pulmonary emboli. He remained stable and was discharged with apixaban.</a:t>
              </a:r>
              <a:endParaRPr sz="2200" dirty="0">
                <a:solidFill>
                  <a:srgbClr val="222222"/>
                </a:solidFill>
                <a:highlight>
                  <a:srgbClr val="FFFFFF"/>
                </a:highlight>
              </a:endParaRPr>
            </a:p>
          </p:txBody>
        </p:sp>
        <p:sp>
          <p:nvSpPr>
            <p:cNvPr id="91" name="Google Shape;91;g33f5d42d367_0_31"/>
            <p:cNvSpPr/>
            <p:nvPr/>
          </p:nvSpPr>
          <p:spPr>
            <a:xfrm>
              <a:off x="2499360" y="4328160"/>
              <a:ext cx="8839200" cy="10804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Introduction</a:t>
              </a:r>
              <a:endParaRPr sz="933"/>
            </a:p>
          </p:txBody>
        </p:sp>
        <p:sp>
          <p:nvSpPr>
            <p:cNvPr id="92" name="Google Shape;92;g33f5d42d367_0_31"/>
            <p:cNvSpPr/>
            <p:nvPr/>
          </p:nvSpPr>
          <p:spPr>
            <a:xfrm>
              <a:off x="2499367" y="5424367"/>
              <a:ext cx="8839200" cy="2799800"/>
            </a:xfrm>
            <a:prstGeom prst="rect">
              <a:avLst/>
            </a:prstGeom>
            <a:solidFill>
              <a:schemeClr val="lt1"/>
            </a:solidFill>
            <a:ln>
              <a:noFill/>
            </a:ln>
          </p:spPr>
          <p:txBody>
            <a:bodyPr spcFirstLastPara="1" wrap="square" lIns="60950" tIns="30467" rIns="60950" bIns="30467" anchor="ctr" anchorCtr="0">
              <a:noAutofit/>
            </a:bodyPr>
            <a:lstStyle/>
            <a:p>
              <a:pPr>
                <a:buSzPts val="4500"/>
              </a:pPr>
              <a:r>
                <a:rPr lang="en-US" sz="2533">
                  <a:solidFill>
                    <a:srgbClr val="222222"/>
                  </a:solidFill>
                  <a:highlight>
                    <a:srgbClr val="FFFFFF"/>
                  </a:highlight>
                </a:rPr>
                <a:t>A clot-in-transit (CIT) is a rare but serious complication associated with venous thromboembolism. Increasingly recognized due to the availability of point-of-care ultrasound (POCUS). CIT has a five times greater mortality rate ascompared to high-risk pulmonary embolism. We present 4 cases of diagnosed clots in transit at a community hospital with a (Pulmonary Embolism Response Team) PERT team.</a:t>
              </a:r>
              <a:endParaRPr sz="2533">
                <a:solidFill>
                  <a:schemeClr val="lt1"/>
                </a:solidFill>
                <a:latin typeface="Calibri"/>
                <a:ea typeface="Calibri"/>
                <a:cs typeface="Calibri"/>
                <a:sym typeface="Calibri"/>
              </a:endParaRPr>
            </a:p>
          </p:txBody>
        </p:sp>
        <p:sp>
          <p:nvSpPr>
            <p:cNvPr id="93" name="Google Shape;93;g33f5d42d367_0_31"/>
            <p:cNvSpPr/>
            <p:nvPr/>
          </p:nvSpPr>
          <p:spPr>
            <a:xfrm>
              <a:off x="2499360" y="298966"/>
              <a:ext cx="27919600" cy="38092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endParaRPr sz="4839">
                <a:solidFill>
                  <a:schemeClr val="lt1"/>
                </a:solidFill>
                <a:latin typeface="Calibri"/>
                <a:ea typeface="Calibri"/>
                <a:cs typeface="Calibri"/>
                <a:sym typeface="Calibri"/>
              </a:endParaRPr>
            </a:p>
          </p:txBody>
        </p:sp>
        <p:sp>
          <p:nvSpPr>
            <p:cNvPr id="94" name="Google Shape;94;g33f5d42d367_0_31"/>
            <p:cNvSpPr/>
            <p:nvPr/>
          </p:nvSpPr>
          <p:spPr>
            <a:xfrm>
              <a:off x="6190949" y="1275922"/>
              <a:ext cx="21950000" cy="933600"/>
            </a:xfrm>
            <a:prstGeom prst="rect">
              <a:avLst/>
            </a:prstGeom>
            <a:noFill/>
            <a:ln>
              <a:noFill/>
            </a:ln>
          </p:spPr>
          <p:txBody>
            <a:bodyPr spcFirstLastPara="1" wrap="square" lIns="60950" tIns="30467" rIns="60950" bIns="30467" anchor="t" anchorCtr="0">
              <a:noAutofit/>
            </a:bodyPr>
            <a:lstStyle/>
            <a:p>
              <a:pPr algn="ctr">
                <a:buSzPts val="7700"/>
              </a:pPr>
              <a:r>
                <a:rPr lang="en-US" sz="5134" b="1" dirty="0">
                  <a:solidFill>
                    <a:schemeClr val="lt1"/>
                  </a:solidFill>
                  <a:highlight>
                    <a:srgbClr val="004671"/>
                  </a:highlight>
                  <a:latin typeface="Montserrat"/>
                  <a:ea typeface="Montserrat"/>
                  <a:cs typeface="Montserrat"/>
                  <a:sym typeface="Montserrat"/>
                </a:rPr>
                <a:t>Clot Chronicles: Documenting Cases Of Thrombi In Transit</a:t>
              </a:r>
              <a:endParaRPr sz="5134" b="1" dirty="0">
                <a:solidFill>
                  <a:schemeClr val="lt1"/>
                </a:solidFill>
                <a:highlight>
                  <a:srgbClr val="004671"/>
                </a:highlight>
                <a:latin typeface="Montserrat"/>
                <a:ea typeface="Montserrat"/>
                <a:cs typeface="Montserrat"/>
                <a:sym typeface="Montserrat"/>
              </a:endParaRPr>
            </a:p>
          </p:txBody>
        </p:sp>
        <p:sp>
          <p:nvSpPr>
            <p:cNvPr id="95" name="Google Shape;95;g33f5d42d367_0_31"/>
            <p:cNvSpPr/>
            <p:nvPr/>
          </p:nvSpPr>
          <p:spPr>
            <a:xfrm>
              <a:off x="7727348" y="2390887"/>
              <a:ext cx="18877200" cy="933601"/>
            </a:xfrm>
            <a:prstGeom prst="rect">
              <a:avLst/>
            </a:prstGeom>
            <a:noFill/>
            <a:ln>
              <a:noFill/>
            </a:ln>
          </p:spPr>
          <p:txBody>
            <a:bodyPr spcFirstLastPara="1" wrap="square" lIns="60950" tIns="30467" rIns="60950" bIns="30467" anchor="t" anchorCtr="0">
              <a:noAutofit/>
            </a:bodyPr>
            <a:lstStyle/>
            <a:p>
              <a:pPr algn="ctr">
                <a:buSzPts val="4800"/>
              </a:pPr>
              <a:r>
                <a:rPr lang="en-US" sz="3200" dirty="0">
                  <a:solidFill>
                    <a:schemeClr val="lt1"/>
                  </a:solidFill>
                  <a:highlight>
                    <a:srgbClr val="004671"/>
                  </a:highlight>
                  <a:latin typeface="Montserrat"/>
                  <a:ea typeface="Montserrat"/>
                  <a:cs typeface="Montserrat"/>
                  <a:sym typeface="Montserrat"/>
                </a:rPr>
                <a:t>Aftab Arif, MD; Hamna Javed, MD; Andrew Clark, MD; Pankaj Bharati, MD; Sean Tower, MD</a:t>
              </a:r>
              <a:endParaRPr sz="3200" dirty="0">
                <a:solidFill>
                  <a:schemeClr val="lt1"/>
                </a:solidFill>
                <a:highlight>
                  <a:srgbClr val="004671"/>
                </a:highlight>
                <a:latin typeface="Montserrat"/>
                <a:ea typeface="Montserrat"/>
                <a:cs typeface="Montserrat"/>
                <a:sym typeface="Montserrat"/>
              </a:endParaRPr>
            </a:p>
            <a:p>
              <a:pPr marL="4233" algn="ctr">
                <a:buClr>
                  <a:schemeClr val="lt1"/>
                </a:buClr>
                <a:buSzPts val="3500"/>
              </a:pPr>
              <a:r>
                <a:rPr lang="en-US" sz="2333" i="1" dirty="0">
                  <a:solidFill>
                    <a:schemeClr val="lt1"/>
                  </a:solidFill>
                  <a:highlight>
                    <a:srgbClr val="004671"/>
                  </a:highlight>
                  <a:latin typeface="Montserrat"/>
                  <a:ea typeface="Montserrat"/>
                  <a:cs typeface="Montserrat"/>
                  <a:sym typeface="Montserrat"/>
                </a:rPr>
                <a:t>Saint Agnes Medical Center, Fresno, CA</a:t>
              </a:r>
              <a:endParaRPr sz="2333" i="1" dirty="0">
                <a:solidFill>
                  <a:schemeClr val="lt1"/>
                </a:solidFill>
                <a:highlight>
                  <a:srgbClr val="004671"/>
                </a:highlight>
                <a:latin typeface="Montserrat"/>
                <a:ea typeface="Montserrat"/>
                <a:cs typeface="Montserrat"/>
                <a:sym typeface="Montserrat"/>
              </a:endParaRPr>
            </a:p>
          </p:txBody>
        </p:sp>
        <p:sp>
          <p:nvSpPr>
            <p:cNvPr id="96" name="Google Shape;96;g33f5d42d367_0_31"/>
            <p:cNvSpPr/>
            <p:nvPr/>
          </p:nvSpPr>
          <p:spPr>
            <a:xfrm>
              <a:off x="11548601" y="15330550"/>
              <a:ext cx="9835400" cy="11596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Discussion</a:t>
              </a:r>
              <a:endParaRPr sz="933"/>
            </a:p>
          </p:txBody>
        </p:sp>
        <p:sp>
          <p:nvSpPr>
            <p:cNvPr id="97" name="Google Shape;97;g33f5d42d367_0_31"/>
            <p:cNvSpPr/>
            <p:nvPr/>
          </p:nvSpPr>
          <p:spPr>
            <a:xfrm>
              <a:off x="11548600" y="16490149"/>
              <a:ext cx="9835400" cy="5079000"/>
            </a:xfrm>
            <a:prstGeom prst="rect">
              <a:avLst/>
            </a:prstGeom>
            <a:solidFill>
              <a:schemeClr val="lt1"/>
            </a:solidFill>
            <a:ln>
              <a:noFill/>
            </a:ln>
          </p:spPr>
          <p:txBody>
            <a:bodyPr spcFirstLastPara="1" wrap="square" lIns="60950" tIns="30467" rIns="60950" bIns="30467" anchor="ctr" anchorCtr="0">
              <a:noAutofit/>
            </a:bodyPr>
            <a:lstStyle/>
            <a:p>
              <a:pPr>
                <a:buClr>
                  <a:schemeClr val="dk1"/>
                </a:buClr>
                <a:buSzPts val="5000"/>
              </a:pPr>
              <a:r>
                <a:rPr lang="en-US" sz="2600" dirty="0">
                  <a:solidFill>
                    <a:srgbClr val="222222"/>
                  </a:solidFill>
                  <a:highlight>
                    <a:schemeClr val="lt1"/>
                  </a:highlight>
                </a:rPr>
                <a:t>Clot-in-transit (CIT) is a rare but life-threatening complication of venous thromboembolism, associated with mortality rates up to 100% without treatment[1][2]. Prompt diagnosis with bedside imaging and intervention is critical. Our cases highlight the success of aspiration thrombectomy combined with anticoagulation, guided by a multidisciplinary PERT approach[3][4]. Percutaneous aspiration offers a minimally invasive alternative to surgery or thrombolysis, particularly in unstable patients[5]. Post-procedural anticoagulation with direct oral anticoagulants (DOACs) is supported by current guidelines[6]. Early recognition, rapid multidisciplinary coordination, and individualized therapy remain key to improving outcomes in patients with CIT.</a:t>
              </a:r>
              <a:endParaRPr sz="2600" dirty="0">
                <a:solidFill>
                  <a:srgbClr val="222222"/>
                </a:solidFill>
                <a:highlight>
                  <a:srgbClr val="FFFFFF"/>
                </a:highlight>
              </a:endParaRPr>
            </a:p>
          </p:txBody>
        </p:sp>
        <p:sp>
          <p:nvSpPr>
            <p:cNvPr id="98" name="Google Shape;98;g33f5d42d367_0_31"/>
            <p:cNvSpPr/>
            <p:nvPr/>
          </p:nvSpPr>
          <p:spPr>
            <a:xfrm>
              <a:off x="21664640" y="15320796"/>
              <a:ext cx="8839200" cy="10804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References</a:t>
              </a:r>
              <a:endParaRPr sz="933"/>
            </a:p>
          </p:txBody>
        </p:sp>
        <p:sp>
          <p:nvSpPr>
            <p:cNvPr id="99" name="Google Shape;99;g33f5d42d367_0_31"/>
            <p:cNvSpPr/>
            <p:nvPr/>
          </p:nvSpPr>
          <p:spPr>
            <a:xfrm>
              <a:off x="21681433" y="16337750"/>
              <a:ext cx="8839200" cy="5259800"/>
            </a:xfrm>
            <a:prstGeom prst="rect">
              <a:avLst/>
            </a:prstGeom>
            <a:solidFill>
              <a:schemeClr val="lt1"/>
            </a:solidFill>
            <a:ln>
              <a:noFill/>
            </a:ln>
          </p:spPr>
          <p:txBody>
            <a:bodyPr spcFirstLastPara="1" wrap="square" lIns="60950" tIns="30467" rIns="60950" bIns="30467" anchor="ctr" anchorCtr="0">
              <a:noAutofit/>
            </a:bodyPr>
            <a:lstStyle/>
            <a:p>
              <a:pPr marL="304815" indent="-258246">
                <a:lnSpc>
                  <a:spcPct val="115000"/>
                </a:lnSpc>
                <a:buClr>
                  <a:srgbClr val="222222"/>
                </a:buClr>
                <a:buSzPts val="2500"/>
                <a:buAutoNum type="arabicPeriod"/>
              </a:pPr>
              <a:r>
                <a:rPr lang="en-US" sz="1667" dirty="0">
                  <a:solidFill>
                    <a:srgbClr val="222222"/>
                  </a:solidFill>
                  <a:highlight>
                    <a:srgbClr val="FFFFFF"/>
                  </a:highlight>
                </a:rPr>
                <a:t>Rose PS, Punjabi NM, Pearse DB. Treatment of right heart </a:t>
              </a:r>
              <a:r>
                <a:rPr lang="en-US" sz="1667" dirty="0" err="1">
                  <a:solidFill>
                    <a:srgbClr val="222222"/>
                  </a:solidFill>
                  <a:highlight>
                    <a:srgbClr val="FFFFFF"/>
                  </a:highlight>
                </a:rPr>
                <a:t>thromboemboli</a:t>
              </a:r>
              <a:r>
                <a:rPr lang="en-US" sz="1667" dirty="0">
                  <a:solidFill>
                    <a:srgbClr val="222222"/>
                  </a:solidFill>
                  <a:highlight>
                    <a:srgbClr val="FFFFFF"/>
                  </a:highlight>
                </a:rPr>
                <a:t>. Chest. 2002;121(3):806-814. doi:10.1378/chest.121.3.806 </a:t>
              </a:r>
              <a:endParaRPr sz="1667" dirty="0">
                <a:solidFill>
                  <a:srgbClr val="222222"/>
                </a:solidFill>
                <a:highlight>
                  <a:srgbClr val="FFFFFF"/>
                </a:highlight>
              </a:endParaRPr>
            </a:p>
            <a:p>
              <a:pPr marL="304815" indent="-258246">
                <a:lnSpc>
                  <a:spcPct val="115000"/>
                </a:lnSpc>
                <a:buClr>
                  <a:srgbClr val="222222"/>
                </a:buClr>
                <a:buSzPts val="2500"/>
                <a:buAutoNum type="arabicPeriod"/>
              </a:pPr>
              <a:r>
                <a:rPr lang="en-US" sz="1667" dirty="0" err="1">
                  <a:solidFill>
                    <a:srgbClr val="222222"/>
                  </a:solidFill>
                  <a:highlight>
                    <a:srgbClr val="FFFFFF"/>
                  </a:highlight>
                </a:rPr>
                <a:t>Torbicki</a:t>
              </a:r>
              <a:r>
                <a:rPr lang="en-US" sz="1667" dirty="0">
                  <a:solidFill>
                    <a:srgbClr val="222222"/>
                  </a:solidFill>
                  <a:highlight>
                    <a:srgbClr val="FFFFFF"/>
                  </a:highlight>
                </a:rPr>
                <a:t> A, Galie N, </a:t>
              </a:r>
              <a:r>
                <a:rPr lang="en-US" sz="1667" dirty="0" err="1">
                  <a:solidFill>
                    <a:srgbClr val="222222"/>
                  </a:solidFill>
                  <a:highlight>
                    <a:srgbClr val="FFFFFF"/>
                  </a:highlight>
                </a:rPr>
                <a:t>Covezzoli</a:t>
              </a:r>
              <a:r>
                <a:rPr lang="en-US" sz="1667" dirty="0">
                  <a:solidFill>
                    <a:srgbClr val="222222"/>
                  </a:solidFill>
                  <a:highlight>
                    <a:srgbClr val="FFFFFF"/>
                  </a:highlight>
                </a:rPr>
                <a:t> A, et al. Right heart thrombi in pulmonary embolism: results from the International Cooperative Pulmonary Embolism Registry. J Am Coll </a:t>
              </a:r>
              <a:r>
                <a:rPr lang="en-US" sz="1667" dirty="0" err="1">
                  <a:solidFill>
                    <a:srgbClr val="222222"/>
                  </a:solidFill>
                  <a:highlight>
                    <a:srgbClr val="FFFFFF"/>
                  </a:highlight>
                </a:rPr>
                <a:t>Cardiol</a:t>
              </a:r>
              <a:r>
                <a:rPr lang="en-US" sz="1667" dirty="0">
                  <a:solidFill>
                    <a:srgbClr val="222222"/>
                  </a:solidFill>
                  <a:highlight>
                    <a:srgbClr val="FFFFFF"/>
                  </a:highlight>
                </a:rPr>
                <a:t>. 2003;41(12):2245-2251. doi:10.1016/S0735-1097(03)00476-4 </a:t>
              </a:r>
              <a:endParaRPr sz="1667" dirty="0">
                <a:solidFill>
                  <a:srgbClr val="222222"/>
                </a:solidFill>
                <a:highlight>
                  <a:srgbClr val="FFFFFF"/>
                </a:highlight>
              </a:endParaRPr>
            </a:p>
            <a:p>
              <a:pPr marL="304815" indent="-258246">
                <a:lnSpc>
                  <a:spcPct val="115000"/>
                </a:lnSpc>
                <a:buClr>
                  <a:srgbClr val="222222"/>
                </a:buClr>
                <a:buSzPts val="2500"/>
                <a:buAutoNum type="arabicPeriod"/>
              </a:pPr>
              <a:r>
                <a:rPr lang="en-US" sz="1667" dirty="0">
                  <a:solidFill>
                    <a:srgbClr val="222222"/>
                  </a:solidFill>
                  <a:highlight>
                    <a:srgbClr val="FFFFFF"/>
                  </a:highlight>
                </a:rPr>
                <a:t>Chartier L, </a:t>
              </a:r>
              <a:r>
                <a:rPr lang="en-US" sz="1667" dirty="0" err="1">
                  <a:solidFill>
                    <a:srgbClr val="222222"/>
                  </a:solidFill>
                  <a:highlight>
                    <a:srgbClr val="FFFFFF"/>
                  </a:highlight>
                </a:rPr>
                <a:t>Béra</a:t>
              </a:r>
              <a:r>
                <a:rPr lang="en-US" sz="1667" dirty="0">
                  <a:solidFill>
                    <a:srgbClr val="222222"/>
                  </a:solidFill>
                  <a:highlight>
                    <a:srgbClr val="FFFFFF"/>
                  </a:highlight>
                </a:rPr>
                <a:t> J, </a:t>
              </a:r>
              <a:r>
                <a:rPr lang="en-US" sz="1667" dirty="0" err="1">
                  <a:solidFill>
                    <a:srgbClr val="222222"/>
                  </a:solidFill>
                  <a:highlight>
                    <a:srgbClr val="FFFFFF"/>
                  </a:highlight>
                </a:rPr>
                <a:t>Delomez</a:t>
              </a:r>
              <a:r>
                <a:rPr lang="en-US" sz="1667" dirty="0">
                  <a:solidFill>
                    <a:srgbClr val="222222"/>
                  </a:solidFill>
                  <a:highlight>
                    <a:srgbClr val="FFFFFF"/>
                  </a:highlight>
                </a:rPr>
                <a:t> M, et al. Free-floating thrombi in the right heart: diagnosis, management, and prognostic indexes in 38 consecutive patients. Circulation. 1999;99(21):2779-2783. doi:10.1161/01.CIR.99.21.2779 </a:t>
              </a:r>
              <a:endParaRPr sz="1667" dirty="0">
                <a:solidFill>
                  <a:srgbClr val="222222"/>
                </a:solidFill>
                <a:highlight>
                  <a:srgbClr val="FFFFFF"/>
                </a:highlight>
              </a:endParaRPr>
            </a:p>
            <a:p>
              <a:pPr marL="304815" indent="-258246">
                <a:lnSpc>
                  <a:spcPct val="115000"/>
                </a:lnSpc>
                <a:buClr>
                  <a:srgbClr val="222222"/>
                </a:buClr>
                <a:buSzPts val="2500"/>
                <a:buAutoNum type="arabicPeriod"/>
              </a:pPr>
              <a:r>
                <a:rPr lang="en-US" sz="1667" dirty="0">
                  <a:solidFill>
                    <a:srgbClr val="222222"/>
                  </a:solidFill>
                  <a:highlight>
                    <a:srgbClr val="FFFFFF"/>
                  </a:highlight>
                </a:rPr>
                <a:t>Barrios D, Rosa-Salazar V, Morillo R, et al. Prognostic significance of right heart thrombi in acute symptomatic pulmonary embolism: systematic review and meta-analysis. Chest. 2017;151(2):409-416. doi:10.1016/j.chest.2016.09.037 </a:t>
              </a:r>
              <a:endParaRPr sz="1667" dirty="0">
                <a:solidFill>
                  <a:srgbClr val="222222"/>
                </a:solidFill>
                <a:highlight>
                  <a:srgbClr val="FFFFFF"/>
                </a:highlight>
              </a:endParaRPr>
            </a:p>
            <a:p>
              <a:pPr marL="304815" indent="-258246">
                <a:lnSpc>
                  <a:spcPct val="115000"/>
                </a:lnSpc>
                <a:buClr>
                  <a:srgbClr val="222222"/>
                </a:buClr>
                <a:buSzPts val="2500"/>
                <a:buAutoNum type="arabicPeriod"/>
              </a:pPr>
              <a:r>
                <a:rPr lang="en-US" sz="1667" dirty="0">
                  <a:solidFill>
                    <a:srgbClr val="222222"/>
                  </a:solidFill>
                  <a:highlight>
                    <a:srgbClr val="FFFFFF"/>
                  </a:highlight>
                </a:rPr>
                <a:t>Kearon C, Akl EA, Ornelas J, et al. Antithrombotic therapy for VTE disease: CHEST Guideline and Expert Panel Report. Chest. 2016;149(2):315-352. doi:10.1016/j.chest.2015.11.026 </a:t>
              </a:r>
              <a:endParaRPr sz="1667" dirty="0">
                <a:solidFill>
                  <a:srgbClr val="222222"/>
                </a:solidFill>
                <a:highlight>
                  <a:srgbClr val="FFFFFF"/>
                </a:highlight>
              </a:endParaRPr>
            </a:p>
            <a:p>
              <a:pPr marL="304815" indent="-258246">
                <a:lnSpc>
                  <a:spcPct val="115000"/>
                </a:lnSpc>
                <a:buClr>
                  <a:srgbClr val="222222"/>
                </a:buClr>
                <a:buSzPts val="2500"/>
                <a:buAutoNum type="arabicPeriod"/>
              </a:pPr>
              <a:r>
                <a:rPr lang="en-US" sz="1667" dirty="0">
                  <a:solidFill>
                    <a:srgbClr val="222222"/>
                  </a:solidFill>
                  <a:highlight>
                    <a:srgbClr val="FFFFFF"/>
                  </a:highlight>
                </a:rPr>
                <a:t>Greco F, Spina R, Capodanno D, et al. Catheter-directed treatment of right heart thrombi and massive pulmonary embolism: a review. </a:t>
              </a:r>
              <a:r>
                <a:rPr lang="en-US" sz="1667" dirty="0" err="1">
                  <a:solidFill>
                    <a:srgbClr val="222222"/>
                  </a:solidFill>
                  <a:highlight>
                    <a:srgbClr val="FFFFFF"/>
                  </a:highlight>
                </a:rPr>
                <a:t>Eur</a:t>
              </a:r>
              <a:r>
                <a:rPr lang="en-US" sz="1667" dirty="0">
                  <a:solidFill>
                    <a:srgbClr val="222222"/>
                  </a:solidFill>
                  <a:highlight>
                    <a:srgbClr val="FFFFFF"/>
                  </a:highlight>
                </a:rPr>
                <a:t> Heart J Acute Cardiovasc Care. 2020;9(4):329-337. doi:10.1177/2048872618787974</a:t>
              </a:r>
              <a:endParaRPr sz="1667" dirty="0">
                <a:solidFill>
                  <a:srgbClr val="222222"/>
                </a:solidFill>
                <a:highlight>
                  <a:srgbClr val="FFFFFF"/>
                </a:highlight>
              </a:endParaRPr>
            </a:p>
            <a:p>
              <a:pPr>
                <a:buSzPts val="5000"/>
              </a:pPr>
              <a:endParaRPr sz="1667" dirty="0">
                <a:solidFill>
                  <a:srgbClr val="222222"/>
                </a:solidFill>
                <a:highlight>
                  <a:srgbClr val="FFFFFF"/>
                </a:highlight>
              </a:endParaRPr>
            </a:p>
          </p:txBody>
        </p:sp>
        <p:pic>
          <p:nvPicPr>
            <p:cNvPr id="100" name="Google Shape;100;g33f5d42d367_0_31" descr="Text&#10;&#10;Description automatically generated with medium confidence"/>
            <p:cNvPicPr preferRelativeResize="0"/>
            <p:nvPr/>
          </p:nvPicPr>
          <p:blipFill rotWithShape="1">
            <a:blip r:embed="rId3">
              <a:alphaModFix/>
            </a:blip>
            <a:srcRect/>
            <a:stretch/>
          </p:blipFill>
          <p:spPr>
            <a:xfrm>
              <a:off x="2888102" y="1267884"/>
              <a:ext cx="3873170" cy="1965580"/>
            </a:xfrm>
            <a:prstGeom prst="rect">
              <a:avLst/>
            </a:prstGeom>
            <a:noFill/>
            <a:ln>
              <a:noFill/>
            </a:ln>
          </p:spPr>
        </p:pic>
        <p:pic>
          <p:nvPicPr>
            <p:cNvPr id="101" name="Google Shape;101;g33f5d42d367_0_31"/>
            <p:cNvPicPr preferRelativeResize="0"/>
            <p:nvPr/>
          </p:nvPicPr>
          <p:blipFill rotWithShape="1">
            <a:blip r:embed="rId4">
              <a:alphaModFix/>
            </a:blip>
            <a:srcRect/>
            <a:stretch/>
          </p:blipFill>
          <p:spPr>
            <a:xfrm>
              <a:off x="11541771" y="4388768"/>
              <a:ext cx="18877201" cy="10760418"/>
            </a:xfrm>
            <a:prstGeom prst="rect">
              <a:avLst/>
            </a:prstGeom>
            <a:noFill/>
            <a:ln>
              <a:noFill/>
            </a:ln>
          </p:spPr>
        </p:pic>
        <p:sp>
          <p:nvSpPr>
            <p:cNvPr id="102" name="Google Shape;102;g33f5d42d367_0_31"/>
            <p:cNvSpPr txBox="1"/>
            <p:nvPr/>
          </p:nvSpPr>
          <p:spPr>
            <a:xfrm>
              <a:off x="24460631" y="12398954"/>
              <a:ext cx="5768400" cy="1292635"/>
            </a:xfrm>
            <a:prstGeom prst="rect">
              <a:avLst/>
            </a:prstGeom>
            <a:noFill/>
            <a:ln>
              <a:noFill/>
            </a:ln>
          </p:spPr>
          <p:txBody>
            <a:bodyPr spcFirstLastPara="1" wrap="square" lIns="60950" tIns="30467" rIns="60950" bIns="30467" anchor="t" anchorCtr="0">
              <a:spAutoFit/>
            </a:bodyPr>
            <a:lstStyle/>
            <a:p>
              <a:pPr>
                <a:buSzPts val="3000"/>
              </a:pPr>
              <a:r>
                <a:rPr lang="en-US" sz="2000" b="1">
                  <a:solidFill>
                    <a:schemeClr val="dk1"/>
                  </a:solidFill>
                  <a:latin typeface="Calibri"/>
                  <a:ea typeface="Calibri"/>
                  <a:cs typeface="Calibri"/>
                  <a:sym typeface="Calibri"/>
                </a:rPr>
                <a:t>Table 1 illustrates key patient demographics and related clinical data.</a:t>
              </a:r>
              <a:endParaRPr sz="2000" b="1">
                <a:solidFill>
                  <a:schemeClr val="dk1"/>
                </a:solidFill>
                <a:latin typeface="Calibri"/>
                <a:ea typeface="Calibri"/>
                <a:cs typeface="Calibri"/>
                <a:sym typeface="Calibri"/>
              </a:endParaRPr>
            </a:p>
            <a:p>
              <a:pPr>
                <a:buSzPts val="3000"/>
              </a:pPr>
              <a:r>
                <a:rPr lang="en-US" sz="2000" b="1">
                  <a:solidFill>
                    <a:schemeClr val="dk1"/>
                  </a:solidFill>
                  <a:latin typeface="Calibri"/>
                  <a:ea typeface="Calibri"/>
                  <a:cs typeface="Calibri"/>
                  <a:sym typeface="Calibri"/>
                </a:rPr>
                <a:t>Figure 1 and 2 show clot in the left ventricle on a transthoracic echocardiogram</a:t>
              </a:r>
              <a:endParaRPr sz="2000" b="1">
                <a:solidFill>
                  <a:schemeClr val="dk1"/>
                </a:solidFill>
                <a:latin typeface="Calibri"/>
                <a:ea typeface="Calibri"/>
                <a:cs typeface="Calibri"/>
                <a:sym typeface="Calibri"/>
              </a:endParaRPr>
            </a:p>
          </p:txBody>
        </p:sp>
      </p:grpSp>
      <p:pic>
        <p:nvPicPr>
          <p:cNvPr id="103" name="Picture 102" descr="31C.png"/>
          <p:cNvPicPr>
            <a:picLocks noChangeAspect="1"/>
          </p:cNvPicPr>
          <p:nvPr/>
        </p:nvPicPr>
        <p:blipFill>
          <a:blip r:embed="rId5"/>
          <a:stretch>
            <a:fillRect/>
          </a:stretch>
        </p:blipFill>
        <p:spPr>
          <a:xfrm>
            <a:off x="29279088" y="576072"/>
            <a:ext cx="2103120" cy="310896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820</Words>
  <Application>Microsoft Macintosh PowerPoint</Application>
  <PresentationFormat>Custom</PresentationFormat>
  <Paragraphs>27</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Calibri</vt:lpstr>
      <vt:lpstr>Montserrat</vt:lpstr>
      <vt:lpstr>Arial</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Microsoft Office User</dc:creator>
  <cp:lastModifiedBy>Phil Kim</cp:lastModifiedBy>
  <cp:revision>2</cp:revision>
  <dcterms:created xsi:type="dcterms:W3CDTF">2016-02-18T22:13:49Z</dcterms:created>
  <dcterms:modified xsi:type="dcterms:W3CDTF">2025-05-01T05:36:36Z</dcterms:modified>
</cp:coreProperties>
</file>