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4"/>
  </p:notesMasterIdLst>
  <p:sldIdLst>
    <p:sldId id="256" r:id="rId3"/>
  </p:sldIdLst>
  <p:sldSz cx="32918400" cy="21945600"/>
  <p:notesSz cx="6858000" cy="9144000"/>
  <p:embeddedFontLst>
    <p:embeddedFont>
      <p:font typeface="Quattrocento" panose="02020502030000000404" pitchFamily="18" charset="0"/>
      <p:regular r:id="rId5"/>
      <p:bold r:id="rId6"/>
    </p:embeddedFont>
    <p:embeddedFont>
      <p:font typeface="Quattrocento Sans" panose="020B0502050000020003" pitchFamily="34" charset="0"/>
      <p:regular r:id="rId7"/>
      <p:bold r:id="rId8"/>
      <p:italic r:id="rId9"/>
      <p:boldItalic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747775"/>
          </p15:clr>
        </p15:guide>
        <p15:guide id="2" pos="103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12"/>
    <p:restoredTop sz="94676"/>
  </p:normalViewPr>
  <p:slideViewPr>
    <p:cSldViewPr snapToGrid="0">
      <p:cViewPr>
        <p:scale>
          <a:sx n="69" d="100"/>
          <a:sy n="69" d="100"/>
        </p:scale>
        <p:origin x="-1800" y="14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4cb9ee89ca_2_41:notes"/>
          <p:cNvSpPr txBox="1">
            <a:spLocks noGrp="1"/>
          </p:cNvSpPr>
          <p:nvPr>
            <p:ph type="sldNum" idx="12"/>
          </p:nvPr>
        </p:nvSpPr>
        <p:spPr>
          <a:xfrm>
            <a:off x="3890913" y="8671536"/>
            <a:ext cx="2956482" cy="453081"/>
          </a:xfrm>
          <a:prstGeom prst="rect">
            <a:avLst/>
          </a:prstGeom>
          <a:noFill/>
          <a:ln>
            <a:noFill/>
          </a:ln>
        </p:spPr>
        <p:txBody>
          <a:bodyPr spcFirstLastPara="1" wrap="square" lIns="86150" tIns="43050" rIns="86150" bIns="43050" anchor="b" anchorCtr="0">
            <a:noAutofit/>
          </a:bodyPr>
          <a:lstStyle/>
          <a:p>
            <a:pPr marL="0" lvl="0" indent="0" algn="r" rtl="0">
              <a:spcBef>
                <a:spcPts val="0"/>
              </a:spcBef>
              <a:spcAft>
                <a:spcPts val="0"/>
              </a:spcAft>
              <a:buNone/>
            </a:pPr>
            <a:fld id="{00000000-1234-1234-1234-123412341234}" type="slidenum">
              <a:rPr lang="en" sz="1100" b="0" i="0" u="none" strike="noStrike" cap="none">
                <a:solidFill>
                  <a:schemeClr val="dk1"/>
                </a:solidFill>
                <a:latin typeface="Times New Roman"/>
                <a:ea typeface="Times New Roman"/>
                <a:cs typeface="Times New Roman"/>
                <a:sym typeface="Times New Roman"/>
              </a:rPr>
              <a:t>1</a:t>
            </a:fld>
            <a:endParaRPr sz="1100" b="0" i="0" u="none" strike="noStrike" cap="none">
              <a:solidFill>
                <a:schemeClr val="dk1"/>
              </a:solidFill>
              <a:latin typeface="Times New Roman"/>
              <a:ea typeface="Times New Roman"/>
              <a:cs typeface="Times New Roman"/>
              <a:sym typeface="Times New Roman"/>
            </a:endParaRPr>
          </a:p>
        </p:txBody>
      </p:sp>
      <p:sp>
        <p:nvSpPr>
          <p:cNvPr id="93" name="Google Shape;93;g34cb9ee89ca_2_41:notes"/>
          <p:cNvSpPr>
            <a:spLocks noGrp="1" noRot="1" noChangeAspect="1"/>
          </p:cNvSpPr>
          <p:nvPr>
            <p:ph type="sldImg" idx="2"/>
          </p:nvPr>
        </p:nvSpPr>
        <p:spPr>
          <a:xfrm>
            <a:off x="822325" y="677863"/>
            <a:ext cx="5202238" cy="3468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4" name="Google Shape;94;g34cb9ee89ca_2_41:notes"/>
          <p:cNvSpPr txBox="1">
            <a:spLocks noGrp="1"/>
          </p:cNvSpPr>
          <p:nvPr>
            <p:ph type="body" idx="1"/>
          </p:nvPr>
        </p:nvSpPr>
        <p:spPr>
          <a:xfrm>
            <a:off x="933254" y="4374535"/>
            <a:ext cx="4979709" cy="4071672"/>
          </a:xfrm>
          <a:prstGeom prst="rect">
            <a:avLst/>
          </a:prstGeom>
          <a:noFill/>
          <a:ln>
            <a:noFill/>
          </a:ln>
        </p:spPr>
        <p:txBody>
          <a:bodyPr spcFirstLastPara="1" wrap="square" lIns="86150" tIns="43050" rIns="86150" bIns="43050" anchor="t" anchorCtr="0">
            <a:noAutofit/>
          </a:bodyPr>
          <a:lstStyle/>
          <a:p>
            <a:pPr marL="0" lvl="0" indent="0" algn="l" rtl="0">
              <a:spcBef>
                <a:spcPts val="0"/>
              </a:spcBef>
              <a:spcAft>
                <a:spcPts val="0"/>
              </a:spcAft>
              <a:buNone/>
            </a:pPr>
            <a:endParaRPr sz="6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22149" y="3176853"/>
            <a:ext cx="30674160" cy="875776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18720"/>
            </a:lvl1pPr>
            <a:lvl2pPr lvl="1" algn="ctr">
              <a:spcBef>
                <a:spcPts val="0"/>
              </a:spcBef>
              <a:spcAft>
                <a:spcPts val="0"/>
              </a:spcAft>
              <a:buSzPts val="5200"/>
              <a:buNone/>
              <a:defRPr sz="18720"/>
            </a:lvl2pPr>
            <a:lvl3pPr lvl="2" algn="ctr">
              <a:spcBef>
                <a:spcPts val="0"/>
              </a:spcBef>
              <a:spcAft>
                <a:spcPts val="0"/>
              </a:spcAft>
              <a:buSzPts val="5200"/>
              <a:buNone/>
              <a:defRPr sz="18720"/>
            </a:lvl3pPr>
            <a:lvl4pPr lvl="3" algn="ctr">
              <a:spcBef>
                <a:spcPts val="0"/>
              </a:spcBef>
              <a:spcAft>
                <a:spcPts val="0"/>
              </a:spcAft>
              <a:buSzPts val="5200"/>
              <a:buNone/>
              <a:defRPr sz="18720"/>
            </a:lvl4pPr>
            <a:lvl5pPr lvl="4" algn="ctr">
              <a:spcBef>
                <a:spcPts val="0"/>
              </a:spcBef>
              <a:spcAft>
                <a:spcPts val="0"/>
              </a:spcAft>
              <a:buSzPts val="5200"/>
              <a:buNone/>
              <a:defRPr sz="18720"/>
            </a:lvl5pPr>
            <a:lvl6pPr lvl="5" algn="ctr">
              <a:spcBef>
                <a:spcPts val="0"/>
              </a:spcBef>
              <a:spcAft>
                <a:spcPts val="0"/>
              </a:spcAft>
              <a:buSzPts val="5200"/>
              <a:buNone/>
              <a:defRPr sz="18720"/>
            </a:lvl6pPr>
            <a:lvl7pPr lvl="6" algn="ctr">
              <a:spcBef>
                <a:spcPts val="0"/>
              </a:spcBef>
              <a:spcAft>
                <a:spcPts val="0"/>
              </a:spcAft>
              <a:buSzPts val="5200"/>
              <a:buNone/>
              <a:defRPr sz="18720"/>
            </a:lvl7pPr>
            <a:lvl8pPr lvl="7" algn="ctr">
              <a:spcBef>
                <a:spcPts val="0"/>
              </a:spcBef>
              <a:spcAft>
                <a:spcPts val="0"/>
              </a:spcAft>
              <a:buSzPts val="5200"/>
              <a:buNone/>
              <a:defRPr sz="18720"/>
            </a:lvl8pPr>
            <a:lvl9pPr lvl="8" algn="ctr">
              <a:spcBef>
                <a:spcPts val="0"/>
              </a:spcBef>
              <a:spcAft>
                <a:spcPts val="0"/>
              </a:spcAft>
              <a:buSzPts val="5200"/>
              <a:buNone/>
              <a:defRPr sz="18720"/>
            </a:lvl9pPr>
          </a:lstStyle>
          <a:p>
            <a:endParaRPr/>
          </a:p>
        </p:txBody>
      </p:sp>
      <p:sp>
        <p:nvSpPr>
          <p:cNvPr id="11" name="Google Shape;11;p2"/>
          <p:cNvSpPr txBox="1">
            <a:spLocks noGrp="1"/>
          </p:cNvSpPr>
          <p:nvPr>
            <p:ph type="subTitle" idx="1"/>
          </p:nvPr>
        </p:nvSpPr>
        <p:spPr>
          <a:xfrm>
            <a:off x="1122120" y="12092267"/>
            <a:ext cx="30674160" cy="3381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10080"/>
            </a:lvl1pPr>
            <a:lvl2pPr lvl="1" algn="ctr">
              <a:lnSpc>
                <a:spcPct val="100000"/>
              </a:lnSpc>
              <a:spcBef>
                <a:spcPts val="0"/>
              </a:spcBef>
              <a:spcAft>
                <a:spcPts val="0"/>
              </a:spcAft>
              <a:buSzPts val="2800"/>
              <a:buNone/>
              <a:defRPr sz="10080"/>
            </a:lvl2pPr>
            <a:lvl3pPr lvl="2" algn="ctr">
              <a:lnSpc>
                <a:spcPct val="100000"/>
              </a:lnSpc>
              <a:spcBef>
                <a:spcPts val="0"/>
              </a:spcBef>
              <a:spcAft>
                <a:spcPts val="0"/>
              </a:spcAft>
              <a:buSzPts val="2800"/>
              <a:buNone/>
              <a:defRPr sz="10080"/>
            </a:lvl3pPr>
            <a:lvl4pPr lvl="3" algn="ctr">
              <a:lnSpc>
                <a:spcPct val="100000"/>
              </a:lnSpc>
              <a:spcBef>
                <a:spcPts val="0"/>
              </a:spcBef>
              <a:spcAft>
                <a:spcPts val="0"/>
              </a:spcAft>
              <a:buSzPts val="2800"/>
              <a:buNone/>
              <a:defRPr sz="10080"/>
            </a:lvl4pPr>
            <a:lvl5pPr lvl="4" algn="ctr">
              <a:lnSpc>
                <a:spcPct val="100000"/>
              </a:lnSpc>
              <a:spcBef>
                <a:spcPts val="0"/>
              </a:spcBef>
              <a:spcAft>
                <a:spcPts val="0"/>
              </a:spcAft>
              <a:buSzPts val="2800"/>
              <a:buNone/>
              <a:defRPr sz="10080"/>
            </a:lvl5pPr>
            <a:lvl6pPr lvl="5" algn="ctr">
              <a:lnSpc>
                <a:spcPct val="100000"/>
              </a:lnSpc>
              <a:spcBef>
                <a:spcPts val="0"/>
              </a:spcBef>
              <a:spcAft>
                <a:spcPts val="0"/>
              </a:spcAft>
              <a:buSzPts val="2800"/>
              <a:buNone/>
              <a:defRPr sz="10080"/>
            </a:lvl6pPr>
            <a:lvl7pPr lvl="6" algn="ctr">
              <a:lnSpc>
                <a:spcPct val="100000"/>
              </a:lnSpc>
              <a:spcBef>
                <a:spcPts val="0"/>
              </a:spcBef>
              <a:spcAft>
                <a:spcPts val="0"/>
              </a:spcAft>
              <a:buSzPts val="2800"/>
              <a:buNone/>
              <a:defRPr sz="10080"/>
            </a:lvl7pPr>
            <a:lvl8pPr lvl="7" algn="ctr">
              <a:lnSpc>
                <a:spcPct val="100000"/>
              </a:lnSpc>
              <a:spcBef>
                <a:spcPts val="0"/>
              </a:spcBef>
              <a:spcAft>
                <a:spcPts val="0"/>
              </a:spcAft>
              <a:buSzPts val="2800"/>
              <a:buNone/>
              <a:defRPr sz="10080"/>
            </a:lvl8pPr>
            <a:lvl9pPr lvl="8" algn="ctr">
              <a:lnSpc>
                <a:spcPct val="100000"/>
              </a:lnSpc>
              <a:spcBef>
                <a:spcPts val="0"/>
              </a:spcBef>
              <a:spcAft>
                <a:spcPts val="0"/>
              </a:spcAft>
              <a:buSzPts val="2800"/>
              <a:buNone/>
              <a:defRPr sz="10080"/>
            </a:lvl9pPr>
          </a:lstStyle>
          <a:p>
            <a:endParaRPr/>
          </a:p>
        </p:txBody>
      </p:sp>
      <p:sp>
        <p:nvSpPr>
          <p:cNvPr id="12" name="Google Shape;12;p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22120" y="9176960"/>
            <a:ext cx="30674160" cy="359168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12960"/>
            </a:lvl1pPr>
            <a:lvl2pPr lvl="1" algn="ctr">
              <a:spcBef>
                <a:spcPts val="0"/>
              </a:spcBef>
              <a:spcAft>
                <a:spcPts val="0"/>
              </a:spcAft>
              <a:buSzPts val="3600"/>
              <a:buNone/>
              <a:defRPr sz="12960"/>
            </a:lvl2pPr>
            <a:lvl3pPr lvl="2" algn="ctr">
              <a:spcBef>
                <a:spcPts val="0"/>
              </a:spcBef>
              <a:spcAft>
                <a:spcPts val="0"/>
              </a:spcAft>
              <a:buSzPts val="3600"/>
              <a:buNone/>
              <a:defRPr sz="12960"/>
            </a:lvl3pPr>
            <a:lvl4pPr lvl="3" algn="ctr">
              <a:spcBef>
                <a:spcPts val="0"/>
              </a:spcBef>
              <a:spcAft>
                <a:spcPts val="0"/>
              </a:spcAft>
              <a:buSzPts val="3600"/>
              <a:buNone/>
              <a:defRPr sz="12960"/>
            </a:lvl4pPr>
            <a:lvl5pPr lvl="4" algn="ctr">
              <a:spcBef>
                <a:spcPts val="0"/>
              </a:spcBef>
              <a:spcAft>
                <a:spcPts val="0"/>
              </a:spcAft>
              <a:buSzPts val="3600"/>
              <a:buNone/>
              <a:defRPr sz="12960"/>
            </a:lvl5pPr>
            <a:lvl6pPr lvl="5" algn="ctr">
              <a:spcBef>
                <a:spcPts val="0"/>
              </a:spcBef>
              <a:spcAft>
                <a:spcPts val="0"/>
              </a:spcAft>
              <a:buSzPts val="3600"/>
              <a:buNone/>
              <a:defRPr sz="12960"/>
            </a:lvl6pPr>
            <a:lvl7pPr lvl="6" algn="ctr">
              <a:spcBef>
                <a:spcPts val="0"/>
              </a:spcBef>
              <a:spcAft>
                <a:spcPts val="0"/>
              </a:spcAft>
              <a:buSzPts val="3600"/>
              <a:buNone/>
              <a:defRPr sz="12960"/>
            </a:lvl7pPr>
            <a:lvl8pPr lvl="7" algn="ctr">
              <a:spcBef>
                <a:spcPts val="0"/>
              </a:spcBef>
              <a:spcAft>
                <a:spcPts val="0"/>
              </a:spcAft>
              <a:buSzPts val="3600"/>
              <a:buNone/>
              <a:defRPr sz="12960"/>
            </a:lvl8pPr>
            <a:lvl9pPr lvl="8" algn="ctr">
              <a:spcBef>
                <a:spcPts val="0"/>
              </a:spcBef>
              <a:spcAft>
                <a:spcPts val="0"/>
              </a:spcAft>
              <a:buSzPts val="3600"/>
              <a:buNone/>
              <a:defRPr sz="12960"/>
            </a:lvl9pPr>
          </a:lstStyle>
          <a:p>
            <a:endParaRPr/>
          </a:p>
        </p:txBody>
      </p:sp>
      <p:sp>
        <p:nvSpPr>
          <p:cNvPr id="15" name="Google Shape;15;p3"/>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1122120" y="4917227"/>
            <a:ext cx="30674160" cy="14576640"/>
          </a:xfrm>
          <a:prstGeom prst="rect">
            <a:avLst/>
          </a:prstGeom>
        </p:spPr>
        <p:txBody>
          <a:bodyPr spcFirstLastPara="1" wrap="square" lIns="91425" tIns="91425" rIns="91425" bIns="91425" anchor="t"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112212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3" name="Google Shape;23;p5"/>
          <p:cNvSpPr txBox="1">
            <a:spLocks noGrp="1"/>
          </p:cNvSpPr>
          <p:nvPr>
            <p:ph type="body" idx="2"/>
          </p:nvPr>
        </p:nvSpPr>
        <p:spPr>
          <a:xfrm>
            <a:off x="1739664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4" name="Google Shape;24;p5"/>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122120" y="2370560"/>
            <a:ext cx="10108800" cy="322432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8640"/>
            </a:lvl1pPr>
            <a:lvl2pPr lvl="1">
              <a:spcBef>
                <a:spcPts val="0"/>
              </a:spcBef>
              <a:spcAft>
                <a:spcPts val="0"/>
              </a:spcAft>
              <a:buSzPts val="2400"/>
              <a:buNone/>
              <a:defRPr sz="8640"/>
            </a:lvl2pPr>
            <a:lvl3pPr lvl="2">
              <a:spcBef>
                <a:spcPts val="0"/>
              </a:spcBef>
              <a:spcAft>
                <a:spcPts val="0"/>
              </a:spcAft>
              <a:buSzPts val="2400"/>
              <a:buNone/>
              <a:defRPr sz="8640"/>
            </a:lvl3pPr>
            <a:lvl4pPr lvl="3">
              <a:spcBef>
                <a:spcPts val="0"/>
              </a:spcBef>
              <a:spcAft>
                <a:spcPts val="0"/>
              </a:spcAft>
              <a:buSzPts val="2400"/>
              <a:buNone/>
              <a:defRPr sz="8640"/>
            </a:lvl4pPr>
            <a:lvl5pPr lvl="4">
              <a:spcBef>
                <a:spcPts val="0"/>
              </a:spcBef>
              <a:spcAft>
                <a:spcPts val="0"/>
              </a:spcAft>
              <a:buSzPts val="2400"/>
              <a:buNone/>
              <a:defRPr sz="8640"/>
            </a:lvl5pPr>
            <a:lvl6pPr lvl="5">
              <a:spcBef>
                <a:spcPts val="0"/>
              </a:spcBef>
              <a:spcAft>
                <a:spcPts val="0"/>
              </a:spcAft>
              <a:buSzPts val="2400"/>
              <a:buNone/>
              <a:defRPr sz="8640"/>
            </a:lvl6pPr>
            <a:lvl7pPr lvl="6">
              <a:spcBef>
                <a:spcPts val="0"/>
              </a:spcBef>
              <a:spcAft>
                <a:spcPts val="0"/>
              </a:spcAft>
              <a:buSzPts val="2400"/>
              <a:buNone/>
              <a:defRPr sz="8640"/>
            </a:lvl7pPr>
            <a:lvl8pPr lvl="7">
              <a:spcBef>
                <a:spcPts val="0"/>
              </a:spcBef>
              <a:spcAft>
                <a:spcPts val="0"/>
              </a:spcAft>
              <a:buSzPts val="2400"/>
              <a:buNone/>
              <a:defRPr sz="8640"/>
            </a:lvl8pPr>
            <a:lvl9pPr lvl="8">
              <a:spcBef>
                <a:spcPts val="0"/>
              </a:spcBef>
              <a:spcAft>
                <a:spcPts val="0"/>
              </a:spcAft>
              <a:buSzPts val="2400"/>
              <a:buNone/>
              <a:defRPr sz="8640"/>
            </a:lvl9pPr>
          </a:lstStyle>
          <a:p>
            <a:endParaRPr/>
          </a:p>
        </p:txBody>
      </p:sp>
      <p:sp>
        <p:nvSpPr>
          <p:cNvPr id="30" name="Google Shape;30;p7"/>
          <p:cNvSpPr txBox="1">
            <a:spLocks noGrp="1"/>
          </p:cNvSpPr>
          <p:nvPr>
            <p:ph type="body" idx="1"/>
          </p:nvPr>
        </p:nvSpPr>
        <p:spPr>
          <a:xfrm>
            <a:off x="1122120" y="5928960"/>
            <a:ext cx="10108800" cy="13565440"/>
          </a:xfrm>
          <a:prstGeom prst="rect">
            <a:avLst/>
          </a:prstGeom>
        </p:spPr>
        <p:txBody>
          <a:bodyPr spcFirstLastPara="1" wrap="square" lIns="91425" tIns="91425" rIns="91425" bIns="91425" anchor="t" anchorCtr="0">
            <a:normAutofit/>
          </a:bodyPr>
          <a:lstStyle>
            <a:lvl1pPr marL="1645920" lvl="0" indent="-1097280">
              <a:spcBef>
                <a:spcPts val="0"/>
              </a:spcBef>
              <a:spcAft>
                <a:spcPts val="0"/>
              </a:spcAft>
              <a:buSzPts val="1200"/>
              <a:buChar char="●"/>
              <a:defRPr sz="432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31" name="Google Shape;31;p7"/>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764900" y="1920640"/>
            <a:ext cx="22924080" cy="1745408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17280"/>
            </a:lvl1pPr>
            <a:lvl2pPr lvl="1">
              <a:spcBef>
                <a:spcPts val="0"/>
              </a:spcBef>
              <a:spcAft>
                <a:spcPts val="0"/>
              </a:spcAft>
              <a:buSzPts val="4800"/>
              <a:buNone/>
              <a:defRPr sz="17280"/>
            </a:lvl2pPr>
            <a:lvl3pPr lvl="2">
              <a:spcBef>
                <a:spcPts val="0"/>
              </a:spcBef>
              <a:spcAft>
                <a:spcPts val="0"/>
              </a:spcAft>
              <a:buSzPts val="4800"/>
              <a:buNone/>
              <a:defRPr sz="17280"/>
            </a:lvl3pPr>
            <a:lvl4pPr lvl="3">
              <a:spcBef>
                <a:spcPts val="0"/>
              </a:spcBef>
              <a:spcAft>
                <a:spcPts val="0"/>
              </a:spcAft>
              <a:buSzPts val="4800"/>
              <a:buNone/>
              <a:defRPr sz="17280"/>
            </a:lvl4pPr>
            <a:lvl5pPr lvl="4">
              <a:spcBef>
                <a:spcPts val="0"/>
              </a:spcBef>
              <a:spcAft>
                <a:spcPts val="0"/>
              </a:spcAft>
              <a:buSzPts val="4800"/>
              <a:buNone/>
              <a:defRPr sz="17280"/>
            </a:lvl5pPr>
            <a:lvl6pPr lvl="5">
              <a:spcBef>
                <a:spcPts val="0"/>
              </a:spcBef>
              <a:spcAft>
                <a:spcPts val="0"/>
              </a:spcAft>
              <a:buSzPts val="4800"/>
              <a:buNone/>
              <a:defRPr sz="17280"/>
            </a:lvl6pPr>
            <a:lvl7pPr lvl="6">
              <a:spcBef>
                <a:spcPts val="0"/>
              </a:spcBef>
              <a:spcAft>
                <a:spcPts val="0"/>
              </a:spcAft>
              <a:buSzPts val="4800"/>
              <a:buNone/>
              <a:defRPr sz="17280"/>
            </a:lvl7pPr>
            <a:lvl8pPr lvl="7">
              <a:spcBef>
                <a:spcPts val="0"/>
              </a:spcBef>
              <a:spcAft>
                <a:spcPts val="0"/>
              </a:spcAft>
              <a:buSzPts val="4800"/>
              <a:buNone/>
              <a:defRPr sz="17280"/>
            </a:lvl8pPr>
            <a:lvl9pPr lvl="8">
              <a:spcBef>
                <a:spcPts val="0"/>
              </a:spcBef>
              <a:spcAft>
                <a:spcPts val="0"/>
              </a:spcAft>
              <a:buSzPts val="4800"/>
              <a:buNone/>
              <a:defRPr sz="17280"/>
            </a:lvl9pPr>
          </a:lstStyle>
          <a:p>
            <a:endParaRPr/>
          </a:p>
        </p:txBody>
      </p:sp>
      <p:sp>
        <p:nvSpPr>
          <p:cNvPr id="34" name="Google Shape;34;p8"/>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spcFirstLastPara="1" wrap="square" lIns="329130" tIns="329130" rIns="329130" bIns="329130" anchor="ctr" anchorCtr="0">
            <a:noAutofit/>
          </a:bodyPr>
          <a:lstStyle/>
          <a:p>
            <a:pPr marL="0" lvl="0" indent="0" algn="l" rtl="0">
              <a:spcBef>
                <a:spcPts val="0"/>
              </a:spcBef>
              <a:spcAft>
                <a:spcPts val="0"/>
              </a:spcAft>
              <a:buNone/>
            </a:pPr>
            <a:endParaRPr sz="19354"/>
          </a:p>
        </p:txBody>
      </p:sp>
      <p:sp>
        <p:nvSpPr>
          <p:cNvPr id="37" name="Google Shape;37;p9"/>
          <p:cNvSpPr txBox="1">
            <a:spLocks noGrp="1"/>
          </p:cNvSpPr>
          <p:nvPr>
            <p:ph type="title"/>
          </p:nvPr>
        </p:nvSpPr>
        <p:spPr>
          <a:xfrm>
            <a:off x="955800" y="5261547"/>
            <a:ext cx="14562720" cy="632448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15120"/>
            </a:lvl1pPr>
            <a:lvl2pPr lvl="1" algn="ctr">
              <a:spcBef>
                <a:spcPts val="0"/>
              </a:spcBef>
              <a:spcAft>
                <a:spcPts val="0"/>
              </a:spcAft>
              <a:buSzPts val="4200"/>
              <a:buNone/>
              <a:defRPr sz="15120"/>
            </a:lvl2pPr>
            <a:lvl3pPr lvl="2" algn="ctr">
              <a:spcBef>
                <a:spcPts val="0"/>
              </a:spcBef>
              <a:spcAft>
                <a:spcPts val="0"/>
              </a:spcAft>
              <a:buSzPts val="4200"/>
              <a:buNone/>
              <a:defRPr sz="15120"/>
            </a:lvl3pPr>
            <a:lvl4pPr lvl="3" algn="ctr">
              <a:spcBef>
                <a:spcPts val="0"/>
              </a:spcBef>
              <a:spcAft>
                <a:spcPts val="0"/>
              </a:spcAft>
              <a:buSzPts val="4200"/>
              <a:buNone/>
              <a:defRPr sz="15120"/>
            </a:lvl4pPr>
            <a:lvl5pPr lvl="4" algn="ctr">
              <a:spcBef>
                <a:spcPts val="0"/>
              </a:spcBef>
              <a:spcAft>
                <a:spcPts val="0"/>
              </a:spcAft>
              <a:buSzPts val="4200"/>
              <a:buNone/>
              <a:defRPr sz="15120"/>
            </a:lvl5pPr>
            <a:lvl6pPr lvl="5" algn="ctr">
              <a:spcBef>
                <a:spcPts val="0"/>
              </a:spcBef>
              <a:spcAft>
                <a:spcPts val="0"/>
              </a:spcAft>
              <a:buSzPts val="4200"/>
              <a:buNone/>
              <a:defRPr sz="15120"/>
            </a:lvl6pPr>
            <a:lvl7pPr lvl="6" algn="ctr">
              <a:spcBef>
                <a:spcPts val="0"/>
              </a:spcBef>
              <a:spcAft>
                <a:spcPts val="0"/>
              </a:spcAft>
              <a:buSzPts val="4200"/>
              <a:buNone/>
              <a:defRPr sz="15120"/>
            </a:lvl7pPr>
            <a:lvl8pPr lvl="7" algn="ctr">
              <a:spcBef>
                <a:spcPts val="0"/>
              </a:spcBef>
              <a:spcAft>
                <a:spcPts val="0"/>
              </a:spcAft>
              <a:buSzPts val="4200"/>
              <a:buNone/>
              <a:defRPr sz="15120"/>
            </a:lvl8pPr>
            <a:lvl9pPr lvl="8" algn="ctr">
              <a:spcBef>
                <a:spcPts val="0"/>
              </a:spcBef>
              <a:spcAft>
                <a:spcPts val="0"/>
              </a:spcAft>
              <a:buSzPts val="4200"/>
              <a:buNone/>
              <a:defRPr sz="15120"/>
            </a:lvl9pPr>
          </a:lstStyle>
          <a:p>
            <a:endParaRPr/>
          </a:p>
        </p:txBody>
      </p:sp>
      <p:sp>
        <p:nvSpPr>
          <p:cNvPr id="38" name="Google Shape;38;p9"/>
          <p:cNvSpPr txBox="1">
            <a:spLocks noGrp="1"/>
          </p:cNvSpPr>
          <p:nvPr>
            <p:ph type="subTitle" idx="1"/>
          </p:nvPr>
        </p:nvSpPr>
        <p:spPr>
          <a:xfrm>
            <a:off x="955800" y="11959787"/>
            <a:ext cx="14562720" cy="5269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7560"/>
            </a:lvl1pPr>
            <a:lvl2pPr lvl="1" algn="ctr">
              <a:lnSpc>
                <a:spcPct val="100000"/>
              </a:lnSpc>
              <a:spcBef>
                <a:spcPts val="0"/>
              </a:spcBef>
              <a:spcAft>
                <a:spcPts val="0"/>
              </a:spcAft>
              <a:buSzPts val="2100"/>
              <a:buNone/>
              <a:defRPr sz="7560"/>
            </a:lvl2pPr>
            <a:lvl3pPr lvl="2" algn="ctr">
              <a:lnSpc>
                <a:spcPct val="100000"/>
              </a:lnSpc>
              <a:spcBef>
                <a:spcPts val="0"/>
              </a:spcBef>
              <a:spcAft>
                <a:spcPts val="0"/>
              </a:spcAft>
              <a:buSzPts val="2100"/>
              <a:buNone/>
              <a:defRPr sz="7560"/>
            </a:lvl3pPr>
            <a:lvl4pPr lvl="3" algn="ctr">
              <a:lnSpc>
                <a:spcPct val="100000"/>
              </a:lnSpc>
              <a:spcBef>
                <a:spcPts val="0"/>
              </a:spcBef>
              <a:spcAft>
                <a:spcPts val="0"/>
              </a:spcAft>
              <a:buSzPts val="2100"/>
              <a:buNone/>
              <a:defRPr sz="7560"/>
            </a:lvl4pPr>
            <a:lvl5pPr lvl="4" algn="ctr">
              <a:lnSpc>
                <a:spcPct val="100000"/>
              </a:lnSpc>
              <a:spcBef>
                <a:spcPts val="0"/>
              </a:spcBef>
              <a:spcAft>
                <a:spcPts val="0"/>
              </a:spcAft>
              <a:buSzPts val="2100"/>
              <a:buNone/>
              <a:defRPr sz="7560"/>
            </a:lvl5pPr>
            <a:lvl6pPr lvl="5" algn="ctr">
              <a:lnSpc>
                <a:spcPct val="100000"/>
              </a:lnSpc>
              <a:spcBef>
                <a:spcPts val="0"/>
              </a:spcBef>
              <a:spcAft>
                <a:spcPts val="0"/>
              </a:spcAft>
              <a:buSzPts val="2100"/>
              <a:buNone/>
              <a:defRPr sz="7560"/>
            </a:lvl6pPr>
            <a:lvl7pPr lvl="6" algn="ctr">
              <a:lnSpc>
                <a:spcPct val="100000"/>
              </a:lnSpc>
              <a:spcBef>
                <a:spcPts val="0"/>
              </a:spcBef>
              <a:spcAft>
                <a:spcPts val="0"/>
              </a:spcAft>
              <a:buSzPts val="2100"/>
              <a:buNone/>
              <a:defRPr sz="7560"/>
            </a:lvl7pPr>
            <a:lvl8pPr lvl="7" algn="ctr">
              <a:lnSpc>
                <a:spcPct val="100000"/>
              </a:lnSpc>
              <a:spcBef>
                <a:spcPts val="0"/>
              </a:spcBef>
              <a:spcAft>
                <a:spcPts val="0"/>
              </a:spcAft>
              <a:buSzPts val="2100"/>
              <a:buNone/>
              <a:defRPr sz="7560"/>
            </a:lvl8pPr>
            <a:lvl9pPr lvl="8" algn="ctr">
              <a:lnSpc>
                <a:spcPct val="100000"/>
              </a:lnSpc>
              <a:spcBef>
                <a:spcPts val="0"/>
              </a:spcBef>
              <a:spcAft>
                <a:spcPts val="0"/>
              </a:spcAft>
              <a:buSzPts val="2100"/>
              <a:buNone/>
              <a:defRPr sz="7560"/>
            </a:lvl9pPr>
          </a:lstStyle>
          <a:p>
            <a:endParaRPr/>
          </a:p>
        </p:txBody>
      </p:sp>
      <p:sp>
        <p:nvSpPr>
          <p:cNvPr id="39" name="Google Shape;39;p9"/>
          <p:cNvSpPr txBox="1">
            <a:spLocks noGrp="1"/>
          </p:cNvSpPr>
          <p:nvPr>
            <p:ph type="body" idx="2"/>
          </p:nvPr>
        </p:nvSpPr>
        <p:spPr>
          <a:xfrm>
            <a:off x="17782200" y="3089387"/>
            <a:ext cx="13813200" cy="15765760"/>
          </a:xfrm>
          <a:prstGeom prst="rect">
            <a:avLst/>
          </a:prstGeom>
        </p:spPr>
        <p:txBody>
          <a:bodyPr spcFirstLastPara="1" wrap="square" lIns="91425" tIns="91425" rIns="91425" bIns="91425" anchor="ctr"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122120" y="18050453"/>
            <a:ext cx="21595680" cy="2581760"/>
          </a:xfrm>
          <a:prstGeom prst="rect">
            <a:avLst/>
          </a:prstGeom>
        </p:spPr>
        <p:txBody>
          <a:bodyPr spcFirstLastPara="1" wrap="square" lIns="91425" tIns="91425" rIns="91425" bIns="91425" anchor="ctr" anchorCtr="0">
            <a:normAutofit/>
          </a:bodyPr>
          <a:lstStyle>
            <a:lvl1pPr marL="1645920" lvl="0" indent="-82296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122120" y="4719467"/>
            <a:ext cx="30674160" cy="8377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43200"/>
            </a:lvl1pPr>
            <a:lvl2pPr lvl="1" algn="ctr">
              <a:spcBef>
                <a:spcPts val="0"/>
              </a:spcBef>
              <a:spcAft>
                <a:spcPts val="0"/>
              </a:spcAft>
              <a:buSzPts val="12000"/>
              <a:buNone/>
              <a:defRPr sz="43200"/>
            </a:lvl2pPr>
            <a:lvl3pPr lvl="2" algn="ctr">
              <a:spcBef>
                <a:spcPts val="0"/>
              </a:spcBef>
              <a:spcAft>
                <a:spcPts val="0"/>
              </a:spcAft>
              <a:buSzPts val="12000"/>
              <a:buNone/>
              <a:defRPr sz="43200"/>
            </a:lvl3pPr>
            <a:lvl4pPr lvl="3" algn="ctr">
              <a:spcBef>
                <a:spcPts val="0"/>
              </a:spcBef>
              <a:spcAft>
                <a:spcPts val="0"/>
              </a:spcAft>
              <a:buSzPts val="12000"/>
              <a:buNone/>
              <a:defRPr sz="43200"/>
            </a:lvl4pPr>
            <a:lvl5pPr lvl="4" algn="ctr">
              <a:spcBef>
                <a:spcPts val="0"/>
              </a:spcBef>
              <a:spcAft>
                <a:spcPts val="0"/>
              </a:spcAft>
              <a:buSzPts val="12000"/>
              <a:buNone/>
              <a:defRPr sz="43200"/>
            </a:lvl5pPr>
            <a:lvl6pPr lvl="5" algn="ctr">
              <a:spcBef>
                <a:spcPts val="0"/>
              </a:spcBef>
              <a:spcAft>
                <a:spcPts val="0"/>
              </a:spcAft>
              <a:buSzPts val="12000"/>
              <a:buNone/>
              <a:defRPr sz="43200"/>
            </a:lvl6pPr>
            <a:lvl7pPr lvl="6" algn="ctr">
              <a:spcBef>
                <a:spcPts val="0"/>
              </a:spcBef>
              <a:spcAft>
                <a:spcPts val="0"/>
              </a:spcAft>
              <a:buSzPts val="12000"/>
              <a:buNone/>
              <a:defRPr sz="43200"/>
            </a:lvl7pPr>
            <a:lvl8pPr lvl="7" algn="ctr">
              <a:spcBef>
                <a:spcPts val="0"/>
              </a:spcBef>
              <a:spcAft>
                <a:spcPts val="0"/>
              </a:spcAft>
              <a:buSzPts val="12000"/>
              <a:buNone/>
              <a:defRPr sz="43200"/>
            </a:lvl8pPr>
            <a:lvl9pPr lvl="8" algn="ctr">
              <a:spcBef>
                <a:spcPts val="0"/>
              </a:spcBef>
              <a:spcAft>
                <a:spcPts val="0"/>
              </a:spcAft>
              <a:buSzPts val="12000"/>
              <a:buNone/>
              <a:defRPr sz="43200"/>
            </a:lvl9pPr>
          </a:lstStyle>
          <a:p>
            <a:r>
              <a:t>xx%</a:t>
            </a:r>
          </a:p>
        </p:txBody>
      </p:sp>
      <p:sp>
        <p:nvSpPr>
          <p:cNvPr id="46" name="Google Shape;46;p11"/>
          <p:cNvSpPr txBox="1">
            <a:spLocks noGrp="1"/>
          </p:cNvSpPr>
          <p:nvPr>
            <p:ph type="body" idx="1"/>
          </p:nvPr>
        </p:nvSpPr>
        <p:spPr>
          <a:xfrm>
            <a:off x="1122120" y="13449493"/>
            <a:ext cx="30674160" cy="5550080"/>
          </a:xfrm>
          <a:prstGeom prst="rect">
            <a:avLst/>
          </a:prstGeom>
        </p:spPr>
        <p:txBody>
          <a:bodyPr spcFirstLastPara="1" wrap="square" lIns="91425" tIns="91425" rIns="91425" bIns="91425" anchor="t" anchorCtr="0">
            <a:normAutofit/>
          </a:bodyPr>
          <a:lstStyle>
            <a:lvl1pPr marL="1645920" lvl="0" indent="-1234440" algn="ctr">
              <a:spcBef>
                <a:spcPts val="0"/>
              </a:spcBef>
              <a:spcAft>
                <a:spcPts val="0"/>
              </a:spcAft>
              <a:buSzPts val="1800"/>
              <a:buChar char="●"/>
              <a:defRPr/>
            </a:lvl1pPr>
            <a:lvl2pPr marL="3291840" lvl="1" indent="-1143000" algn="ctr">
              <a:spcBef>
                <a:spcPts val="0"/>
              </a:spcBef>
              <a:spcAft>
                <a:spcPts val="0"/>
              </a:spcAft>
              <a:buSzPts val="1400"/>
              <a:buChar char="○"/>
              <a:defRPr/>
            </a:lvl2pPr>
            <a:lvl3pPr marL="4937760" lvl="2" indent="-1143000" algn="ctr">
              <a:spcBef>
                <a:spcPts val="0"/>
              </a:spcBef>
              <a:spcAft>
                <a:spcPts val="0"/>
              </a:spcAft>
              <a:buSzPts val="1400"/>
              <a:buChar char="■"/>
              <a:defRPr/>
            </a:lvl3pPr>
            <a:lvl4pPr marL="6583680" lvl="3" indent="-1143000" algn="ctr">
              <a:spcBef>
                <a:spcPts val="0"/>
              </a:spcBef>
              <a:spcAft>
                <a:spcPts val="0"/>
              </a:spcAft>
              <a:buSzPts val="1400"/>
              <a:buChar char="●"/>
              <a:defRPr/>
            </a:lvl4pPr>
            <a:lvl5pPr marL="8229600" lvl="4" indent="-1143000" algn="ctr">
              <a:spcBef>
                <a:spcPts val="0"/>
              </a:spcBef>
              <a:spcAft>
                <a:spcPts val="0"/>
              </a:spcAft>
              <a:buSzPts val="1400"/>
              <a:buChar char="○"/>
              <a:defRPr/>
            </a:lvl5pPr>
            <a:lvl6pPr marL="9875520" lvl="5" indent="-1143000" algn="ctr">
              <a:spcBef>
                <a:spcPts val="0"/>
              </a:spcBef>
              <a:spcAft>
                <a:spcPts val="0"/>
              </a:spcAft>
              <a:buSzPts val="1400"/>
              <a:buChar char="■"/>
              <a:defRPr/>
            </a:lvl6pPr>
            <a:lvl7pPr marL="11521440" lvl="6" indent="-1143000" algn="ctr">
              <a:spcBef>
                <a:spcPts val="0"/>
              </a:spcBef>
              <a:spcAft>
                <a:spcPts val="0"/>
              </a:spcAft>
              <a:buSzPts val="1400"/>
              <a:buChar char="●"/>
              <a:defRPr/>
            </a:lvl7pPr>
            <a:lvl8pPr marL="13167360" lvl="7" indent="-1143000" algn="ctr">
              <a:spcBef>
                <a:spcPts val="0"/>
              </a:spcBef>
              <a:spcAft>
                <a:spcPts val="0"/>
              </a:spcAft>
              <a:buSzPts val="1400"/>
              <a:buChar char="○"/>
              <a:defRPr/>
            </a:lvl8pPr>
            <a:lvl9pPr marL="14813280" lvl="8" indent="-11430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5"/>
          <p:cNvSpPr txBox="1">
            <a:spLocks noGrp="1"/>
          </p:cNvSpPr>
          <p:nvPr>
            <p:ph type="ctrTitle"/>
          </p:nvPr>
        </p:nvSpPr>
        <p:spPr>
          <a:xfrm>
            <a:off x="2469094" y="6817783"/>
            <a:ext cx="27980219" cy="4703232"/>
          </a:xfrm>
          <a:prstGeom prst="rect">
            <a:avLst/>
          </a:prstGeom>
          <a:noFill/>
          <a:ln>
            <a:noFill/>
          </a:ln>
        </p:spPr>
        <p:txBody>
          <a:bodyPr spcFirstLastPara="1" wrap="square" lIns="24075" tIns="12025" rIns="24075" bIns="12025" anchor="t" anchorCtr="0">
            <a:noAutofit/>
          </a:bodyPr>
          <a:lstStyle>
            <a:lvl1pPr marR="0" lvl="0"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9pPr>
          </a:lstStyle>
          <a:p>
            <a:endParaRPr/>
          </a:p>
        </p:txBody>
      </p:sp>
      <p:sp>
        <p:nvSpPr>
          <p:cNvPr id="58" name="Google Shape;58;p15"/>
          <p:cNvSpPr txBox="1">
            <a:spLocks noGrp="1"/>
          </p:cNvSpPr>
          <p:nvPr>
            <p:ph type="subTitle" idx="1"/>
          </p:nvPr>
        </p:nvSpPr>
        <p:spPr>
          <a:xfrm>
            <a:off x="4938185" y="12435420"/>
            <a:ext cx="23042030" cy="5609169"/>
          </a:xfrm>
          <a:prstGeom prst="rect">
            <a:avLst/>
          </a:prstGeom>
          <a:noFill/>
          <a:ln>
            <a:noFill/>
          </a:ln>
        </p:spPr>
        <p:txBody>
          <a:bodyPr spcFirstLastPara="1" wrap="square" lIns="24075" tIns="12025" rIns="24075" bIns="12025" anchor="t" anchorCtr="0">
            <a:noAutofit/>
          </a:bodyPr>
          <a:lstStyle>
            <a:lvl1pPr marR="0" lvl="0" algn="ctr" rtl="0">
              <a:spcBef>
                <a:spcPts val="1440"/>
              </a:spcBef>
              <a:spcAft>
                <a:spcPts val="0"/>
              </a:spcAft>
              <a:buClr>
                <a:schemeClr val="dk1"/>
              </a:buClr>
              <a:buSzPts val="1900"/>
              <a:buFont typeface="Times New Roman"/>
              <a:buNone/>
              <a:defRPr sz="6840" b="0" i="0" u="none" strike="noStrike" cap="none">
                <a:solidFill>
                  <a:schemeClr val="dk1"/>
                </a:solidFill>
                <a:latin typeface="Times New Roman"/>
                <a:ea typeface="Times New Roman"/>
                <a:cs typeface="Times New Roman"/>
                <a:sym typeface="Times New Roman"/>
              </a:defRPr>
            </a:lvl1pPr>
            <a:lvl2pPr marR="0" lvl="1" algn="ctr" rtl="0">
              <a:spcBef>
                <a:spcPts val="1080"/>
              </a:spcBef>
              <a:spcAft>
                <a:spcPts val="0"/>
              </a:spcAft>
              <a:buClr>
                <a:schemeClr val="dk1"/>
              </a:buClr>
              <a:buSzPts val="1700"/>
              <a:buFont typeface="Times New Roman"/>
              <a:buNone/>
              <a:defRPr sz="6120" b="0" i="0" u="none" strike="noStrike" cap="none">
                <a:solidFill>
                  <a:schemeClr val="dk1"/>
                </a:solidFill>
                <a:latin typeface="Times New Roman"/>
                <a:ea typeface="Times New Roman"/>
                <a:cs typeface="Times New Roman"/>
                <a:sym typeface="Times New Roman"/>
              </a:defRPr>
            </a:lvl2pPr>
            <a:lvl3pPr marR="0" lvl="2" algn="ctr" rtl="0">
              <a:spcBef>
                <a:spcPts val="1080"/>
              </a:spcBef>
              <a:spcAft>
                <a:spcPts val="0"/>
              </a:spcAft>
              <a:buClr>
                <a:schemeClr val="dk1"/>
              </a:buClr>
              <a:buSzPts val="1400"/>
              <a:buFont typeface="Times New Roman"/>
              <a:buNone/>
              <a:defRPr sz="5040" b="0" i="0" u="none" strike="noStrike" cap="none">
                <a:solidFill>
                  <a:schemeClr val="dk1"/>
                </a:solidFill>
                <a:latin typeface="Times New Roman"/>
                <a:ea typeface="Times New Roman"/>
                <a:cs typeface="Times New Roman"/>
                <a:sym typeface="Times New Roman"/>
              </a:defRPr>
            </a:lvl3pPr>
            <a:lvl4pPr marR="0" lvl="3" algn="ctr" rtl="0">
              <a:spcBef>
                <a:spcPts val="720"/>
              </a:spcBef>
              <a:spcAft>
                <a:spcPts val="0"/>
              </a:spcAft>
              <a:buClr>
                <a:schemeClr val="dk1"/>
              </a:buClr>
              <a:buSzPts val="1100"/>
              <a:buFont typeface="Times New Roman"/>
              <a:buNone/>
              <a:defRPr sz="3960" b="0" i="0" u="none" strike="noStrike" cap="none">
                <a:solidFill>
                  <a:schemeClr val="dk1"/>
                </a:solidFill>
                <a:latin typeface="Times New Roman"/>
                <a:ea typeface="Times New Roman"/>
                <a:cs typeface="Times New Roman"/>
                <a:sym typeface="Times New Roman"/>
              </a:defRPr>
            </a:lvl4pPr>
            <a:lvl5pPr marR="0" lvl="4" algn="ctr" rtl="0">
              <a:spcBef>
                <a:spcPts val="720"/>
              </a:spcBef>
              <a:spcAft>
                <a:spcPts val="0"/>
              </a:spcAft>
              <a:buClr>
                <a:schemeClr val="dk1"/>
              </a:buClr>
              <a:buSzPts val="1100"/>
              <a:buFont typeface="Times New Roman"/>
              <a:buNone/>
              <a:defRPr sz="3960" b="0" i="0" u="none" strike="noStrike" cap="none">
                <a:solidFill>
                  <a:schemeClr val="dk1"/>
                </a:solidFill>
                <a:latin typeface="Times New Roman"/>
                <a:ea typeface="Times New Roman"/>
                <a:cs typeface="Times New Roman"/>
                <a:sym typeface="Times New Roman"/>
              </a:defRPr>
            </a:lvl5pPr>
            <a:lvl6pPr marR="0" lvl="5" algn="ctr" rtl="0">
              <a:spcBef>
                <a:spcPts val="720"/>
              </a:spcBef>
              <a:spcAft>
                <a:spcPts val="0"/>
              </a:spcAft>
              <a:buClr>
                <a:schemeClr val="dk1"/>
              </a:buClr>
              <a:buSzPts val="1100"/>
              <a:buFont typeface="Times New Roman"/>
              <a:buNone/>
              <a:defRPr sz="3960" b="0" i="0" u="none" strike="noStrike" cap="none">
                <a:solidFill>
                  <a:schemeClr val="dk1"/>
                </a:solidFill>
                <a:latin typeface="Times New Roman"/>
                <a:ea typeface="Times New Roman"/>
                <a:cs typeface="Times New Roman"/>
                <a:sym typeface="Times New Roman"/>
              </a:defRPr>
            </a:lvl6pPr>
            <a:lvl7pPr marR="0" lvl="6" algn="ctr" rtl="0">
              <a:spcBef>
                <a:spcPts val="720"/>
              </a:spcBef>
              <a:spcAft>
                <a:spcPts val="0"/>
              </a:spcAft>
              <a:buClr>
                <a:schemeClr val="dk1"/>
              </a:buClr>
              <a:buSzPts val="1100"/>
              <a:buFont typeface="Times New Roman"/>
              <a:buNone/>
              <a:defRPr sz="3960" b="0" i="0" u="none" strike="noStrike" cap="none">
                <a:solidFill>
                  <a:schemeClr val="dk1"/>
                </a:solidFill>
                <a:latin typeface="Times New Roman"/>
                <a:ea typeface="Times New Roman"/>
                <a:cs typeface="Times New Roman"/>
                <a:sym typeface="Times New Roman"/>
              </a:defRPr>
            </a:lvl7pPr>
            <a:lvl8pPr marR="0" lvl="7" algn="ctr" rtl="0">
              <a:spcBef>
                <a:spcPts val="720"/>
              </a:spcBef>
              <a:spcAft>
                <a:spcPts val="0"/>
              </a:spcAft>
              <a:buClr>
                <a:schemeClr val="dk1"/>
              </a:buClr>
              <a:buSzPts val="1100"/>
              <a:buFont typeface="Times New Roman"/>
              <a:buNone/>
              <a:defRPr sz="3960" b="0" i="0" u="none" strike="noStrike" cap="none">
                <a:solidFill>
                  <a:schemeClr val="dk1"/>
                </a:solidFill>
                <a:latin typeface="Times New Roman"/>
                <a:ea typeface="Times New Roman"/>
                <a:cs typeface="Times New Roman"/>
                <a:sym typeface="Times New Roman"/>
              </a:defRPr>
            </a:lvl8pPr>
            <a:lvl9pPr marR="0" lvl="8" algn="ctr" rtl="0">
              <a:spcBef>
                <a:spcPts val="720"/>
              </a:spcBef>
              <a:spcAft>
                <a:spcPts val="0"/>
              </a:spcAft>
              <a:buClr>
                <a:schemeClr val="dk1"/>
              </a:buClr>
              <a:buSzPts val="1100"/>
              <a:buFont typeface="Times New Roman"/>
              <a:buNone/>
              <a:defRPr sz="396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9"/>
        <p:cNvGrpSpPr/>
        <p:nvPr/>
      </p:nvGrpSpPr>
      <p:grpSpPr>
        <a:xfrm>
          <a:off x="0" y="0"/>
          <a:ext cx="0" cy="0"/>
          <a:chOff x="0" y="0"/>
          <a:chExt cx="0" cy="0"/>
        </a:xfrm>
      </p:grpSpPr>
      <p:sp>
        <p:nvSpPr>
          <p:cNvPr id="60" name="Google Shape;60;p16"/>
          <p:cNvSpPr txBox="1">
            <a:spLocks noGrp="1"/>
          </p:cNvSpPr>
          <p:nvPr>
            <p:ph type="title"/>
          </p:nvPr>
        </p:nvSpPr>
        <p:spPr>
          <a:xfrm>
            <a:off x="1645713" y="878417"/>
            <a:ext cx="29626981" cy="3657600"/>
          </a:xfrm>
          <a:prstGeom prst="rect">
            <a:avLst/>
          </a:prstGeom>
          <a:noFill/>
          <a:ln>
            <a:noFill/>
          </a:ln>
        </p:spPr>
        <p:txBody>
          <a:bodyPr spcFirstLastPara="1" wrap="square" lIns="24075" tIns="12025" rIns="24075" bIns="12025" anchor="t" anchorCtr="0">
            <a:noAutofit/>
          </a:bodyPr>
          <a:lstStyle>
            <a:lvl1pPr marR="0" lvl="0"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9pPr>
          </a:lstStyle>
          <a:p>
            <a:endParaRPr/>
          </a:p>
        </p:txBody>
      </p:sp>
      <p:sp>
        <p:nvSpPr>
          <p:cNvPr id="61" name="Google Shape;61;p16"/>
          <p:cNvSpPr txBox="1">
            <a:spLocks noGrp="1"/>
          </p:cNvSpPr>
          <p:nvPr>
            <p:ph type="body" idx="1"/>
          </p:nvPr>
        </p:nvSpPr>
        <p:spPr>
          <a:xfrm>
            <a:off x="1645713" y="5120218"/>
            <a:ext cx="29626981" cy="14483294"/>
          </a:xfrm>
          <a:prstGeom prst="rect">
            <a:avLst/>
          </a:prstGeom>
          <a:noFill/>
          <a:ln>
            <a:noFill/>
          </a:ln>
        </p:spPr>
        <p:txBody>
          <a:bodyPr spcFirstLastPara="1" wrap="square" lIns="24075" tIns="12025" rIns="24075" bIns="12025" anchor="t" anchorCtr="0">
            <a:noAutofit/>
          </a:bodyPr>
          <a:lstStyle>
            <a:lvl1pPr marL="1645920" marR="0" lvl="0" indent="-1257300" algn="l" rtl="0">
              <a:spcBef>
                <a:spcPts val="1440"/>
              </a:spcBef>
              <a:spcAft>
                <a:spcPts val="0"/>
              </a:spcAft>
              <a:buClr>
                <a:schemeClr val="dk1"/>
              </a:buClr>
              <a:buSzPts val="1900"/>
              <a:buFont typeface="Times New Roman"/>
              <a:buChar char="•"/>
              <a:defRPr sz="6840" b="0" i="0" u="none" strike="noStrike" cap="none">
                <a:solidFill>
                  <a:schemeClr val="dk1"/>
                </a:solidFill>
                <a:latin typeface="Times New Roman"/>
                <a:ea typeface="Times New Roman"/>
                <a:cs typeface="Times New Roman"/>
                <a:sym typeface="Times New Roman"/>
              </a:defRPr>
            </a:lvl1pPr>
            <a:lvl2pPr marL="3291840" marR="0" lvl="1" indent="-1211580" algn="l" rtl="0">
              <a:spcBef>
                <a:spcPts val="1080"/>
              </a:spcBef>
              <a:spcAft>
                <a:spcPts val="0"/>
              </a:spcAft>
              <a:buClr>
                <a:schemeClr val="dk1"/>
              </a:buClr>
              <a:buSzPts val="1700"/>
              <a:buFont typeface="Times New Roman"/>
              <a:buChar char="–"/>
              <a:defRPr sz="6120" b="0" i="0" u="none" strike="noStrike" cap="none">
                <a:solidFill>
                  <a:schemeClr val="dk1"/>
                </a:solidFill>
                <a:latin typeface="Times New Roman"/>
                <a:ea typeface="Times New Roman"/>
                <a:cs typeface="Times New Roman"/>
                <a:sym typeface="Times New Roman"/>
              </a:defRPr>
            </a:lvl2pPr>
            <a:lvl3pPr marL="4937760" marR="0" lvl="2" indent="-1143000" algn="l" rtl="0">
              <a:spcBef>
                <a:spcPts val="1080"/>
              </a:spcBef>
              <a:spcAft>
                <a:spcPts val="0"/>
              </a:spcAft>
              <a:buClr>
                <a:schemeClr val="dk1"/>
              </a:buClr>
              <a:buSzPts val="1400"/>
              <a:buFont typeface="Times New Roman"/>
              <a:buChar char="•"/>
              <a:defRPr sz="5040" b="0" i="0" u="none" strike="noStrike" cap="none">
                <a:solidFill>
                  <a:schemeClr val="dk1"/>
                </a:solidFill>
                <a:latin typeface="Times New Roman"/>
                <a:ea typeface="Times New Roman"/>
                <a:cs typeface="Times New Roman"/>
                <a:sym typeface="Times New Roman"/>
              </a:defRPr>
            </a:lvl3pPr>
            <a:lvl4pPr marL="6583680" marR="0" lvl="3"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4pPr>
            <a:lvl5pPr marL="8229600" marR="0" lvl="4"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5pPr>
            <a:lvl6pPr marL="9875520" marR="0" lvl="5"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6pPr>
            <a:lvl7pPr marL="11521440" marR="0" lvl="6"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7pPr>
            <a:lvl8pPr marL="13167360" marR="0" lvl="7"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8pPr>
            <a:lvl9pPr marL="14813280" marR="0" lvl="8"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2"/>
        <p:cNvGrpSpPr/>
        <p:nvPr/>
      </p:nvGrpSpPr>
      <p:grpSpPr>
        <a:xfrm>
          <a:off x="0" y="0"/>
          <a:ext cx="0" cy="0"/>
          <a:chOff x="0" y="0"/>
          <a:chExt cx="0" cy="0"/>
        </a:xfrm>
      </p:grpSpPr>
      <p:sp>
        <p:nvSpPr>
          <p:cNvPr id="63" name="Google Shape;63;p17"/>
          <p:cNvSpPr txBox="1">
            <a:spLocks noGrp="1"/>
          </p:cNvSpPr>
          <p:nvPr>
            <p:ph type="title"/>
          </p:nvPr>
        </p:nvSpPr>
        <p:spPr>
          <a:xfrm>
            <a:off x="2600328" y="14102295"/>
            <a:ext cx="27980219" cy="4358217"/>
          </a:xfrm>
          <a:prstGeom prst="rect">
            <a:avLst/>
          </a:prstGeom>
          <a:noFill/>
          <a:ln>
            <a:noFill/>
          </a:ln>
        </p:spPr>
        <p:txBody>
          <a:bodyPr spcFirstLastPara="1" wrap="square" lIns="24075" tIns="12025" rIns="24075" bIns="12025" anchor="t" anchorCtr="0">
            <a:noAutofit/>
          </a:bodyPr>
          <a:lstStyle>
            <a:lvl1pPr marR="0" lvl="0" algn="l" rtl="0">
              <a:spcBef>
                <a:spcPts val="0"/>
              </a:spcBef>
              <a:spcAft>
                <a:spcPts val="0"/>
              </a:spcAft>
              <a:buSzPts val="400"/>
              <a:buNone/>
              <a:defRPr sz="2520" b="1"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9pPr>
          </a:lstStyle>
          <a:p>
            <a:endParaRPr/>
          </a:p>
        </p:txBody>
      </p:sp>
      <p:sp>
        <p:nvSpPr>
          <p:cNvPr id="64" name="Google Shape;64;p17"/>
          <p:cNvSpPr txBox="1">
            <a:spLocks noGrp="1"/>
          </p:cNvSpPr>
          <p:nvPr>
            <p:ph type="body" idx="1"/>
          </p:nvPr>
        </p:nvSpPr>
        <p:spPr>
          <a:xfrm>
            <a:off x="2600328" y="9301694"/>
            <a:ext cx="27980219" cy="4800602"/>
          </a:xfrm>
          <a:prstGeom prst="rect">
            <a:avLst/>
          </a:prstGeom>
          <a:noFill/>
          <a:ln>
            <a:noFill/>
          </a:ln>
        </p:spPr>
        <p:txBody>
          <a:bodyPr spcFirstLastPara="1" wrap="square" lIns="24075" tIns="12025" rIns="24075" bIns="12025" anchor="b" anchorCtr="0">
            <a:noAutofit/>
          </a:bodyPr>
          <a:lstStyle>
            <a:lvl1pPr marL="1645920" marR="0" lvl="0" indent="-822960" algn="l" rtl="0">
              <a:spcBef>
                <a:spcPts val="360"/>
              </a:spcBef>
              <a:spcAft>
                <a:spcPts val="0"/>
              </a:spcAft>
              <a:buClr>
                <a:schemeClr val="dk1"/>
              </a:buClr>
              <a:buSzPts val="400"/>
              <a:buFont typeface="Times New Roman"/>
              <a:buNone/>
              <a:defRPr sz="1440" b="0" i="0" u="none" strike="noStrike" cap="none">
                <a:solidFill>
                  <a:schemeClr val="dk1"/>
                </a:solidFill>
                <a:latin typeface="Times New Roman"/>
                <a:ea typeface="Times New Roman"/>
                <a:cs typeface="Times New Roman"/>
                <a:sym typeface="Times New Roman"/>
              </a:defRPr>
            </a:lvl1pPr>
            <a:lvl2pPr marL="3291840" marR="0" lvl="1" indent="-822960" algn="l" rtl="0">
              <a:spcBef>
                <a:spcPts val="360"/>
              </a:spcBef>
              <a:spcAft>
                <a:spcPts val="0"/>
              </a:spcAft>
              <a:buClr>
                <a:schemeClr val="dk1"/>
              </a:buClr>
              <a:buSzPts val="300"/>
              <a:buFont typeface="Times New Roman"/>
              <a:buNone/>
              <a:defRPr sz="1080" b="0" i="0" u="none" strike="noStrike" cap="none">
                <a:solidFill>
                  <a:schemeClr val="dk1"/>
                </a:solidFill>
                <a:latin typeface="Times New Roman"/>
                <a:ea typeface="Times New Roman"/>
                <a:cs typeface="Times New Roman"/>
                <a:sym typeface="Times New Roman"/>
              </a:defRPr>
            </a:lvl2pPr>
            <a:lvl3pPr marL="4937760" marR="0" lvl="2" indent="-822960" algn="l" rtl="0">
              <a:spcBef>
                <a:spcPts val="360"/>
              </a:spcBef>
              <a:spcAft>
                <a:spcPts val="0"/>
              </a:spcAft>
              <a:buClr>
                <a:schemeClr val="dk1"/>
              </a:buClr>
              <a:buSzPts val="300"/>
              <a:buFont typeface="Times New Roman"/>
              <a:buNone/>
              <a:defRPr sz="1080" b="0" i="0" u="none" strike="noStrike" cap="none">
                <a:solidFill>
                  <a:schemeClr val="dk1"/>
                </a:solidFill>
                <a:latin typeface="Times New Roman"/>
                <a:ea typeface="Times New Roman"/>
                <a:cs typeface="Times New Roman"/>
                <a:sym typeface="Times New Roman"/>
              </a:defRPr>
            </a:lvl3pPr>
            <a:lvl4pPr marL="6583680" marR="0" lvl="3"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4pPr>
            <a:lvl5pPr marL="8229600" marR="0" lvl="4"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5pPr>
            <a:lvl6pPr marL="9875520" marR="0" lvl="5"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6pPr>
            <a:lvl7pPr marL="11521440" marR="0" lvl="6"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7pPr>
            <a:lvl8pPr marL="13167360" marR="0" lvl="7"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8pPr>
            <a:lvl9pPr marL="14813280" marR="0" lvl="8"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5"/>
        <p:cNvGrpSpPr/>
        <p:nvPr/>
      </p:nvGrpSpPr>
      <p:grpSpPr>
        <a:xfrm>
          <a:off x="0" y="0"/>
          <a:ext cx="0" cy="0"/>
          <a:chOff x="0" y="0"/>
          <a:chExt cx="0" cy="0"/>
        </a:xfrm>
      </p:grpSpPr>
      <p:sp>
        <p:nvSpPr>
          <p:cNvPr id="66" name="Google Shape;66;p18"/>
          <p:cNvSpPr txBox="1">
            <a:spLocks noGrp="1"/>
          </p:cNvSpPr>
          <p:nvPr>
            <p:ph type="title"/>
          </p:nvPr>
        </p:nvSpPr>
        <p:spPr>
          <a:xfrm>
            <a:off x="1645713" y="878417"/>
            <a:ext cx="29626981" cy="3657600"/>
          </a:xfrm>
          <a:prstGeom prst="rect">
            <a:avLst/>
          </a:prstGeom>
          <a:noFill/>
          <a:ln>
            <a:noFill/>
          </a:ln>
        </p:spPr>
        <p:txBody>
          <a:bodyPr spcFirstLastPara="1" wrap="square" lIns="24075" tIns="12025" rIns="24075" bIns="12025" anchor="t" anchorCtr="0">
            <a:noAutofit/>
          </a:bodyPr>
          <a:lstStyle>
            <a:lvl1pPr marR="0" lvl="0"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9pPr>
          </a:lstStyle>
          <a:p>
            <a:endParaRPr/>
          </a:p>
        </p:txBody>
      </p:sp>
      <p:sp>
        <p:nvSpPr>
          <p:cNvPr id="67" name="Google Shape;67;p18"/>
          <p:cNvSpPr txBox="1">
            <a:spLocks noGrp="1"/>
          </p:cNvSpPr>
          <p:nvPr>
            <p:ph type="body" idx="1"/>
          </p:nvPr>
        </p:nvSpPr>
        <p:spPr>
          <a:xfrm>
            <a:off x="1645708" y="5120218"/>
            <a:ext cx="14762693" cy="14483294"/>
          </a:xfrm>
          <a:prstGeom prst="rect">
            <a:avLst/>
          </a:prstGeom>
          <a:noFill/>
          <a:ln>
            <a:noFill/>
          </a:ln>
        </p:spPr>
        <p:txBody>
          <a:bodyPr spcFirstLastPara="1" wrap="square" lIns="24075" tIns="12025" rIns="24075" bIns="12025" anchor="t" anchorCtr="0">
            <a:noAutofit/>
          </a:bodyPr>
          <a:lstStyle>
            <a:lvl1pPr marL="1645920" marR="0" lvl="0" indent="-937260" algn="l" rtl="0">
              <a:spcBef>
                <a:spcPts val="360"/>
              </a:spcBef>
              <a:spcAft>
                <a:spcPts val="0"/>
              </a:spcAft>
              <a:buClr>
                <a:schemeClr val="dk1"/>
              </a:buClr>
              <a:buSzPts val="500"/>
              <a:buFont typeface="Times New Roman"/>
              <a:buChar char="•"/>
              <a:defRPr sz="1800" b="0" i="0" u="none" strike="noStrike" cap="none">
                <a:solidFill>
                  <a:schemeClr val="dk1"/>
                </a:solidFill>
                <a:latin typeface="Times New Roman"/>
                <a:ea typeface="Times New Roman"/>
                <a:cs typeface="Times New Roman"/>
                <a:sym typeface="Times New Roman"/>
              </a:defRPr>
            </a:lvl1pPr>
            <a:lvl2pPr marL="3291840" marR="0" lvl="1"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2pPr>
            <a:lvl3pPr marL="4937760" marR="0" lvl="2"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3pPr>
            <a:lvl4pPr marL="6583680" marR="0" lvl="3"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4pPr>
            <a:lvl5pPr marL="8229600" marR="0" lvl="4"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5pPr>
            <a:lvl6pPr marL="9875520" marR="0" lvl="5"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6pPr>
            <a:lvl7pPr marL="11521440" marR="0" lvl="6"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7pPr>
            <a:lvl8pPr marL="13167360" marR="0" lvl="7"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8pPr>
            <a:lvl9pPr marL="14813280" marR="0" lvl="8"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9pPr>
          </a:lstStyle>
          <a:p>
            <a:endParaRPr/>
          </a:p>
        </p:txBody>
      </p:sp>
      <p:sp>
        <p:nvSpPr>
          <p:cNvPr id="68" name="Google Shape;68;p18"/>
          <p:cNvSpPr txBox="1">
            <a:spLocks noGrp="1"/>
          </p:cNvSpPr>
          <p:nvPr>
            <p:ph type="body" idx="2"/>
          </p:nvPr>
        </p:nvSpPr>
        <p:spPr>
          <a:xfrm>
            <a:off x="16510003" y="5120218"/>
            <a:ext cx="14762693" cy="14483294"/>
          </a:xfrm>
          <a:prstGeom prst="rect">
            <a:avLst/>
          </a:prstGeom>
          <a:noFill/>
          <a:ln>
            <a:noFill/>
          </a:ln>
        </p:spPr>
        <p:txBody>
          <a:bodyPr spcFirstLastPara="1" wrap="square" lIns="24075" tIns="12025" rIns="24075" bIns="12025" anchor="t" anchorCtr="0">
            <a:noAutofit/>
          </a:bodyPr>
          <a:lstStyle>
            <a:lvl1pPr marL="1645920" marR="0" lvl="0" indent="-937260" algn="l" rtl="0">
              <a:spcBef>
                <a:spcPts val="360"/>
              </a:spcBef>
              <a:spcAft>
                <a:spcPts val="0"/>
              </a:spcAft>
              <a:buClr>
                <a:schemeClr val="dk1"/>
              </a:buClr>
              <a:buSzPts val="500"/>
              <a:buFont typeface="Times New Roman"/>
              <a:buChar char="•"/>
              <a:defRPr sz="1800" b="0" i="0" u="none" strike="noStrike" cap="none">
                <a:solidFill>
                  <a:schemeClr val="dk1"/>
                </a:solidFill>
                <a:latin typeface="Times New Roman"/>
                <a:ea typeface="Times New Roman"/>
                <a:cs typeface="Times New Roman"/>
                <a:sym typeface="Times New Roman"/>
              </a:defRPr>
            </a:lvl1pPr>
            <a:lvl2pPr marL="3291840" marR="0" lvl="1"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2pPr>
            <a:lvl3pPr marL="4937760" marR="0" lvl="2"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3pPr>
            <a:lvl4pPr marL="6583680" marR="0" lvl="3"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4pPr>
            <a:lvl5pPr marL="8229600" marR="0" lvl="4"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5pPr>
            <a:lvl6pPr marL="9875520" marR="0" lvl="5"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6pPr>
            <a:lvl7pPr marL="11521440" marR="0" lvl="6"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7pPr>
            <a:lvl8pPr marL="13167360" marR="0" lvl="7"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8pPr>
            <a:lvl9pPr marL="14813280" marR="0" lvl="8"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1645713" y="878417"/>
            <a:ext cx="29626981" cy="3657600"/>
          </a:xfrm>
          <a:prstGeom prst="rect">
            <a:avLst/>
          </a:prstGeom>
          <a:noFill/>
          <a:ln>
            <a:noFill/>
          </a:ln>
        </p:spPr>
        <p:txBody>
          <a:bodyPr spcFirstLastPara="1" wrap="square" lIns="24075" tIns="12025" rIns="24075" bIns="12025" anchor="t" anchorCtr="0">
            <a:noAutofit/>
          </a:bodyPr>
          <a:lstStyle>
            <a:lvl1pPr marR="0" lvl="0"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9pPr>
          </a:lstStyle>
          <a:p>
            <a:endParaRPr/>
          </a:p>
        </p:txBody>
      </p:sp>
      <p:sp>
        <p:nvSpPr>
          <p:cNvPr id="71" name="Google Shape;71;p19"/>
          <p:cNvSpPr txBox="1">
            <a:spLocks noGrp="1"/>
          </p:cNvSpPr>
          <p:nvPr>
            <p:ph type="body" idx="1"/>
          </p:nvPr>
        </p:nvSpPr>
        <p:spPr>
          <a:xfrm>
            <a:off x="1645707" y="4912787"/>
            <a:ext cx="14544677" cy="2046818"/>
          </a:xfrm>
          <a:prstGeom prst="rect">
            <a:avLst/>
          </a:prstGeom>
          <a:noFill/>
          <a:ln>
            <a:noFill/>
          </a:ln>
        </p:spPr>
        <p:txBody>
          <a:bodyPr spcFirstLastPara="1" wrap="square" lIns="24075" tIns="12025" rIns="24075" bIns="12025" anchor="b" anchorCtr="0">
            <a:noAutofit/>
          </a:bodyPr>
          <a:lstStyle>
            <a:lvl1pPr marL="1645920" marR="0" lvl="0" indent="-822960" algn="l" rtl="0">
              <a:spcBef>
                <a:spcPts val="360"/>
              </a:spcBef>
              <a:spcAft>
                <a:spcPts val="0"/>
              </a:spcAft>
              <a:buClr>
                <a:schemeClr val="dk1"/>
              </a:buClr>
              <a:buSzPts val="400"/>
              <a:buFont typeface="Times New Roman"/>
              <a:buNone/>
              <a:defRPr sz="1440" b="1" i="0" u="none" strike="noStrike" cap="none">
                <a:solidFill>
                  <a:schemeClr val="dk1"/>
                </a:solidFill>
                <a:latin typeface="Times New Roman"/>
                <a:ea typeface="Times New Roman"/>
                <a:cs typeface="Times New Roman"/>
                <a:sym typeface="Times New Roman"/>
              </a:defRPr>
            </a:lvl1pPr>
            <a:lvl2pPr marL="3291840" marR="0" lvl="1" indent="-822960" algn="l" rtl="0">
              <a:spcBef>
                <a:spcPts val="360"/>
              </a:spcBef>
              <a:spcAft>
                <a:spcPts val="0"/>
              </a:spcAft>
              <a:buClr>
                <a:schemeClr val="dk1"/>
              </a:buClr>
              <a:buSzPts val="400"/>
              <a:buFont typeface="Times New Roman"/>
              <a:buNone/>
              <a:defRPr sz="1440" b="1" i="0" u="none" strike="noStrike" cap="none">
                <a:solidFill>
                  <a:schemeClr val="dk1"/>
                </a:solidFill>
                <a:latin typeface="Times New Roman"/>
                <a:ea typeface="Times New Roman"/>
                <a:cs typeface="Times New Roman"/>
                <a:sym typeface="Times New Roman"/>
              </a:defRPr>
            </a:lvl2pPr>
            <a:lvl3pPr marL="4937760" marR="0" lvl="2" indent="-822960" algn="l" rtl="0">
              <a:spcBef>
                <a:spcPts val="360"/>
              </a:spcBef>
              <a:spcAft>
                <a:spcPts val="0"/>
              </a:spcAft>
              <a:buClr>
                <a:schemeClr val="dk1"/>
              </a:buClr>
              <a:buSzPts val="300"/>
              <a:buFont typeface="Times New Roman"/>
              <a:buNone/>
              <a:defRPr sz="1080" b="1" i="0" u="none" strike="noStrike" cap="none">
                <a:solidFill>
                  <a:schemeClr val="dk1"/>
                </a:solidFill>
                <a:latin typeface="Times New Roman"/>
                <a:ea typeface="Times New Roman"/>
                <a:cs typeface="Times New Roman"/>
                <a:sym typeface="Times New Roman"/>
              </a:defRPr>
            </a:lvl3pPr>
            <a:lvl4pPr marL="6583680" marR="0" lvl="3" indent="-822960" algn="l" rtl="0">
              <a:spcBef>
                <a:spcPts val="360"/>
              </a:spcBef>
              <a:spcAft>
                <a:spcPts val="0"/>
              </a:spcAft>
              <a:buClr>
                <a:schemeClr val="dk1"/>
              </a:buClr>
              <a:buSzPts val="300"/>
              <a:buFont typeface="Times New Roman"/>
              <a:buNone/>
              <a:defRPr sz="1080" b="1" i="0" u="none" strike="noStrike" cap="none">
                <a:solidFill>
                  <a:schemeClr val="dk1"/>
                </a:solidFill>
                <a:latin typeface="Times New Roman"/>
                <a:ea typeface="Times New Roman"/>
                <a:cs typeface="Times New Roman"/>
                <a:sym typeface="Times New Roman"/>
              </a:defRPr>
            </a:lvl4pPr>
            <a:lvl5pPr marL="8229600" marR="0" lvl="4" indent="-822960" algn="l" rtl="0">
              <a:spcBef>
                <a:spcPts val="360"/>
              </a:spcBef>
              <a:spcAft>
                <a:spcPts val="0"/>
              </a:spcAft>
              <a:buClr>
                <a:schemeClr val="dk1"/>
              </a:buClr>
              <a:buSzPts val="300"/>
              <a:buFont typeface="Times New Roman"/>
              <a:buNone/>
              <a:defRPr sz="1080" b="1" i="0" u="none" strike="noStrike" cap="none">
                <a:solidFill>
                  <a:schemeClr val="dk1"/>
                </a:solidFill>
                <a:latin typeface="Times New Roman"/>
                <a:ea typeface="Times New Roman"/>
                <a:cs typeface="Times New Roman"/>
                <a:sym typeface="Times New Roman"/>
              </a:defRPr>
            </a:lvl5pPr>
            <a:lvl6pPr marL="9875520" marR="0" lvl="5" indent="-822960" algn="l" rtl="0">
              <a:spcBef>
                <a:spcPts val="360"/>
              </a:spcBef>
              <a:spcAft>
                <a:spcPts val="0"/>
              </a:spcAft>
              <a:buClr>
                <a:schemeClr val="dk1"/>
              </a:buClr>
              <a:buSzPts val="300"/>
              <a:buFont typeface="Times New Roman"/>
              <a:buNone/>
              <a:defRPr sz="1080" b="1" i="0" u="none" strike="noStrike" cap="none">
                <a:solidFill>
                  <a:schemeClr val="dk1"/>
                </a:solidFill>
                <a:latin typeface="Times New Roman"/>
                <a:ea typeface="Times New Roman"/>
                <a:cs typeface="Times New Roman"/>
                <a:sym typeface="Times New Roman"/>
              </a:defRPr>
            </a:lvl6pPr>
            <a:lvl7pPr marL="11521440" marR="0" lvl="6" indent="-822960" algn="l" rtl="0">
              <a:spcBef>
                <a:spcPts val="360"/>
              </a:spcBef>
              <a:spcAft>
                <a:spcPts val="0"/>
              </a:spcAft>
              <a:buClr>
                <a:schemeClr val="dk1"/>
              </a:buClr>
              <a:buSzPts val="300"/>
              <a:buFont typeface="Times New Roman"/>
              <a:buNone/>
              <a:defRPr sz="1080" b="1" i="0" u="none" strike="noStrike" cap="none">
                <a:solidFill>
                  <a:schemeClr val="dk1"/>
                </a:solidFill>
                <a:latin typeface="Times New Roman"/>
                <a:ea typeface="Times New Roman"/>
                <a:cs typeface="Times New Roman"/>
                <a:sym typeface="Times New Roman"/>
              </a:defRPr>
            </a:lvl7pPr>
            <a:lvl8pPr marL="13167360" marR="0" lvl="7" indent="-822960" algn="l" rtl="0">
              <a:spcBef>
                <a:spcPts val="360"/>
              </a:spcBef>
              <a:spcAft>
                <a:spcPts val="0"/>
              </a:spcAft>
              <a:buClr>
                <a:schemeClr val="dk1"/>
              </a:buClr>
              <a:buSzPts val="300"/>
              <a:buFont typeface="Times New Roman"/>
              <a:buNone/>
              <a:defRPr sz="1080" b="1" i="0" u="none" strike="noStrike" cap="none">
                <a:solidFill>
                  <a:schemeClr val="dk1"/>
                </a:solidFill>
                <a:latin typeface="Times New Roman"/>
                <a:ea typeface="Times New Roman"/>
                <a:cs typeface="Times New Roman"/>
                <a:sym typeface="Times New Roman"/>
              </a:defRPr>
            </a:lvl8pPr>
            <a:lvl9pPr marL="14813280" marR="0" lvl="8" indent="-822960" algn="l" rtl="0">
              <a:spcBef>
                <a:spcPts val="360"/>
              </a:spcBef>
              <a:spcAft>
                <a:spcPts val="0"/>
              </a:spcAft>
              <a:buClr>
                <a:schemeClr val="dk1"/>
              </a:buClr>
              <a:buSzPts val="300"/>
              <a:buFont typeface="Times New Roman"/>
              <a:buNone/>
              <a:defRPr sz="1080" b="1" i="0" u="none" strike="noStrike" cap="none">
                <a:solidFill>
                  <a:schemeClr val="dk1"/>
                </a:solidFill>
                <a:latin typeface="Times New Roman"/>
                <a:ea typeface="Times New Roman"/>
                <a:cs typeface="Times New Roman"/>
                <a:sym typeface="Times New Roman"/>
              </a:defRPr>
            </a:lvl9pPr>
          </a:lstStyle>
          <a:p>
            <a:endParaRPr/>
          </a:p>
        </p:txBody>
      </p:sp>
      <p:sp>
        <p:nvSpPr>
          <p:cNvPr id="72" name="Google Shape;72;p19"/>
          <p:cNvSpPr txBox="1">
            <a:spLocks noGrp="1"/>
          </p:cNvSpPr>
          <p:nvPr>
            <p:ph type="body" idx="2"/>
          </p:nvPr>
        </p:nvSpPr>
        <p:spPr>
          <a:xfrm>
            <a:off x="1645707" y="6959599"/>
            <a:ext cx="14544677" cy="12643908"/>
          </a:xfrm>
          <a:prstGeom prst="rect">
            <a:avLst/>
          </a:prstGeom>
          <a:noFill/>
          <a:ln>
            <a:noFill/>
          </a:ln>
        </p:spPr>
        <p:txBody>
          <a:bodyPr spcFirstLastPara="1" wrap="square" lIns="24075" tIns="12025" rIns="24075" bIns="12025" anchor="t" anchorCtr="0">
            <a:noAutofit/>
          </a:bodyPr>
          <a:lstStyle>
            <a:lvl1pPr marL="1645920" marR="0" lvl="0"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1pPr>
            <a:lvl2pPr marL="3291840" marR="0" lvl="1"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2pPr>
            <a:lvl3pPr marL="4937760" marR="0" lvl="2"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3pPr>
            <a:lvl4pPr marL="6583680" marR="0" lvl="3"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4pPr>
            <a:lvl5pPr marL="8229600" marR="0" lvl="4"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5pPr>
            <a:lvl6pPr marL="9875520" marR="0" lvl="5"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6pPr>
            <a:lvl7pPr marL="11521440" marR="0" lvl="6"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7pPr>
            <a:lvl8pPr marL="13167360" marR="0" lvl="7"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8pPr>
            <a:lvl9pPr marL="14813280" marR="0" lvl="8"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9pPr>
          </a:lstStyle>
          <a:p>
            <a:endParaRPr/>
          </a:p>
        </p:txBody>
      </p:sp>
      <p:sp>
        <p:nvSpPr>
          <p:cNvPr id="73" name="Google Shape;73;p19"/>
          <p:cNvSpPr txBox="1">
            <a:spLocks noGrp="1"/>
          </p:cNvSpPr>
          <p:nvPr>
            <p:ph type="body" idx="3"/>
          </p:nvPr>
        </p:nvSpPr>
        <p:spPr>
          <a:xfrm>
            <a:off x="16721665" y="4912787"/>
            <a:ext cx="14551027" cy="2046818"/>
          </a:xfrm>
          <a:prstGeom prst="rect">
            <a:avLst/>
          </a:prstGeom>
          <a:noFill/>
          <a:ln>
            <a:noFill/>
          </a:ln>
        </p:spPr>
        <p:txBody>
          <a:bodyPr spcFirstLastPara="1" wrap="square" lIns="24075" tIns="12025" rIns="24075" bIns="12025" anchor="b" anchorCtr="0">
            <a:noAutofit/>
          </a:bodyPr>
          <a:lstStyle>
            <a:lvl1pPr marL="1645920" marR="0" lvl="0" indent="-822960" algn="l" rtl="0">
              <a:spcBef>
                <a:spcPts val="360"/>
              </a:spcBef>
              <a:spcAft>
                <a:spcPts val="0"/>
              </a:spcAft>
              <a:buClr>
                <a:schemeClr val="dk1"/>
              </a:buClr>
              <a:buSzPts val="400"/>
              <a:buFont typeface="Times New Roman"/>
              <a:buNone/>
              <a:defRPr sz="1440" b="1" i="0" u="none" strike="noStrike" cap="none">
                <a:solidFill>
                  <a:schemeClr val="dk1"/>
                </a:solidFill>
                <a:latin typeface="Times New Roman"/>
                <a:ea typeface="Times New Roman"/>
                <a:cs typeface="Times New Roman"/>
                <a:sym typeface="Times New Roman"/>
              </a:defRPr>
            </a:lvl1pPr>
            <a:lvl2pPr marL="3291840" marR="0" lvl="1" indent="-822960" algn="l" rtl="0">
              <a:spcBef>
                <a:spcPts val="360"/>
              </a:spcBef>
              <a:spcAft>
                <a:spcPts val="0"/>
              </a:spcAft>
              <a:buClr>
                <a:schemeClr val="dk1"/>
              </a:buClr>
              <a:buSzPts val="400"/>
              <a:buFont typeface="Times New Roman"/>
              <a:buNone/>
              <a:defRPr sz="1440" b="1" i="0" u="none" strike="noStrike" cap="none">
                <a:solidFill>
                  <a:schemeClr val="dk1"/>
                </a:solidFill>
                <a:latin typeface="Times New Roman"/>
                <a:ea typeface="Times New Roman"/>
                <a:cs typeface="Times New Roman"/>
                <a:sym typeface="Times New Roman"/>
              </a:defRPr>
            </a:lvl2pPr>
            <a:lvl3pPr marL="4937760" marR="0" lvl="2" indent="-822960" algn="l" rtl="0">
              <a:spcBef>
                <a:spcPts val="360"/>
              </a:spcBef>
              <a:spcAft>
                <a:spcPts val="0"/>
              </a:spcAft>
              <a:buClr>
                <a:schemeClr val="dk1"/>
              </a:buClr>
              <a:buSzPts val="300"/>
              <a:buFont typeface="Times New Roman"/>
              <a:buNone/>
              <a:defRPr sz="1080" b="1" i="0" u="none" strike="noStrike" cap="none">
                <a:solidFill>
                  <a:schemeClr val="dk1"/>
                </a:solidFill>
                <a:latin typeface="Times New Roman"/>
                <a:ea typeface="Times New Roman"/>
                <a:cs typeface="Times New Roman"/>
                <a:sym typeface="Times New Roman"/>
              </a:defRPr>
            </a:lvl3pPr>
            <a:lvl4pPr marL="6583680" marR="0" lvl="3" indent="-822960" algn="l" rtl="0">
              <a:spcBef>
                <a:spcPts val="360"/>
              </a:spcBef>
              <a:spcAft>
                <a:spcPts val="0"/>
              </a:spcAft>
              <a:buClr>
                <a:schemeClr val="dk1"/>
              </a:buClr>
              <a:buSzPts val="300"/>
              <a:buFont typeface="Times New Roman"/>
              <a:buNone/>
              <a:defRPr sz="1080" b="1" i="0" u="none" strike="noStrike" cap="none">
                <a:solidFill>
                  <a:schemeClr val="dk1"/>
                </a:solidFill>
                <a:latin typeface="Times New Roman"/>
                <a:ea typeface="Times New Roman"/>
                <a:cs typeface="Times New Roman"/>
                <a:sym typeface="Times New Roman"/>
              </a:defRPr>
            </a:lvl4pPr>
            <a:lvl5pPr marL="8229600" marR="0" lvl="4" indent="-822960" algn="l" rtl="0">
              <a:spcBef>
                <a:spcPts val="360"/>
              </a:spcBef>
              <a:spcAft>
                <a:spcPts val="0"/>
              </a:spcAft>
              <a:buClr>
                <a:schemeClr val="dk1"/>
              </a:buClr>
              <a:buSzPts val="300"/>
              <a:buFont typeface="Times New Roman"/>
              <a:buNone/>
              <a:defRPr sz="1080" b="1" i="0" u="none" strike="noStrike" cap="none">
                <a:solidFill>
                  <a:schemeClr val="dk1"/>
                </a:solidFill>
                <a:latin typeface="Times New Roman"/>
                <a:ea typeface="Times New Roman"/>
                <a:cs typeface="Times New Roman"/>
                <a:sym typeface="Times New Roman"/>
              </a:defRPr>
            </a:lvl5pPr>
            <a:lvl6pPr marL="9875520" marR="0" lvl="5" indent="-822960" algn="l" rtl="0">
              <a:spcBef>
                <a:spcPts val="360"/>
              </a:spcBef>
              <a:spcAft>
                <a:spcPts val="0"/>
              </a:spcAft>
              <a:buClr>
                <a:schemeClr val="dk1"/>
              </a:buClr>
              <a:buSzPts val="300"/>
              <a:buFont typeface="Times New Roman"/>
              <a:buNone/>
              <a:defRPr sz="1080" b="1" i="0" u="none" strike="noStrike" cap="none">
                <a:solidFill>
                  <a:schemeClr val="dk1"/>
                </a:solidFill>
                <a:latin typeface="Times New Roman"/>
                <a:ea typeface="Times New Roman"/>
                <a:cs typeface="Times New Roman"/>
                <a:sym typeface="Times New Roman"/>
              </a:defRPr>
            </a:lvl6pPr>
            <a:lvl7pPr marL="11521440" marR="0" lvl="6" indent="-822960" algn="l" rtl="0">
              <a:spcBef>
                <a:spcPts val="360"/>
              </a:spcBef>
              <a:spcAft>
                <a:spcPts val="0"/>
              </a:spcAft>
              <a:buClr>
                <a:schemeClr val="dk1"/>
              </a:buClr>
              <a:buSzPts val="300"/>
              <a:buFont typeface="Times New Roman"/>
              <a:buNone/>
              <a:defRPr sz="1080" b="1" i="0" u="none" strike="noStrike" cap="none">
                <a:solidFill>
                  <a:schemeClr val="dk1"/>
                </a:solidFill>
                <a:latin typeface="Times New Roman"/>
                <a:ea typeface="Times New Roman"/>
                <a:cs typeface="Times New Roman"/>
                <a:sym typeface="Times New Roman"/>
              </a:defRPr>
            </a:lvl7pPr>
            <a:lvl8pPr marL="13167360" marR="0" lvl="7" indent="-822960" algn="l" rtl="0">
              <a:spcBef>
                <a:spcPts val="360"/>
              </a:spcBef>
              <a:spcAft>
                <a:spcPts val="0"/>
              </a:spcAft>
              <a:buClr>
                <a:schemeClr val="dk1"/>
              </a:buClr>
              <a:buSzPts val="300"/>
              <a:buFont typeface="Times New Roman"/>
              <a:buNone/>
              <a:defRPr sz="1080" b="1" i="0" u="none" strike="noStrike" cap="none">
                <a:solidFill>
                  <a:schemeClr val="dk1"/>
                </a:solidFill>
                <a:latin typeface="Times New Roman"/>
                <a:ea typeface="Times New Roman"/>
                <a:cs typeface="Times New Roman"/>
                <a:sym typeface="Times New Roman"/>
              </a:defRPr>
            </a:lvl8pPr>
            <a:lvl9pPr marL="14813280" marR="0" lvl="8" indent="-822960" algn="l" rtl="0">
              <a:spcBef>
                <a:spcPts val="360"/>
              </a:spcBef>
              <a:spcAft>
                <a:spcPts val="0"/>
              </a:spcAft>
              <a:buClr>
                <a:schemeClr val="dk1"/>
              </a:buClr>
              <a:buSzPts val="300"/>
              <a:buFont typeface="Times New Roman"/>
              <a:buNone/>
              <a:defRPr sz="1080" b="1" i="0" u="none" strike="noStrike" cap="none">
                <a:solidFill>
                  <a:schemeClr val="dk1"/>
                </a:solidFill>
                <a:latin typeface="Times New Roman"/>
                <a:ea typeface="Times New Roman"/>
                <a:cs typeface="Times New Roman"/>
                <a:sym typeface="Times New Roman"/>
              </a:defRPr>
            </a:lvl9pPr>
          </a:lstStyle>
          <a:p>
            <a:endParaRPr/>
          </a:p>
        </p:txBody>
      </p:sp>
      <p:sp>
        <p:nvSpPr>
          <p:cNvPr id="74" name="Google Shape;74;p19"/>
          <p:cNvSpPr txBox="1">
            <a:spLocks noGrp="1"/>
          </p:cNvSpPr>
          <p:nvPr>
            <p:ph type="body" idx="4"/>
          </p:nvPr>
        </p:nvSpPr>
        <p:spPr>
          <a:xfrm>
            <a:off x="16721665" y="6959599"/>
            <a:ext cx="14551027" cy="12643908"/>
          </a:xfrm>
          <a:prstGeom prst="rect">
            <a:avLst/>
          </a:prstGeom>
          <a:noFill/>
          <a:ln>
            <a:noFill/>
          </a:ln>
        </p:spPr>
        <p:txBody>
          <a:bodyPr spcFirstLastPara="1" wrap="square" lIns="24075" tIns="12025" rIns="24075" bIns="12025" anchor="t" anchorCtr="0">
            <a:noAutofit/>
          </a:bodyPr>
          <a:lstStyle>
            <a:lvl1pPr marL="1645920" marR="0" lvl="0"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1pPr>
            <a:lvl2pPr marL="3291840" marR="0" lvl="1"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2pPr>
            <a:lvl3pPr marL="4937760" marR="0" lvl="2"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3pPr>
            <a:lvl4pPr marL="6583680" marR="0" lvl="3"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4pPr>
            <a:lvl5pPr marL="8229600" marR="0" lvl="4"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5pPr>
            <a:lvl6pPr marL="9875520" marR="0" lvl="5"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6pPr>
            <a:lvl7pPr marL="11521440" marR="0" lvl="6"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7pPr>
            <a:lvl8pPr marL="13167360" marR="0" lvl="7"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8pPr>
            <a:lvl9pPr marL="14813280" marR="0" lvl="8" indent="-891540" algn="l" rtl="0">
              <a:spcBef>
                <a:spcPts val="360"/>
              </a:spcBef>
              <a:spcAft>
                <a:spcPts val="0"/>
              </a:spcAft>
              <a:buClr>
                <a:schemeClr val="dk1"/>
              </a:buClr>
              <a:buSzPts val="300"/>
              <a:buFont typeface="Times New Roman"/>
              <a:buChar char="»"/>
              <a:defRPr sz="108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20"/>
          <p:cNvSpPr txBox="1">
            <a:spLocks noGrp="1"/>
          </p:cNvSpPr>
          <p:nvPr>
            <p:ph type="title"/>
          </p:nvPr>
        </p:nvSpPr>
        <p:spPr>
          <a:xfrm>
            <a:off x="1645713" y="878417"/>
            <a:ext cx="29626981" cy="3657600"/>
          </a:xfrm>
          <a:prstGeom prst="rect">
            <a:avLst/>
          </a:prstGeom>
          <a:noFill/>
          <a:ln>
            <a:noFill/>
          </a:ln>
        </p:spPr>
        <p:txBody>
          <a:bodyPr spcFirstLastPara="1" wrap="square" lIns="24075" tIns="12025" rIns="24075" bIns="12025" anchor="t" anchorCtr="0">
            <a:noAutofit/>
          </a:bodyPr>
          <a:lstStyle>
            <a:lvl1pPr marR="0" lvl="0"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7"/>
        <p:cNvGrpSpPr/>
        <p:nvPr/>
      </p:nvGrpSpPr>
      <p:grpSpPr>
        <a:xfrm>
          <a:off x="0" y="0"/>
          <a:ext cx="0" cy="0"/>
          <a:chOff x="0" y="0"/>
          <a:chExt cx="0" cy="0"/>
        </a:xfrm>
      </p:grpSpPr>
      <p:sp>
        <p:nvSpPr>
          <p:cNvPr id="78" name="Google Shape;78;p21"/>
          <p:cNvSpPr txBox="1">
            <a:spLocks noGrp="1"/>
          </p:cNvSpPr>
          <p:nvPr>
            <p:ph type="title"/>
          </p:nvPr>
        </p:nvSpPr>
        <p:spPr>
          <a:xfrm>
            <a:off x="1645709" y="874187"/>
            <a:ext cx="10829927" cy="3717926"/>
          </a:xfrm>
          <a:prstGeom prst="rect">
            <a:avLst/>
          </a:prstGeom>
          <a:noFill/>
          <a:ln>
            <a:noFill/>
          </a:ln>
        </p:spPr>
        <p:txBody>
          <a:bodyPr spcFirstLastPara="1" wrap="square" lIns="24075" tIns="12025" rIns="24075" bIns="12025" anchor="b" anchorCtr="0">
            <a:noAutofit/>
          </a:bodyPr>
          <a:lstStyle>
            <a:lvl1pPr marR="0" lvl="0" algn="l" rtl="0">
              <a:spcBef>
                <a:spcPts val="0"/>
              </a:spcBef>
              <a:spcAft>
                <a:spcPts val="0"/>
              </a:spcAft>
              <a:buSzPts val="400"/>
              <a:buNone/>
              <a:defRPr sz="1440" b="1"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9pPr>
          </a:lstStyle>
          <a:p>
            <a:endParaRPr/>
          </a:p>
        </p:txBody>
      </p:sp>
      <p:sp>
        <p:nvSpPr>
          <p:cNvPr id="79" name="Google Shape;79;p21"/>
          <p:cNvSpPr txBox="1">
            <a:spLocks noGrp="1"/>
          </p:cNvSpPr>
          <p:nvPr>
            <p:ph type="body" idx="1"/>
          </p:nvPr>
        </p:nvSpPr>
        <p:spPr>
          <a:xfrm>
            <a:off x="12870392" y="874184"/>
            <a:ext cx="18402300" cy="18729327"/>
          </a:xfrm>
          <a:prstGeom prst="rect">
            <a:avLst/>
          </a:prstGeom>
          <a:noFill/>
          <a:ln>
            <a:noFill/>
          </a:ln>
        </p:spPr>
        <p:txBody>
          <a:bodyPr spcFirstLastPara="1" wrap="square" lIns="24075" tIns="12025" rIns="24075" bIns="12025" anchor="t" anchorCtr="0">
            <a:noAutofit/>
          </a:bodyPr>
          <a:lstStyle>
            <a:lvl1pPr marL="1645920" marR="0" lvl="0" indent="-960120" algn="l" rtl="0">
              <a:spcBef>
                <a:spcPts val="360"/>
              </a:spcBef>
              <a:spcAft>
                <a:spcPts val="0"/>
              </a:spcAft>
              <a:buClr>
                <a:schemeClr val="dk1"/>
              </a:buClr>
              <a:buSzPts val="600"/>
              <a:buFont typeface="Times New Roman"/>
              <a:buChar char="•"/>
              <a:defRPr sz="2160" b="0" i="0" u="none" strike="noStrike" cap="none">
                <a:solidFill>
                  <a:schemeClr val="dk1"/>
                </a:solidFill>
                <a:latin typeface="Times New Roman"/>
                <a:ea typeface="Times New Roman"/>
                <a:cs typeface="Times New Roman"/>
                <a:sym typeface="Times New Roman"/>
              </a:defRPr>
            </a:lvl1pPr>
            <a:lvl2pPr marL="3291840" marR="0" lvl="1" indent="-937260" algn="l" rtl="0">
              <a:spcBef>
                <a:spcPts val="360"/>
              </a:spcBef>
              <a:spcAft>
                <a:spcPts val="0"/>
              </a:spcAft>
              <a:buClr>
                <a:schemeClr val="dk1"/>
              </a:buClr>
              <a:buSzPts val="500"/>
              <a:buFont typeface="Times New Roman"/>
              <a:buChar char="–"/>
              <a:defRPr sz="1800" b="0" i="0" u="none" strike="noStrike" cap="none">
                <a:solidFill>
                  <a:schemeClr val="dk1"/>
                </a:solidFill>
                <a:latin typeface="Times New Roman"/>
                <a:ea typeface="Times New Roman"/>
                <a:cs typeface="Times New Roman"/>
                <a:sym typeface="Times New Roman"/>
              </a:defRPr>
            </a:lvl2pPr>
            <a:lvl3pPr marL="4937760" marR="0" lvl="2"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3pPr>
            <a:lvl4pPr marL="6583680" marR="0" lvl="3"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4pPr>
            <a:lvl5pPr marL="8229600" marR="0" lvl="4"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5pPr>
            <a:lvl6pPr marL="9875520" marR="0" lvl="5"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6pPr>
            <a:lvl7pPr marL="11521440" marR="0" lvl="6"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7pPr>
            <a:lvl8pPr marL="13167360" marR="0" lvl="7"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8pPr>
            <a:lvl9pPr marL="14813280" marR="0" lvl="8" indent="-914400" algn="l" rtl="0">
              <a:spcBef>
                <a:spcPts val="360"/>
              </a:spcBef>
              <a:spcAft>
                <a:spcPts val="0"/>
              </a:spcAft>
              <a:buClr>
                <a:schemeClr val="dk1"/>
              </a:buClr>
              <a:buSzPts val="400"/>
              <a:buFont typeface="Times New Roman"/>
              <a:buChar char="»"/>
              <a:defRPr sz="1440" b="0" i="0" u="none" strike="noStrike" cap="none">
                <a:solidFill>
                  <a:schemeClr val="dk1"/>
                </a:solidFill>
                <a:latin typeface="Times New Roman"/>
                <a:ea typeface="Times New Roman"/>
                <a:cs typeface="Times New Roman"/>
                <a:sym typeface="Times New Roman"/>
              </a:defRPr>
            </a:lvl9pPr>
          </a:lstStyle>
          <a:p>
            <a:endParaRPr/>
          </a:p>
        </p:txBody>
      </p:sp>
      <p:sp>
        <p:nvSpPr>
          <p:cNvPr id="80" name="Google Shape;80;p21"/>
          <p:cNvSpPr txBox="1">
            <a:spLocks noGrp="1"/>
          </p:cNvSpPr>
          <p:nvPr>
            <p:ph type="body" idx="2"/>
          </p:nvPr>
        </p:nvSpPr>
        <p:spPr>
          <a:xfrm>
            <a:off x="1645709" y="4592113"/>
            <a:ext cx="10829927" cy="15011401"/>
          </a:xfrm>
          <a:prstGeom prst="rect">
            <a:avLst/>
          </a:prstGeom>
          <a:noFill/>
          <a:ln>
            <a:noFill/>
          </a:ln>
        </p:spPr>
        <p:txBody>
          <a:bodyPr spcFirstLastPara="1" wrap="square" lIns="24075" tIns="12025" rIns="24075" bIns="12025" anchor="t" anchorCtr="0">
            <a:noAutofit/>
          </a:bodyPr>
          <a:lstStyle>
            <a:lvl1pPr marL="1645920" marR="0" lvl="0"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1pPr>
            <a:lvl2pPr marL="3291840" marR="0" lvl="1"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2pPr>
            <a:lvl3pPr marL="4937760" marR="0" lvl="2"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3pPr>
            <a:lvl4pPr marL="6583680" marR="0" lvl="3"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4pPr>
            <a:lvl5pPr marL="8229600" marR="0" lvl="4"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5pPr>
            <a:lvl6pPr marL="9875520" marR="0" lvl="5"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6pPr>
            <a:lvl7pPr marL="11521440" marR="0" lvl="6"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7pPr>
            <a:lvl8pPr marL="13167360" marR="0" lvl="7"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8pPr>
            <a:lvl9pPr marL="14813280" marR="0" lvl="8"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a:off x="6452660" y="15361711"/>
            <a:ext cx="19750619" cy="1813982"/>
          </a:xfrm>
          <a:prstGeom prst="rect">
            <a:avLst/>
          </a:prstGeom>
          <a:noFill/>
          <a:ln>
            <a:noFill/>
          </a:ln>
        </p:spPr>
        <p:txBody>
          <a:bodyPr spcFirstLastPara="1" wrap="square" lIns="24075" tIns="12025" rIns="24075" bIns="12025" anchor="b" anchorCtr="0">
            <a:noAutofit/>
          </a:bodyPr>
          <a:lstStyle>
            <a:lvl1pPr marR="0" lvl="0" algn="l" rtl="0">
              <a:spcBef>
                <a:spcPts val="0"/>
              </a:spcBef>
              <a:spcAft>
                <a:spcPts val="0"/>
              </a:spcAft>
              <a:buSzPts val="400"/>
              <a:buNone/>
              <a:defRPr sz="1440" b="1"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9pPr>
          </a:lstStyle>
          <a:p>
            <a:endParaRPr/>
          </a:p>
        </p:txBody>
      </p:sp>
      <p:sp>
        <p:nvSpPr>
          <p:cNvPr id="83" name="Google Shape;83;p22"/>
          <p:cNvSpPr>
            <a:spLocks noGrp="1"/>
          </p:cNvSpPr>
          <p:nvPr>
            <p:ph type="pic" idx="2"/>
          </p:nvPr>
        </p:nvSpPr>
        <p:spPr>
          <a:xfrm>
            <a:off x="6452660" y="1961095"/>
            <a:ext cx="19750619" cy="13166724"/>
          </a:xfrm>
          <a:prstGeom prst="rect">
            <a:avLst/>
          </a:prstGeom>
          <a:noFill/>
          <a:ln>
            <a:noFill/>
          </a:ln>
        </p:spPr>
      </p:sp>
      <p:sp>
        <p:nvSpPr>
          <p:cNvPr id="84" name="Google Shape;84;p22"/>
          <p:cNvSpPr txBox="1">
            <a:spLocks noGrp="1"/>
          </p:cNvSpPr>
          <p:nvPr>
            <p:ph type="body" idx="1"/>
          </p:nvPr>
        </p:nvSpPr>
        <p:spPr>
          <a:xfrm>
            <a:off x="6452660" y="17175693"/>
            <a:ext cx="19750619" cy="2574925"/>
          </a:xfrm>
          <a:prstGeom prst="rect">
            <a:avLst/>
          </a:prstGeom>
          <a:noFill/>
          <a:ln>
            <a:noFill/>
          </a:ln>
        </p:spPr>
        <p:txBody>
          <a:bodyPr spcFirstLastPara="1" wrap="square" lIns="24075" tIns="12025" rIns="24075" bIns="12025" anchor="t" anchorCtr="0">
            <a:noAutofit/>
          </a:bodyPr>
          <a:lstStyle>
            <a:lvl1pPr marL="1645920" marR="0" lvl="0"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1pPr>
            <a:lvl2pPr marL="3291840" marR="0" lvl="1"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2pPr>
            <a:lvl3pPr marL="4937760" marR="0" lvl="2"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3pPr>
            <a:lvl4pPr marL="6583680" marR="0" lvl="3"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4pPr>
            <a:lvl5pPr marL="8229600" marR="0" lvl="4"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5pPr>
            <a:lvl6pPr marL="9875520" marR="0" lvl="5"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6pPr>
            <a:lvl7pPr marL="11521440" marR="0" lvl="6"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7pPr>
            <a:lvl8pPr marL="13167360" marR="0" lvl="7"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8pPr>
            <a:lvl9pPr marL="14813280" marR="0" lvl="8" indent="-822960" algn="l" rtl="0">
              <a:spcBef>
                <a:spcPts val="0"/>
              </a:spcBef>
              <a:spcAft>
                <a:spcPts val="0"/>
              </a:spcAft>
              <a:buClr>
                <a:schemeClr val="dk1"/>
              </a:buClr>
              <a:buSzPts val="200"/>
              <a:buFont typeface="Times New Roman"/>
              <a:buNone/>
              <a:defRPr sz="72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sp>
        <p:nvSpPr>
          <p:cNvPr id="86" name="Google Shape;86;p23"/>
          <p:cNvSpPr txBox="1">
            <a:spLocks noGrp="1"/>
          </p:cNvSpPr>
          <p:nvPr>
            <p:ph type="title"/>
          </p:nvPr>
        </p:nvSpPr>
        <p:spPr>
          <a:xfrm>
            <a:off x="1645713" y="878417"/>
            <a:ext cx="29626981" cy="3657600"/>
          </a:xfrm>
          <a:prstGeom prst="rect">
            <a:avLst/>
          </a:prstGeom>
          <a:noFill/>
          <a:ln>
            <a:noFill/>
          </a:ln>
        </p:spPr>
        <p:txBody>
          <a:bodyPr spcFirstLastPara="1" wrap="square" lIns="24075" tIns="12025" rIns="24075" bIns="12025" anchor="t" anchorCtr="0">
            <a:noAutofit/>
          </a:bodyPr>
          <a:lstStyle>
            <a:lvl1pPr marR="0" lvl="0"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9pPr>
          </a:lstStyle>
          <a:p>
            <a:endParaRPr/>
          </a:p>
        </p:txBody>
      </p:sp>
      <p:sp>
        <p:nvSpPr>
          <p:cNvPr id="87" name="Google Shape;87;p23"/>
          <p:cNvSpPr txBox="1">
            <a:spLocks noGrp="1"/>
          </p:cNvSpPr>
          <p:nvPr>
            <p:ph type="body" idx="1"/>
          </p:nvPr>
        </p:nvSpPr>
        <p:spPr>
          <a:xfrm rot="5400000">
            <a:off x="9217553" y="-2451626"/>
            <a:ext cx="14483294" cy="29626981"/>
          </a:xfrm>
          <a:prstGeom prst="rect">
            <a:avLst/>
          </a:prstGeom>
          <a:noFill/>
          <a:ln>
            <a:noFill/>
          </a:ln>
        </p:spPr>
        <p:txBody>
          <a:bodyPr spcFirstLastPara="1" wrap="square" lIns="24075" tIns="12025" rIns="24075" bIns="12025" anchor="t" anchorCtr="0">
            <a:noAutofit/>
          </a:bodyPr>
          <a:lstStyle>
            <a:lvl1pPr marL="1645920" marR="0" lvl="0" indent="-1257300" algn="l" rtl="0">
              <a:spcBef>
                <a:spcPts val="1440"/>
              </a:spcBef>
              <a:spcAft>
                <a:spcPts val="0"/>
              </a:spcAft>
              <a:buClr>
                <a:schemeClr val="dk1"/>
              </a:buClr>
              <a:buSzPts val="1900"/>
              <a:buFont typeface="Times New Roman"/>
              <a:buChar char="•"/>
              <a:defRPr sz="6840" b="0" i="0" u="none" strike="noStrike" cap="none">
                <a:solidFill>
                  <a:schemeClr val="dk1"/>
                </a:solidFill>
                <a:latin typeface="Times New Roman"/>
                <a:ea typeface="Times New Roman"/>
                <a:cs typeface="Times New Roman"/>
                <a:sym typeface="Times New Roman"/>
              </a:defRPr>
            </a:lvl1pPr>
            <a:lvl2pPr marL="3291840" marR="0" lvl="1" indent="-1211580" algn="l" rtl="0">
              <a:spcBef>
                <a:spcPts val="1080"/>
              </a:spcBef>
              <a:spcAft>
                <a:spcPts val="0"/>
              </a:spcAft>
              <a:buClr>
                <a:schemeClr val="dk1"/>
              </a:buClr>
              <a:buSzPts val="1700"/>
              <a:buFont typeface="Times New Roman"/>
              <a:buChar char="–"/>
              <a:defRPr sz="6120" b="0" i="0" u="none" strike="noStrike" cap="none">
                <a:solidFill>
                  <a:schemeClr val="dk1"/>
                </a:solidFill>
                <a:latin typeface="Times New Roman"/>
                <a:ea typeface="Times New Roman"/>
                <a:cs typeface="Times New Roman"/>
                <a:sym typeface="Times New Roman"/>
              </a:defRPr>
            </a:lvl2pPr>
            <a:lvl3pPr marL="4937760" marR="0" lvl="2" indent="-1143000" algn="l" rtl="0">
              <a:spcBef>
                <a:spcPts val="1080"/>
              </a:spcBef>
              <a:spcAft>
                <a:spcPts val="0"/>
              </a:spcAft>
              <a:buClr>
                <a:schemeClr val="dk1"/>
              </a:buClr>
              <a:buSzPts val="1400"/>
              <a:buFont typeface="Times New Roman"/>
              <a:buChar char="•"/>
              <a:defRPr sz="5040" b="0" i="0" u="none" strike="noStrike" cap="none">
                <a:solidFill>
                  <a:schemeClr val="dk1"/>
                </a:solidFill>
                <a:latin typeface="Times New Roman"/>
                <a:ea typeface="Times New Roman"/>
                <a:cs typeface="Times New Roman"/>
                <a:sym typeface="Times New Roman"/>
              </a:defRPr>
            </a:lvl3pPr>
            <a:lvl4pPr marL="6583680" marR="0" lvl="3"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4pPr>
            <a:lvl5pPr marL="8229600" marR="0" lvl="4"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5pPr>
            <a:lvl6pPr marL="9875520" marR="0" lvl="5"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6pPr>
            <a:lvl7pPr marL="11521440" marR="0" lvl="6"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7pPr>
            <a:lvl8pPr marL="13167360" marR="0" lvl="7"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8pPr>
            <a:lvl9pPr marL="14813280" marR="0" lvl="8"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24"/>
          <p:cNvSpPr txBox="1">
            <a:spLocks noGrp="1"/>
          </p:cNvSpPr>
          <p:nvPr>
            <p:ph type="title"/>
          </p:nvPr>
        </p:nvSpPr>
        <p:spPr>
          <a:xfrm rot="5400000">
            <a:off x="18207038" y="6537857"/>
            <a:ext cx="18725094" cy="7406215"/>
          </a:xfrm>
          <a:prstGeom prst="rect">
            <a:avLst/>
          </a:prstGeom>
          <a:noFill/>
          <a:ln>
            <a:noFill/>
          </a:ln>
        </p:spPr>
        <p:txBody>
          <a:bodyPr spcFirstLastPara="1" wrap="square" lIns="24075" tIns="12025" rIns="24075" bIns="12025" anchor="t" anchorCtr="0">
            <a:noAutofit/>
          </a:bodyPr>
          <a:lstStyle>
            <a:lvl1pPr marR="0" lvl="0"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400"/>
              <a:buNone/>
              <a:defRPr sz="9360" b="0" i="0" u="none" strike="noStrike" cap="none">
                <a:solidFill>
                  <a:schemeClr val="dk2"/>
                </a:solidFill>
                <a:latin typeface="Times New Roman"/>
                <a:ea typeface="Times New Roman"/>
                <a:cs typeface="Times New Roman"/>
                <a:sym typeface="Times New Roman"/>
              </a:defRPr>
            </a:lvl9pPr>
          </a:lstStyle>
          <a:p>
            <a:endParaRPr/>
          </a:p>
        </p:txBody>
      </p:sp>
      <p:sp>
        <p:nvSpPr>
          <p:cNvPr id="90" name="Google Shape;90;p24"/>
          <p:cNvSpPr txBox="1">
            <a:spLocks noGrp="1"/>
          </p:cNvSpPr>
          <p:nvPr>
            <p:ph type="body" idx="1"/>
          </p:nvPr>
        </p:nvSpPr>
        <p:spPr>
          <a:xfrm rot="5400000">
            <a:off x="3342746" y="-818619"/>
            <a:ext cx="18725094" cy="22119167"/>
          </a:xfrm>
          <a:prstGeom prst="rect">
            <a:avLst/>
          </a:prstGeom>
          <a:noFill/>
          <a:ln>
            <a:noFill/>
          </a:ln>
        </p:spPr>
        <p:txBody>
          <a:bodyPr spcFirstLastPara="1" wrap="square" lIns="24075" tIns="12025" rIns="24075" bIns="12025" anchor="t" anchorCtr="0">
            <a:noAutofit/>
          </a:bodyPr>
          <a:lstStyle>
            <a:lvl1pPr marL="1645920" marR="0" lvl="0" indent="-1257300" algn="l" rtl="0">
              <a:spcBef>
                <a:spcPts val="1440"/>
              </a:spcBef>
              <a:spcAft>
                <a:spcPts val="0"/>
              </a:spcAft>
              <a:buClr>
                <a:schemeClr val="dk1"/>
              </a:buClr>
              <a:buSzPts val="1900"/>
              <a:buFont typeface="Times New Roman"/>
              <a:buChar char="•"/>
              <a:defRPr sz="6840" b="0" i="0" u="none" strike="noStrike" cap="none">
                <a:solidFill>
                  <a:schemeClr val="dk1"/>
                </a:solidFill>
                <a:latin typeface="Times New Roman"/>
                <a:ea typeface="Times New Roman"/>
                <a:cs typeface="Times New Roman"/>
                <a:sym typeface="Times New Roman"/>
              </a:defRPr>
            </a:lvl1pPr>
            <a:lvl2pPr marL="3291840" marR="0" lvl="1" indent="-1211580" algn="l" rtl="0">
              <a:spcBef>
                <a:spcPts val="1080"/>
              </a:spcBef>
              <a:spcAft>
                <a:spcPts val="0"/>
              </a:spcAft>
              <a:buClr>
                <a:schemeClr val="dk1"/>
              </a:buClr>
              <a:buSzPts val="1700"/>
              <a:buFont typeface="Times New Roman"/>
              <a:buChar char="–"/>
              <a:defRPr sz="6120" b="0" i="0" u="none" strike="noStrike" cap="none">
                <a:solidFill>
                  <a:schemeClr val="dk1"/>
                </a:solidFill>
                <a:latin typeface="Times New Roman"/>
                <a:ea typeface="Times New Roman"/>
                <a:cs typeface="Times New Roman"/>
                <a:sym typeface="Times New Roman"/>
              </a:defRPr>
            </a:lvl2pPr>
            <a:lvl3pPr marL="4937760" marR="0" lvl="2" indent="-1143000" algn="l" rtl="0">
              <a:spcBef>
                <a:spcPts val="1080"/>
              </a:spcBef>
              <a:spcAft>
                <a:spcPts val="0"/>
              </a:spcAft>
              <a:buClr>
                <a:schemeClr val="dk1"/>
              </a:buClr>
              <a:buSzPts val="1400"/>
              <a:buFont typeface="Times New Roman"/>
              <a:buChar char="•"/>
              <a:defRPr sz="5040" b="0" i="0" u="none" strike="noStrike" cap="none">
                <a:solidFill>
                  <a:schemeClr val="dk1"/>
                </a:solidFill>
                <a:latin typeface="Times New Roman"/>
                <a:ea typeface="Times New Roman"/>
                <a:cs typeface="Times New Roman"/>
                <a:sym typeface="Times New Roman"/>
              </a:defRPr>
            </a:lvl3pPr>
            <a:lvl4pPr marL="6583680" marR="0" lvl="3"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4pPr>
            <a:lvl5pPr marL="8229600" marR="0" lvl="4"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5pPr>
            <a:lvl6pPr marL="9875520" marR="0" lvl="5"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6pPr>
            <a:lvl7pPr marL="11521440" marR="0" lvl="6"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7pPr>
            <a:lvl8pPr marL="13167360" marR="0" lvl="7"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8pPr>
            <a:lvl9pPr marL="14813280" marR="0" lvl="8" indent="-1074420" algn="l" rtl="0">
              <a:spcBef>
                <a:spcPts val="720"/>
              </a:spcBef>
              <a:spcAft>
                <a:spcPts val="0"/>
              </a:spcAft>
              <a:buClr>
                <a:schemeClr val="dk1"/>
              </a:buClr>
              <a:buSzPts val="1100"/>
              <a:buFont typeface="Times New Roman"/>
              <a:buChar char="»"/>
              <a:defRPr sz="396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22120" y="1898773"/>
            <a:ext cx="30674160" cy="244352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1122120" y="4917227"/>
            <a:ext cx="30674160" cy="1457664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30500849" y="19896393"/>
            <a:ext cx="1975320" cy="1679360"/>
          </a:xfrm>
          <a:prstGeom prst="rect">
            <a:avLst/>
          </a:prstGeom>
          <a:noFill/>
          <a:ln>
            <a:noFill/>
          </a:ln>
        </p:spPr>
        <p:txBody>
          <a:bodyPr spcFirstLastPara="1" wrap="square" lIns="91425" tIns="91425" rIns="91425" bIns="91425" anchor="ctr" anchorCtr="0">
            <a:normAutofit/>
          </a:bodyPr>
          <a:lstStyle>
            <a:lvl1pPr lvl="0" algn="r">
              <a:buNone/>
              <a:defRPr sz="3600">
                <a:solidFill>
                  <a:schemeClr val="dk2"/>
                </a:solidFill>
              </a:defRPr>
            </a:lvl1pPr>
            <a:lvl2pPr lvl="1" algn="r">
              <a:buNone/>
              <a:defRPr sz="3600">
                <a:solidFill>
                  <a:schemeClr val="dk2"/>
                </a:solidFill>
              </a:defRPr>
            </a:lvl2pPr>
            <a:lvl3pPr lvl="2" algn="r">
              <a:buNone/>
              <a:defRPr sz="3600">
                <a:solidFill>
                  <a:schemeClr val="dk2"/>
                </a:solidFill>
              </a:defRPr>
            </a:lvl3pPr>
            <a:lvl4pPr lvl="3" algn="r">
              <a:buNone/>
              <a:defRPr sz="3600">
                <a:solidFill>
                  <a:schemeClr val="dk2"/>
                </a:solidFill>
              </a:defRPr>
            </a:lvl4pPr>
            <a:lvl5pPr lvl="4" algn="r">
              <a:buNone/>
              <a:defRPr sz="3600">
                <a:solidFill>
                  <a:schemeClr val="dk2"/>
                </a:solidFill>
              </a:defRPr>
            </a:lvl5pPr>
            <a:lvl6pPr lvl="5" algn="r">
              <a:buNone/>
              <a:defRPr sz="3600">
                <a:solidFill>
                  <a:schemeClr val="dk2"/>
                </a:solidFill>
              </a:defRPr>
            </a:lvl6pPr>
            <a:lvl7pPr lvl="6" algn="r">
              <a:buNone/>
              <a:defRPr sz="3600">
                <a:solidFill>
                  <a:schemeClr val="dk2"/>
                </a:solidFill>
              </a:defRPr>
            </a:lvl7pPr>
            <a:lvl8pPr lvl="7" algn="r">
              <a:buNone/>
              <a:defRPr sz="3600">
                <a:solidFill>
                  <a:schemeClr val="dk2"/>
                </a:solidFill>
              </a:defRPr>
            </a:lvl8pPr>
            <a:lvl9pPr lvl="8" algn="r">
              <a:buNone/>
              <a:defRPr sz="36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pic>
        <p:nvPicPr>
          <p:cNvPr id="51" name="Google Shape;51;p13"/>
          <p:cNvPicPr preferRelativeResize="0"/>
          <p:nvPr/>
        </p:nvPicPr>
        <p:blipFill rotWithShape="1">
          <a:blip r:embed="rId13">
            <a:alphaModFix/>
          </a:blip>
          <a:srcRect/>
          <a:stretch/>
        </p:blipFill>
        <p:spPr>
          <a:xfrm rot="-5400000">
            <a:off x="-11381980" y="11280378"/>
            <a:ext cx="14274799" cy="3321842"/>
          </a:xfrm>
          <a:prstGeom prst="rect">
            <a:avLst/>
          </a:prstGeom>
          <a:noFill/>
          <a:ln>
            <a:noFill/>
          </a:ln>
        </p:spPr>
      </p:pic>
      <p:pic>
        <p:nvPicPr>
          <p:cNvPr id="52" name="Google Shape;52;p13"/>
          <p:cNvPicPr preferRelativeResize="0"/>
          <p:nvPr/>
        </p:nvPicPr>
        <p:blipFill rotWithShape="1">
          <a:blip r:embed="rId13">
            <a:alphaModFix/>
          </a:blip>
          <a:srcRect/>
          <a:stretch/>
        </p:blipFill>
        <p:spPr>
          <a:xfrm rot="5400000">
            <a:off x="30025577" y="11280378"/>
            <a:ext cx="14274799" cy="3321842"/>
          </a:xfrm>
          <a:prstGeom prst="rect">
            <a:avLst/>
          </a:prstGeom>
          <a:noFill/>
          <a:ln>
            <a:noFill/>
          </a:ln>
        </p:spPr>
      </p:pic>
      <p:pic>
        <p:nvPicPr>
          <p:cNvPr id="53" name="Google Shape;53;p13"/>
          <p:cNvPicPr preferRelativeResize="0"/>
          <p:nvPr/>
        </p:nvPicPr>
        <p:blipFill rotWithShape="1">
          <a:blip r:embed="rId14">
            <a:alphaModFix/>
          </a:blip>
          <a:srcRect/>
          <a:stretch/>
        </p:blipFill>
        <p:spPr>
          <a:xfrm>
            <a:off x="1460500" y="22453602"/>
            <a:ext cx="25310308" cy="1447799"/>
          </a:xfrm>
          <a:prstGeom prst="rect">
            <a:avLst/>
          </a:prstGeom>
          <a:noFill/>
          <a:ln>
            <a:noFill/>
          </a:ln>
        </p:spPr>
      </p:pic>
      <p:sp>
        <p:nvSpPr>
          <p:cNvPr id="54" name="Google Shape;54;p13"/>
          <p:cNvSpPr/>
          <p:nvPr/>
        </p:nvSpPr>
        <p:spPr>
          <a:xfrm>
            <a:off x="1460498" y="23025101"/>
            <a:ext cx="16459200" cy="1269999"/>
          </a:xfrm>
          <a:prstGeom prst="rect">
            <a:avLst/>
          </a:prstGeom>
          <a:noFill/>
          <a:ln>
            <a:noFill/>
          </a:ln>
        </p:spPr>
        <p:txBody>
          <a:bodyPr spcFirstLastPara="1" wrap="square" lIns="86670" tIns="43290" rIns="86670" bIns="43290" anchor="ctr" anchorCtr="0">
            <a:noAutofit/>
          </a:bodyPr>
          <a:lstStyle/>
          <a:p>
            <a:pPr marL="0" marR="0" lvl="0" indent="0" algn="l" rtl="0">
              <a:spcBef>
                <a:spcPts val="0"/>
              </a:spcBef>
              <a:spcAft>
                <a:spcPts val="0"/>
              </a:spcAft>
              <a:buNone/>
            </a:pPr>
            <a:r>
              <a:rPr lang="en" sz="4320" b="0" i="0" u="none" strike="noStrike" cap="none">
                <a:solidFill>
                  <a:srgbClr val="808080"/>
                </a:solidFill>
                <a:latin typeface="Times New Roman"/>
                <a:ea typeface="Times New Roman"/>
                <a:cs typeface="Times New Roman"/>
                <a:sym typeface="Times New Roman"/>
              </a:rPr>
              <a:t>Template ID: ponderingpeacock  Size: 36x24</a:t>
            </a:r>
            <a:endParaRPr sz="1440"/>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D3C50"/>
        </a:solidFill>
        <a:effectLst/>
      </p:bgPr>
    </p:bg>
    <p:spTree>
      <p:nvGrpSpPr>
        <p:cNvPr id="1" name="Shape 95"/>
        <p:cNvGrpSpPr/>
        <p:nvPr/>
      </p:nvGrpSpPr>
      <p:grpSpPr>
        <a:xfrm>
          <a:off x="0" y="0"/>
          <a:ext cx="0" cy="0"/>
          <a:chOff x="0" y="0"/>
          <a:chExt cx="0" cy="0"/>
        </a:xfrm>
      </p:grpSpPr>
      <p:grpSp>
        <p:nvGrpSpPr>
          <p:cNvPr id="2" name="Group 1">
            <a:extLst>
              <a:ext uri="{FF2B5EF4-FFF2-40B4-BE49-F238E27FC236}">
                <a16:creationId xmlns:a16="http://schemas.microsoft.com/office/drawing/2014/main" id="{903144AC-F035-CDC4-7C22-D53B3391883A}"/>
              </a:ext>
            </a:extLst>
          </p:cNvPr>
          <p:cNvGrpSpPr/>
          <p:nvPr/>
        </p:nvGrpSpPr>
        <p:grpSpPr>
          <a:xfrm>
            <a:off x="448758" y="471012"/>
            <a:ext cx="32020884" cy="21003576"/>
            <a:chOff x="440320" y="2100264"/>
            <a:chExt cx="32020884" cy="17745075"/>
          </a:xfrm>
        </p:grpSpPr>
        <p:sp>
          <p:nvSpPr>
            <p:cNvPr id="96" name="Google Shape;96;p25"/>
            <p:cNvSpPr/>
            <p:nvPr/>
          </p:nvSpPr>
          <p:spPr>
            <a:xfrm>
              <a:off x="457200" y="2100264"/>
              <a:ext cx="32004000" cy="3420349"/>
            </a:xfrm>
            <a:prstGeom prst="snip2DiagRect">
              <a:avLst>
                <a:gd name="adj1" fmla="val 0"/>
                <a:gd name="adj2" fmla="val 16667"/>
              </a:avLst>
            </a:prstGeom>
            <a:solidFill>
              <a:srgbClr val="E64B3C"/>
            </a:solidFill>
            <a:ln>
              <a:noFill/>
            </a:ln>
          </p:spPr>
          <p:txBody>
            <a:bodyPr spcFirstLastPara="1" wrap="square" lIns="38610" tIns="19350" rIns="38610" bIns="19350" anchor="ctr" anchorCtr="0">
              <a:noAutofit/>
            </a:bodyPr>
            <a:lstStyle/>
            <a:p>
              <a:pPr algn="ctr"/>
              <a:endParaRPr sz="2520" b="1" i="1" u="sng">
                <a:solidFill>
                  <a:schemeClr val="lt1"/>
                </a:solidFill>
              </a:endParaRPr>
            </a:p>
          </p:txBody>
        </p:sp>
        <p:sp>
          <p:nvSpPr>
            <p:cNvPr id="97" name="Google Shape;97;p25"/>
            <p:cNvSpPr txBox="1"/>
            <p:nvPr/>
          </p:nvSpPr>
          <p:spPr>
            <a:xfrm>
              <a:off x="4267201" y="2361919"/>
              <a:ext cx="24383999" cy="1652310"/>
            </a:xfrm>
            <a:prstGeom prst="rect">
              <a:avLst/>
            </a:prstGeom>
            <a:noFill/>
            <a:ln>
              <a:noFill/>
            </a:ln>
          </p:spPr>
          <p:txBody>
            <a:bodyPr spcFirstLastPara="1" wrap="square" lIns="0" tIns="0" rIns="0" bIns="0" anchor="t" anchorCtr="0">
              <a:noAutofit/>
            </a:bodyPr>
            <a:lstStyle/>
            <a:p>
              <a:pPr algn="ctr">
                <a:spcBef>
                  <a:spcPts val="1080"/>
                </a:spcBef>
                <a:buClr>
                  <a:schemeClr val="lt1"/>
                </a:buClr>
                <a:buSzPts val="1500"/>
              </a:pPr>
              <a:r>
                <a:rPr lang="en" sz="5400" b="1" dirty="0">
                  <a:solidFill>
                    <a:schemeClr val="lt1"/>
                  </a:solidFill>
                  <a:latin typeface="Quattrocento"/>
                  <a:ea typeface="Quattrocento"/>
                  <a:cs typeface="Quattrocento"/>
                  <a:sym typeface="Quattrocento"/>
                </a:rPr>
                <a:t>Impact of Asynchronous Resident Pre-Dictation on Radiology Report Finalization Time (RFT) and RVU Generation in an ER Setting</a:t>
              </a:r>
              <a:endParaRPr sz="1440" dirty="0"/>
            </a:p>
          </p:txBody>
        </p:sp>
        <p:sp>
          <p:nvSpPr>
            <p:cNvPr id="98" name="Google Shape;98;p25"/>
            <p:cNvSpPr txBox="1"/>
            <p:nvPr/>
          </p:nvSpPr>
          <p:spPr>
            <a:xfrm>
              <a:off x="4267199" y="4162783"/>
              <a:ext cx="24384240" cy="1197764"/>
            </a:xfrm>
            <a:prstGeom prst="rect">
              <a:avLst/>
            </a:prstGeom>
            <a:noFill/>
            <a:ln>
              <a:noFill/>
            </a:ln>
          </p:spPr>
          <p:txBody>
            <a:bodyPr spcFirstLastPara="1" wrap="square" lIns="0" tIns="0" rIns="0" bIns="0" anchor="t" anchorCtr="0">
              <a:spAutoFit/>
            </a:bodyPr>
            <a:lstStyle/>
            <a:p>
              <a:pPr algn="ctr">
                <a:buClr>
                  <a:schemeClr val="lt1"/>
                </a:buClr>
                <a:buSzPts val="1000"/>
              </a:pPr>
              <a:r>
                <a:rPr lang="en" sz="3600">
                  <a:solidFill>
                    <a:schemeClr val="lt1"/>
                  </a:solidFill>
                  <a:latin typeface="Quattrocento"/>
                  <a:ea typeface="Quattrocento"/>
                  <a:cs typeface="Quattrocento"/>
                  <a:sym typeface="Quattrocento"/>
                </a:rPr>
                <a:t>Christian Lee, Kal L. Clark</a:t>
              </a:r>
              <a:endParaRPr sz="1440"/>
            </a:p>
            <a:p>
              <a:pPr algn="ctr">
                <a:spcBef>
                  <a:spcPts val="720"/>
                </a:spcBef>
                <a:buClr>
                  <a:schemeClr val="lt1"/>
                </a:buClr>
                <a:buSzPts val="1000"/>
              </a:pPr>
              <a:r>
                <a:rPr lang="en" sz="3600">
                  <a:solidFill>
                    <a:schemeClr val="lt1"/>
                  </a:solidFill>
                  <a:latin typeface="Quattrocento"/>
                  <a:ea typeface="Quattrocento"/>
                  <a:cs typeface="Quattrocento"/>
                  <a:sym typeface="Quattrocento"/>
                </a:rPr>
                <a:t>UT Health San Antonio Long School of Medicine, Radiology Department</a:t>
              </a:r>
              <a:endParaRPr sz="1440"/>
            </a:p>
          </p:txBody>
        </p:sp>
        <p:sp>
          <p:nvSpPr>
            <p:cNvPr id="99" name="Google Shape;99;p25"/>
            <p:cNvSpPr/>
            <p:nvPr/>
          </p:nvSpPr>
          <p:spPr>
            <a:xfrm>
              <a:off x="440320" y="6215061"/>
              <a:ext cx="7570325" cy="5951894"/>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Times New Roman"/>
                <a:ea typeface="Times New Roman"/>
                <a:cs typeface="Times New Roman"/>
                <a:sym typeface="Times New Roman"/>
              </a:endParaRPr>
            </a:p>
          </p:txBody>
        </p:sp>
        <p:sp>
          <p:nvSpPr>
            <p:cNvPr id="100" name="Google Shape;100;p25"/>
            <p:cNvSpPr txBox="1"/>
            <p:nvPr/>
          </p:nvSpPr>
          <p:spPr>
            <a:xfrm>
              <a:off x="613782" y="6354564"/>
              <a:ext cx="7224120" cy="5541084"/>
            </a:xfrm>
            <a:prstGeom prst="rect">
              <a:avLst/>
            </a:prstGeom>
            <a:noFill/>
            <a:ln>
              <a:noFill/>
            </a:ln>
          </p:spPr>
          <p:txBody>
            <a:bodyPr spcFirstLastPara="1" wrap="square" lIns="57780" tIns="28890" rIns="57780" bIns="28890" anchor="t" anchorCtr="0">
              <a:spAutoFit/>
            </a:bodyPr>
            <a:lstStyle/>
            <a:p>
              <a:pPr>
                <a:lnSpc>
                  <a:spcPct val="110000"/>
                </a:lnSpc>
              </a:pPr>
              <a:r>
                <a:rPr lang="en" sz="2400" dirty="0">
                  <a:solidFill>
                    <a:schemeClr val="dk1"/>
                  </a:solidFill>
                  <a:latin typeface="Quattrocento Sans"/>
                  <a:ea typeface="Quattrocento Sans"/>
                  <a:cs typeface="Quattrocento Sans"/>
                  <a:sym typeface="Quattrocento Sans"/>
                </a:rPr>
                <a:t>Previous studies on resident involvement in radiology workflows have shown mixed effects on report turnaround time (</a:t>
              </a:r>
              <a:r>
                <a:rPr lang="en" sz="2400" dirty="0" err="1">
                  <a:solidFill>
                    <a:schemeClr val="dk1"/>
                  </a:solidFill>
                  <a:latin typeface="Quattrocento Sans"/>
                  <a:ea typeface="Quattrocento Sans"/>
                  <a:cs typeface="Quattrocento Sans"/>
                  <a:sym typeface="Quattrocento Sans"/>
                </a:rPr>
                <a:t>rTAT</a:t>
              </a:r>
              <a:r>
                <a:rPr lang="en" sz="2400" dirty="0">
                  <a:solidFill>
                    <a:schemeClr val="dk1"/>
                  </a:solidFill>
                  <a:latin typeface="Quattrocento Sans"/>
                  <a:ea typeface="Quattrocento Sans"/>
                  <a:cs typeface="Quattrocento Sans"/>
                  <a:sym typeface="Quattrocento Sans"/>
                </a:rPr>
                <a:t>), with less experienced residents often delaying reporting due to teaching, while experienced residents may improve efficiency. These effects vary by scan complexity and impact RVU generation. With the rise of asynchronous workflows—where residents pre-dictate reports before attending finalization—new efficiencies are possible. This study examines the impact of asynchronous resident pre-dictation on report finalization time (RFT) in a 24-hour ER radiology department, finding that RFT increases with less experienced residents and decreases with experienced ones. These differences were used to estimate changes in RVU productivity.</a:t>
              </a:r>
              <a:endParaRPr sz="2400" dirty="0">
                <a:solidFill>
                  <a:schemeClr val="dk1"/>
                </a:solidFill>
                <a:latin typeface="Quattrocento Sans"/>
                <a:ea typeface="Quattrocento Sans"/>
                <a:cs typeface="Quattrocento Sans"/>
                <a:sym typeface="Quattrocento Sans"/>
              </a:endParaRPr>
            </a:p>
          </p:txBody>
        </p:sp>
        <p:sp>
          <p:nvSpPr>
            <p:cNvPr id="101" name="Google Shape;101;p25"/>
            <p:cNvSpPr/>
            <p:nvPr/>
          </p:nvSpPr>
          <p:spPr>
            <a:xfrm>
              <a:off x="440320" y="5793548"/>
              <a:ext cx="7570800" cy="491400"/>
            </a:xfrm>
            <a:prstGeom prst="snipRoundRect">
              <a:avLst>
                <a:gd name="adj1" fmla="val 0"/>
                <a:gd name="adj2" fmla="val 50000"/>
              </a:avLst>
            </a:prstGeom>
            <a:solidFill>
              <a:srgbClr val="3684A0"/>
            </a:solidFill>
            <a:ln>
              <a:noFill/>
            </a:ln>
          </p:spPr>
          <p:txBody>
            <a:bodyPr spcFirstLastPara="1" wrap="square" lIns="173340" tIns="46170" rIns="173340" bIns="43290" anchor="ctr" anchorCtr="0">
              <a:noAutofit/>
            </a:bodyPr>
            <a:lstStyle/>
            <a:p>
              <a:r>
                <a:rPr lang="en" sz="2160" b="1">
                  <a:solidFill>
                    <a:schemeClr val="lt1"/>
                  </a:solidFill>
                  <a:latin typeface="Quattrocento"/>
                  <a:ea typeface="Quattrocento"/>
                  <a:cs typeface="Quattrocento"/>
                  <a:sym typeface="Quattrocento"/>
                </a:rPr>
                <a:t>Abstract</a:t>
              </a:r>
              <a:endParaRPr sz="1440"/>
            </a:p>
          </p:txBody>
        </p:sp>
        <p:sp>
          <p:nvSpPr>
            <p:cNvPr id="102" name="Google Shape;102;p25"/>
            <p:cNvSpPr/>
            <p:nvPr/>
          </p:nvSpPr>
          <p:spPr>
            <a:xfrm>
              <a:off x="8589892" y="6215062"/>
              <a:ext cx="7570325" cy="13630277"/>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Times New Roman"/>
                <a:ea typeface="Times New Roman"/>
                <a:cs typeface="Times New Roman"/>
                <a:sym typeface="Times New Roman"/>
              </a:endParaRPr>
            </a:p>
          </p:txBody>
        </p:sp>
        <p:sp>
          <p:nvSpPr>
            <p:cNvPr id="103" name="Google Shape;103;p25"/>
            <p:cNvSpPr txBox="1"/>
            <p:nvPr/>
          </p:nvSpPr>
          <p:spPr>
            <a:xfrm>
              <a:off x="8740002" y="6140480"/>
              <a:ext cx="7224120" cy="13393790"/>
            </a:xfrm>
            <a:prstGeom prst="rect">
              <a:avLst/>
            </a:prstGeom>
            <a:noFill/>
            <a:ln>
              <a:noFill/>
            </a:ln>
          </p:spPr>
          <p:txBody>
            <a:bodyPr spcFirstLastPara="1" wrap="square" lIns="57780" tIns="28890" rIns="57780" bIns="28890" anchor="t" anchorCtr="0">
              <a:spAutoFit/>
            </a:bodyPr>
            <a:lstStyle/>
            <a:p>
              <a:pPr>
                <a:lnSpc>
                  <a:spcPct val="115000"/>
                </a:lnSpc>
                <a:spcBef>
                  <a:spcPts val="4320"/>
                </a:spcBef>
                <a:buClr>
                  <a:schemeClr val="dk1"/>
                </a:buClr>
                <a:buSzPts val="1100"/>
              </a:pPr>
              <a:r>
                <a:rPr lang="en" sz="2880" dirty="0">
                  <a:solidFill>
                    <a:schemeClr val="dk1"/>
                  </a:solidFill>
                  <a:latin typeface="Quattrocento Sans"/>
                  <a:ea typeface="Quattrocento Sans"/>
                  <a:cs typeface="Quattrocento Sans"/>
                  <a:sym typeface="Quattrocento Sans"/>
                </a:rPr>
                <a:t>This was a retrospective cohort study analyzing one year (2023) of radiology report data from a 24-hour emergency radiology department. A total of 537,509 studies were included. Due to the lack of precise scan start and end timestamps, RFT was operationalized as the time between consecutive finalized reports by the same attending. This approach assumes continuous reading patterns but may overestimate actual time spent per case, especially when delays or interruptions occur.</a:t>
              </a:r>
              <a:endParaRPr sz="2880" dirty="0">
                <a:solidFill>
                  <a:schemeClr val="dk1"/>
                </a:solidFill>
                <a:latin typeface="Quattrocento Sans"/>
                <a:ea typeface="Quattrocento Sans"/>
                <a:cs typeface="Quattrocento Sans"/>
                <a:sym typeface="Quattrocento Sans"/>
              </a:endParaRPr>
            </a:p>
            <a:p>
              <a:pPr>
                <a:lnSpc>
                  <a:spcPct val="115000"/>
                </a:lnSpc>
                <a:spcBef>
                  <a:spcPts val="4320"/>
                </a:spcBef>
                <a:buClr>
                  <a:schemeClr val="dk1"/>
                </a:buClr>
                <a:buSzPts val="1100"/>
              </a:pPr>
              <a:r>
                <a:rPr lang="en" sz="2880" dirty="0">
                  <a:solidFill>
                    <a:schemeClr val="dk1"/>
                  </a:solidFill>
                  <a:latin typeface="Quattrocento Sans"/>
                  <a:ea typeface="Quattrocento Sans"/>
                  <a:cs typeface="Quattrocento Sans"/>
                  <a:sym typeface="Quattrocento Sans"/>
                </a:rPr>
                <a:t>Data were filtered to include only finalized reports and cases with valid timestamps. Reports were flagged for resident involvement if they listed multiple “Reading Providers,” indicating pre-dictation by a trainee. Cases were stratified by attending, resident involvement, and presence of preliminary reports. Welch’s t-tests were performed to compare RFT across provider types, and subgroup analysis was conducted by scan type.</a:t>
              </a:r>
              <a:endParaRPr sz="2880" dirty="0">
                <a:solidFill>
                  <a:schemeClr val="dk1"/>
                </a:solidFill>
                <a:latin typeface="Quattrocento Sans"/>
                <a:ea typeface="Quattrocento Sans"/>
                <a:cs typeface="Quattrocento Sans"/>
                <a:sym typeface="Quattrocento Sans"/>
              </a:endParaRPr>
            </a:p>
          </p:txBody>
        </p:sp>
        <p:sp>
          <p:nvSpPr>
            <p:cNvPr id="104" name="Google Shape;104;p25"/>
            <p:cNvSpPr/>
            <p:nvPr/>
          </p:nvSpPr>
          <p:spPr>
            <a:xfrm>
              <a:off x="8589892" y="5917120"/>
              <a:ext cx="7570325" cy="491231"/>
            </a:xfrm>
            <a:prstGeom prst="snipRoundRect">
              <a:avLst>
                <a:gd name="adj1" fmla="val 0"/>
                <a:gd name="adj2" fmla="val 50000"/>
              </a:avLst>
            </a:prstGeom>
            <a:solidFill>
              <a:srgbClr val="664F93"/>
            </a:solidFill>
            <a:ln>
              <a:noFill/>
            </a:ln>
          </p:spPr>
          <p:txBody>
            <a:bodyPr spcFirstLastPara="1" wrap="square" lIns="173340" tIns="46170" rIns="173340" bIns="43290" anchor="ctr" anchorCtr="0">
              <a:noAutofit/>
            </a:bodyPr>
            <a:lstStyle/>
            <a:p>
              <a:r>
                <a:rPr lang="en" sz="2160" b="1">
                  <a:solidFill>
                    <a:schemeClr val="lt1"/>
                  </a:solidFill>
                  <a:latin typeface="Quattrocento"/>
                  <a:ea typeface="Quattrocento"/>
                  <a:cs typeface="Quattrocento"/>
                  <a:sym typeface="Quattrocento"/>
                </a:rPr>
                <a:t>Methodology</a:t>
              </a:r>
              <a:endParaRPr sz="1440"/>
            </a:p>
          </p:txBody>
        </p:sp>
        <p:sp>
          <p:nvSpPr>
            <p:cNvPr id="105" name="Google Shape;105;p25"/>
            <p:cNvSpPr/>
            <p:nvPr/>
          </p:nvSpPr>
          <p:spPr>
            <a:xfrm>
              <a:off x="16739456" y="6408348"/>
              <a:ext cx="7570325" cy="13436989"/>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Times New Roman"/>
                <a:ea typeface="Times New Roman"/>
                <a:cs typeface="Times New Roman"/>
                <a:sym typeface="Times New Roman"/>
              </a:endParaRPr>
            </a:p>
          </p:txBody>
        </p:sp>
        <p:sp>
          <p:nvSpPr>
            <p:cNvPr id="106" name="Google Shape;106;p25"/>
            <p:cNvSpPr txBox="1"/>
            <p:nvPr/>
          </p:nvSpPr>
          <p:spPr>
            <a:xfrm>
              <a:off x="16912649" y="6557961"/>
              <a:ext cx="7224120" cy="12863473"/>
            </a:xfrm>
            <a:prstGeom prst="rect">
              <a:avLst/>
            </a:prstGeom>
            <a:noFill/>
            <a:ln>
              <a:noFill/>
            </a:ln>
          </p:spPr>
          <p:txBody>
            <a:bodyPr spcFirstLastPara="1" wrap="square" lIns="57780" tIns="28890" rIns="57780" bIns="28890" anchor="t" anchorCtr="0">
              <a:spAutoFit/>
            </a:bodyPr>
            <a:lstStyle/>
            <a:p>
              <a:pPr>
                <a:lnSpc>
                  <a:spcPct val="110000"/>
                </a:lnSpc>
              </a:pPr>
              <a:r>
                <a:rPr lang="en" sz="3200" dirty="0">
                  <a:solidFill>
                    <a:schemeClr val="dk1"/>
                  </a:solidFill>
                  <a:latin typeface="Quattrocento Sans"/>
                  <a:ea typeface="Quattrocento Sans"/>
                  <a:cs typeface="Quattrocento Sans"/>
                  <a:sym typeface="Quattrocento Sans"/>
                </a:rPr>
                <a:t>Of the 537,509 reports analyzed, 7,365 (1.4%) included resident pre-dictation. Across all attendings, the mean estimated RFT was 217 minutes for cases without resident involvement. When residents were involved, RFTs varied significantly depending on experience. For example, one attending had an average RFT of 4.8 minutes with experienced resident involvement versus 217 minutes without (p &lt; 0.001). Similar reductions were observed for other attendings when partnered with senior residents.</a:t>
              </a:r>
              <a:endParaRPr sz="3200" dirty="0">
                <a:solidFill>
                  <a:schemeClr val="dk1"/>
                </a:solidFill>
                <a:latin typeface="Quattrocento Sans"/>
                <a:ea typeface="Quattrocento Sans"/>
                <a:cs typeface="Quattrocento Sans"/>
                <a:sym typeface="Quattrocento Sans"/>
              </a:endParaRPr>
            </a:p>
            <a:p>
              <a:pPr>
                <a:lnSpc>
                  <a:spcPct val="110000"/>
                </a:lnSpc>
              </a:pPr>
              <a:endParaRPr sz="3200" dirty="0">
                <a:solidFill>
                  <a:schemeClr val="dk1"/>
                </a:solidFill>
                <a:latin typeface="Quattrocento Sans"/>
                <a:ea typeface="Quattrocento Sans"/>
                <a:cs typeface="Quattrocento Sans"/>
                <a:sym typeface="Quattrocento Sans"/>
              </a:endParaRPr>
            </a:p>
            <a:p>
              <a:pPr>
                <a:lnSpc>
                  <a:spcPct val="110000"/>
                </a:lnSpc>
              </a:pPr>
              <a:r>
                <a:rPr lang="en" sz="3200" dirty="0">
                  <a:solidFill>
                    <a:schemeClr val="dk1"/>
                  </a:solidFill>
                  <a:latin typeface="Quattrocento Sans"/>
                  <a:ea typeface="Quattrocento Sans"/>
                  <a:cs typeface="Quattrocento Sans"/>
                  <a:sym typeface="Quattrocento Sans"/>
                </a:rPr>
                <a:t>Subgroup analysis by scan type indicated that simpler studies (e.g., chest X-rays) were less impacted by resident involvement, while more complex studies (e.g., MRI) showed increased RFT when handled by less experienced residents.</a:t>
              </a:r>
              <a:endParaRPr sz="3200" dirty="0">
                <a:solidFill>
                  <a:schemeClr val="dk1"/>
                </a:solidFill>
                <a:latin typeface="Quattrocento Sans"/>
                <a:ea typeface="Quattrocento Sans"/>
                <a:cs typeface="Quattrocento Sans"/>
                <a:sym typeface="Quattrocento Sans"/>
              </a:endParaRPr>
            </a:p>
            <a:p>
              <a:pPr>
                <a:lnSpc>
                  <a:spcPct val="110000"/>
                </a:lnSpc>
              </a:pPr>
              <a:endParaRPr sz="3200" dirty="0">
                <a:solidFill>
                  <a:schemeClr val="dk1"/>
                </a:solidFill>
                <a:latin typeface="Quattrocento Sans"/>
                <a:ea typeface="Quattrocento Sans"/>
                <a:cs typeface="Quattrocento Sans"/>
                <a:sym typeface="Quattrocento Sans"/>
              </a:endParaRPr>
            </a:p>
            <a:p>
              <a:pPr>
                <a:lnSpc>
                  <a:spcPct val="110000"/>
                </a:lnSpc>
              </a:pPr>
              <a:r>
                <a:rPr lang="en" sz="3200" dirty="0">
                  <a:solidFill>
                    <a:schemeClr val="dk1"/>
                  </a:solidFill>
                  <a:latin typeface="Quattrocento Sans"/>
                  <a:ea typeface="Quattrocento Sans"/>
                  <a:cs typeface="Quattrocento Sans"/>
                  <a:sym typeface="Quattrocento Sans"/>
                </a:rPr>
                <a:t>RVU generation correlated inversely with RFT: attendings with shorter RFTs produced more RVUs per hour, especially when partnered with PGY-4 residents.</a:t>
              </a:r>
              <a:endParaRPr sz="4000" dirty="0">
                <a:solidFill>
                  <a:schemeClr val="dk1"/>
                </a:solidFill>
                <a:latin typeface="Quattrocento Sans"/>
                <a:ea typeface="Quattrocento Sans"/>
                <a:cs typeface="Quattrocento Sans"/>
                <a:sym typeface="Quattrocento Sans"/>
              </a:endParaRPr>
            </a:p>
          </p:txBody>
        </p:sp>
        <p:sp>
          <p:nvSpPr>
            <p:cNvPr id="107" name="Google Shape;107;p25"/>
            <p:cNvSpPr/>
            <p:nvPr/>
          </p:nvSpPr>
          <p:spPr>
            <a:xfrm>
              <a:off x="16739456" y="5917120"/>
              <a:ext cx="7570325" cy="491231"/>
            </a:xfrm>
            <a:prstGeom prst="snipRoundRect">
              <a:avLst>
                <a:gd name="adj1" fmla="val 0"/>
                <a:gd name="adj2" fmla="val 50000"/>
              </a:avLst>
            </a:prstGeom>
            <a:solidFill>
              <a:srgbClr val="664F93"/>
            </a:solidFill>
            <a:ln>
              <a:noFill/>
            </a:ln>
          </p:spPr>
          <p:txBody>
            <a:bodyPr spcFirstLastPara="1" wrap="square" lIns="173340" tIns="46170" rIns="173340" bIns="43290" anchor="ctr" anchorCtr="0">
              <a:noAutofit/>
            </a:bodyPr>
            <a:lstStyle/>
            <a:p>
              <a:r>
                <a:rPr lang="en" sz="2160" b="1">
                  <a:solidFill>
                    <a:schemeClr val="lt1"/>
                  </a:solidFill>
                  <a:latin typeface="Quattrocento"/>
                  <a:ea typeface="Quattrocento"/>
                  <a:cs typeface="Quattrocento"/>
                  <a:sym typeface="Quattrocento"/>
                </a:rPr>
                <a:t>Results</a:t>
              </a:r>
              <a:endParaRPr sz="1440"/>
            </a:p>
          </p:txBody>
        </p:sp>
        <p:sp>
          <p:nvSpPr>
            <p:cNvPr id="108" name="Google Shape;108;p25"/>
            <p:cNvSpPr/>
            <p:nvPr/>
          </p:nvSpPr>
          <p:spPr>
            <a:xfrm>
              <a:off x="24866035" y="6284950"/>
              <a:ext cx="7570325" cy="11287912"/>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Times New Roman"/>
                <a:ea typeface="Times New Roman"/>
                <a:cs typeface="Times New Roman"/>
                <a:sym typeface="Times New Roman"/>
              </a:endParaRPr>
            </a:p>
          </p:txBody>
        </p:sp>
        <p:sp>
          <p:nvSpPr>
            <p:cNvPr id="109" name="Google Shape;109;p25"/>
            <p:cNvSpPr txBox="1"/>
            <p:nvPr/>
          </p:nvSpPr>
          <p:spPr>
            <a:xfrm>
              <a:off x="25039138" y="6439651"/>
              <a:ext cx="7224120" cy="11204495"/>
            </a:xfrm>
            <a:prstGeom prst="rect">
              <a:avLst/>
            </a:prstGeom>
            <a:noFill/>
            <a:ln>
              <a:noFill/>
            </a:ln>
          </p:spPr>
          <p:txBody>
            <a:bodyPr spcFirstLastPara="1" wrap="square" lIns="57780" tIns="28890" rIns="57780" bIns="28890" anchor="t" anchorCtr="0">
              <a:spAutoFit/>
            </a:bodyPr>
            <a:lstStyle/>
            <a:p>
              <a:pPr>
                <a:lnSpc>
                  <a:spcPct val="110000"/>
                </a:lnSpc>
              </a:pPr>
              <a:r>
                <a:rPr lang="en" sz="2000" dirty="0">
                  <a:solidFill>
                    <a:schemeClr val="dk1"/>
                  </a:solidFill>
                  <a:latin typeface="+mn-lt"/>
                  <a:ea typeface="Quattrocento Sans"/>
                  <a:cs typeface="Quattrocento Sans"/>
                  <a:sym typeface="Quattrocento Sans"/>
                </a:rPr>
                <a:t>This study evaluated the effect of resident pre-dictation on report finalization time (RFT) in an asynchronous emergency radiology workflow using a large dataset of over half a million radiology reports. Although true RFT was not directly measurable from the dataset, our use of estimated RFT—calculated as the time between sequential report finalizations by the same attending—revealed significant trends that remain relevant to departmental efficiency.</a:t>
              </a:r>
              <a:endParaRPr sz="2000" dirty="0">
                <a:solidFill>
                  <a:schemeClr val="dk1"/>
                </a:solidFill>
                <a:latin typeface="+mn-lt"/>
                <a:ea typeface="Quattrocento Sans"/>
                <a:cs typeface="Quattrocento Sans"/>
                <a:sym typeface="Quattrocento Sans"/>
              </a:endParaRPr>
            </a:p>
            <a:p>
              <a:pPr>
                <a:lnSpc>
                  <a:spcPct val="110000"/>
                </a:lnSpc>
              </a:pPr>
              <a:endParaRPr sz="2000" dirty="0">
                <a:solidFill>
                  <a:schemeClr val="dk1"/>
                </a:solidFill>
                <a:latin typeface="+mn-lt"/>
                <a:ea typeface="Quattrocento Sans"/>
                <a:cs typeface="Quattrocento Sans"/>
                <a:sym typeface="Quattrocento Sans"/>
              </a:endParaRPr>
            </a:p>
            <a:p>
              <a:pPr>
                <a:lnSpc>
                  <a:spcPct val="110000"/>
                </a:lnSpc>
              </a:pPr>
              <a:r>
                <a:rPr lang="en" sz="2000" dirty="0">
                  <a:solidFill>
                    <a:schemeClr val="dk1"/>
                  </a:solidFill>
                  <a:latin typeface="+mn-lt"/>
                  <a:ea typeface="Quattrocento Sans"/>
                  <a:cs typeface="Quattrocento Sans"/>
                  <a:sym typeface="Quattrocento Sans"/>
                </a:rPr>
                <a:t>Experienced residents (e.g., PGY-4) were associated with significantly shorter RFTs, particularly for simpler studies, compared to attending-only cases. This suggests that senior trainees can meaningfully contribute to report throughput even within an asynchronous workflow model. Conversely, less experienced residents were associated with increased RFTs, especially in complex studies like MRI, likely due to longer pre-dictation and attending correction time. Furthermore, attending-specific variability in RFT was substantial, highlighting the influence of individual workflow styles and possible confounding factors such as breaks, multitasking, or interruptions.</a:t>
              </a:r>
              <a:endParaRPr sz="2000" dirty="0">
                <a:solidFill>
                  <a:schemeClr val="dk1"/>
                </a:solidFill>
                <a:latin typeface="+mn-lt"/>
                <a:ea typeface="Quattrocento Sans"/>
                <a:cs typeface="Quattrocento Sans"/>
                <a:sym typeface="Quattrocento Sans"/>
              </a:endParaRPr>
            </a:p>
            <a:p>
              <a:pPr>
                <a:lnSpc>
                  <a:spcPct val="110000"/>
                </a:lnSpc>
              </a:pPr>
              <a:endParaRPr sz="2000" dirty="0">
                <a:solidFill>
                  <a:schemeClr val="dk1"/>
                </a:solidFill>
                <a:latin typeface="+mn-lt"/>
                <a:ea typeface="Quattrocento Sans"/>
                <a:cs typeface="Quattrocento Sans"/>
                <a:sym typeface="Quattrocento Sans"/>
              </a:endParaRPr>
            </a:p>
            <a:p>
              <a:pPr>
                <a:lnSpc>
                  <a:spcPct val="110000"/>
                </a:lnSpc>
              </a:pPr>
              <a:r>
                <a:rPr lang="en" sz="2000" dirty="0">
                  <a:solidFill>
                    <a:schemeClr val="dk1"/>
                  </a:solidFill>
                  <a:latin typeface="+mn-lt"/>
                  <a:ea typeface="Quattrocento Sans"/>
                  <a:cs typeface="Quattrocento Sans"/>
                  <a:sym typeface="Quattrocento Sans"/>
                </a:rPr>
                <a:t>While the average RFT values reported (e.g., 217 minutes for attending-only cases) appear long, they reflect limitations in the data source—not actual reading time, but rather the time between finalized reports. This proxy is imperfect but internally consistent, allowing valid comparisons across provider types and study types. These findings emphasize the need for improved time-tracking granularity in radiology information systems and suggest that targeted workflow interventions—such as pairing junior residents with senior mentors or leveraging AI-assisted pre-dictation—may optimize efficiency.</a:t>
              </a:r>
              <a:endParaRPr sz="2000" dirty="0">
                <a:solidFill>
                  <a:schemeClr val="dk1"/>
                </a:solidFill>
                <a:latin typeface="+mn-lt"/>
                <a:ea typeface="Quattrocento Sans"/>
                <a:cs typeface="Quattrocento Sans"/>
                <a:sym typeface="Quattrocento Sans"/>
              </a:endParaRPr>
            </a:p>
            <a:p>
              <a:pPr>
                <a:lnSpc>
                  <a:spcPct val="110000"/>
                </a:lnSpc>
              </a:pPr>
              <a:endParaRPr sz="2000" dirty="0">
                <a:solidFill>
                  <a:schemeClr val="dk1"/>
                </a:solidFill>
                <a:latin typeface="+mn-lt"/>
                <a:ea typeface="Quattrocento Sans"/>
                <a:cs typeface="Quattrocento Sans"/>
                <a:sym typeface="Quattrocento Sans"/>
              </a:endParaRPr>
            </a:p>
            <a:p>
              <a:pPr>
                <a:lnSpc>
                  <a:spcPct val="110000"/>
                </a:lnSpc>
              </a:pPr>
              <a:r>
                <a:rPr lang="en" sz="2000" dirty="0">
                  <a:solidFill>
                    <a:schemeClr val="dk1"/>
                  </a:solidFill>
                  <a:latin typeface="+mn-lt"/>
                  <a:ea typeface="Quattrocento Sans"/>
                  <a:cs typeface="Quattrocento Sans"/>
                  <a:sym typeface="Quattrocento Sans"/>
                </a:rPr>
                <a:t>In conclusion, asynchronous workflows in emergency radiology can benefit from experienced resident involvement, both in terms of efficiency and RVU generation. Institutional efforts to streamline resident education, report pre-dictation, and attending supervision should be guided by these findings and further validated using more precise timing data.</a:t>
              </a:r>
              <a:endParaRPr sz="2000" dirty="0">
                <a:solidFill>
                  <a:schemeClr val="dk1"/>
                </a:solidFill>
                <a:latin typeface="+mn-lt"/>
                <a:ea typeface="Quattrocento Sans"/>
                <a:cs typeface="Quattrocento Sans"/>
                <a:sym typeface="Quattrocento Sans"/>
              </a:endParaRPr>
            </a:p>
          </p:txBody>
        </p:sp>
        <p:sp>
          <p:nvSpPr>
            <p:cNvPr id="110" name="Google Shape;110;p25"/>
            <p:cNvSpPr/>
            <p:nvPr/>
          </p:nvSpPr>
          <p:spPr>
            <a:xfrm>
              <a:off x="24866035" y="5865617"/>
              <a:ext cx="7581499" cy="491231"/>
            </a:xfrm>
            <a:prstGeom prst="snipRoundRect">
              <a:avLst>
                <a:gd name="adj1" fmla="val 0"/>
                <a:gd name="adj2" fmla="val 50000"/>
              </a:avLst>
            </a:prstGeom>
            <a:solidFill>
              <a:srgbClr val="3684A0"/>
            </a:solidFill>
            <a:ln>
              <a:noFill/>
            </a:ln>
          </p:spPr>
          <p:txBody>
            <a:bodyPr spcFirstLastPara="1" wrap="square" lIns="173340" tIns="46170" rIns="173340" bIns="43290" anchor="ctr" anchorCtr="0">
              <a:noAutofit/>
            </a:bodyPr>
            <a:lstStyle/>
            <a:p>
              <a:r>
                <a:rPr lang="en" sz="2160" b="1">
                  <a:solidFill>
                    <a:schemeClr val="lt1"/>
                  </a:solidFill>
                  <a:latin typeface="Quattrocento"/>
                  <a:ea typeface="Quattrocento"/>
                  <a:cs typeface="Quattrocento"/>
                  <a:sym typeface="Quattrocento"/>
                </a:rPr>
                <a:t>Conclusion</a:t>
              </a:r>
              <a:endParaRPr sz="1440"/>
            </a:p>
          </p:txBody>
        </p:sp>
        <p:sp>
          <p:nvSpPr>
            <p:cNvPr id="111" name="Google Shape;111;p25"/>
            <p:cNvSpPr/>
            <p:nvPr/>
          </p:nvSpPr>
          <p:spPr>
            <a:xfrm>
              <a:off x="440320" y="13021238"/>
              <a:ext cx="7570325" cy="6824100"/>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Times New Roman"/>
                <a:ea typeface="Times New Roman"/>
                <a:cs typeface="Times New Roman"/>
                <a:sym typeface="Times New Roman"/>
              </a:endParaRPr>
            </a:p>
          </p:txBody>
        </p:sp>
        <p:sp>
          <p:nvSpPr>
            <p:cNvPr id="112" name="Google Shape;112;p25"/>
            <p:cNvSpPr txBox="1"/>
            <p:nvPr/>
          </p:nvSpPr>
          <p:spPr>
            <a:xfrm>
              <a:off x="798022" y="13384290"/>
              <a:ext cx="7224120" cy="6227558"/>
            </a:xfrm>
            <a:prstGeom prst="rect">
              <a:avLst/>
            </a:prstGeom>
            <a:noFill/>
            <a:ln>
              <a:noFill/>
            </a:ln>
          </p:spPr>
          <p:txBody>
            <a:bodyPr spcFirstLastPara="1" wrap="square" lIns="57780" tIns="28890" rIns="57780" bIns="28890" anchor="t" anchorCtr="0">
              <a:spAutoFit/>
            </a:bodyPr>
            <a:lstStyle/>
            <a:p>
              <a:pPr>
                <a:lnSpc>
                  <a:spcPct val="110000"/>
                </a:lnSpc>
              </a:pPr>
              <a:r>
                <a:rPr lang="en" sz="2400" dirty="0">
                  <a:solidFill>
                    <a:schemeClr val="dk1"/>
                  </a:solidFill>
                  <a:latin typeface="Quattrocento Sans"/>
                  <a:ea typeface="Quattrocento Sans"/>
                  <a:cs typeface="Quattrocento Sans"/>
                  <a:sym typeface="Quattrocento Sans"/>
                </a:rPr>
                <a:t>Radiology report finalization time (RFT) is a key performance metric in emergency imaging, reflecting the interval from study acquisition to finalized interpretation. While prior studies have examined resident impact on synchronous workflows, asynchronous workflows—where residents pre-dictate reports before attending review—remain underexplored. Understanding the effects of resident pre-dictation on RFT is essential for optimizing workflow efficiency, educational value, and patient care outcomes.</a:t>
              </a:r>
              <a:endParaRPr sz="2400" dirty="0">
                <a:solidFill>
                  <a:schemeClr val="dk1"/>
                </a:solidFill>
                <a:latin typeface="Quattrocento Sans"/>
                <a:ea typeface="Quattrocento Sans"/>
                <a:cs typeface="Quattrocento Sans"/>
                <a:sym typeface="Quattrocento Sans"/>
              </a:endParaRPr>
            </a:p>
            <a:p>
              <a:pPr>
                <a:lnSpc>
                  <a:spcPct val="110000"/>
                </a:lnSpc>
              </a:pPr>
              <a:endParaRPr sz="2400" dirty="0">
                <a:solidFill>
                  <a:schemeClr val="dk1"/>
                </a:solidFill>
                <a:latin typeface="Quattrocento Sans"/>
                <a:ea typeface="Quattrocento Sans"/>
                <a:cs typeface="Quattrocento Sans"/>
                <a:sym typeface="Quattrocento Sans"/>
              </a:endParaRPr>
            </a:p>
            <a:p>
              <a:pPr>
                <a:lnSpc>
                  <a:spcPct val="110000"/>
                </a:lnSpc>
              </a:pPr>
              <a:r>
                <a:rPr lang="en" sz="2400" dirty="0">
                  <a:solidFill>
                    <a:schemeClr val="dk1"/>
                  </a:solidFill>
                  <a:latin typeface="Quattrocento Sans"/>
                  <a:ea typeface="Quattrocento Sans"/>
                  <a:cs typeface="Quattrocento Sans"/>
                  <a:sym typeface="Quattrocento Sans"/>
                </a:rPr>
                <a:t>This study seeks to quantify the impact of resident involvement on RFT in an asynchronous ER setting. Specifically, we analyzed how the presence of additional reading providers, presumed to be residents, affects RFT compared to attending-only finalizations.</a:t>
              </a:r>
              <a:endParaRPr sz="2400" dirty="0">
                <a:solidFill>
                  <a:schemeClr val="dk1"/>
                </a:solidFill>
                <a:latin typeface="Quattrocento Sans"/>
                <a:ea typeface="Quattrocento Sans"/>
                <a:cs typeface="Quattrocento Sans"/>
                <a:sym typeface="Quattrocento Sans"/>
              </a:endParaRPr>
            </a:p>
          </p:txBody>
        </p:sp>
        <p:sp>
          <p:nvSpPr>
            <p:cNvPr id="113" name="Google Shape;113;p25"/>
            <p:cNvSpPr/>
            <p:nvPr/>
          </p:nvSpPr>
          <p:spPr>
            <a:xfrm>
              <a:off x="440320" y="12530007"/>
              <a:ext cx="7570325" cy="491231"/>
            </a:xfrm>
            <a:prstGeom prst="snipRoundRect">
              <a:avLst>
                <a:gd name="adj1" fmla="val 0"/>
                <a:gd name="adj2" fmla="val 50000"/>
              </a:avLst>
            </a:prstGeom>
            <a:solidFill>
              <a:srgbClr val="664F93"/>
            </a:solidFill>
            <a:ln>
              <a:noFill/>
            </a:ln>
          </p:spPr>
          <p:txBody>
            <a:bodyPr spcFirstLastPara="1" wrap="square" lIns="173340" tIns="46170" rIns="173340" bIns="43290" anchor="ctr" anchorCtr="0">
              <a:noAutofit/>
            </a:bodyPr>
            <a:lstStyle/>
            <a:p>
              <a:r>
                <a:rPr lang="en" sz="2160" b="1">
                  <a:solidFill>
                    <a:schemeClr val="lt1"/>
                  </a:solidFill>
                  <a:latin typeface="Quattrocento"/>
                  <a:ea typeface="Quattrocento"/>
                  <a:cs typeface="Quattrocento"/>
                  <a:sym typeface="Quattrocento"/>
                </a:rPr>
                <a:t>Introduction</a:t>
              </a:r>
              <a:endParaRPr sz="1440"/>
            </a:p>
          </p:txBody>
        </p:sp>
        <p:sp>
          <p:nvSpPr>
            <p:cNvPr id="114" name="Google Shape;114;p25"/>
            <p:cNvSpPr/>
            <p:nvPr/>
          </p:nvSpPr>
          <p:spPr>
            <a:xfrm>
              <a:off x="24890879" y="18574635"/>
              <a:ext cx="7570325" cy="1270700"/>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Times New Roman"/>
                <a:ea typeface="Times New Roman"/>
                <a:cs typeface="Times New Roman"/>
                <a:sym typeface="Times New Roman"/>
              </a:endParaRPr>
            </a:p>
          </p:txBody>
        </p:sp>
        <p:sp>
          <p:nvSpPr>
            <p:cNvPr id="115" name="Google Shape;115;p25"/>
            <p:cNvSpPr txBox="1"/>
            <p:nvPr/>
          </p:nvSpPr>
          <p:spPr>
            <a:xfrm>
              <a:off x="25031650" y="18777599"/>
              <a:ext cx="7224120" cy="1033483"/>
            </a:xfrm>
            <a:prstGeom prst="rect">
              <a:avLst/>
            </a:prstGeom>
            <a:noFill/>
            <a:ln>
              <a:noFill/>
            </a:ln>
          </p:spPr>
          <p:txBody>
            <a:bodyPr spcFirstLastPara="1" wrap="square" lIns="57780" tIns="28890" rIns="57780" bIns="28890" anchor="t" anchorCtr="0">
              <a:spAutoFit/>
            </a:bodyPr>
            <a:lstStyle/>
            <a:p>
              <a:pPr algn="just">
                <a:lnSpc>
                  <a:spcPct val="110000"/>
                </a:lnSpc>
              </a:pPr>
              <a:r>
                <a:rPr lang="en" sz="1440" dirty="0">
                  <a:solidFill>
                    <a:schemeClr val="dk1"/>
                  </a:solidFill>
                  <a:latin typeface="Quattrocento Sans"/>
                  <a:ea typeface="Quattrocento Sans"/>
                  <a:cs typeface="Quattrocento Sans"/>
                  <a:sym typeface="Quattrocento Sans"/>
                </a:rPr>
                <a:t>We would like to thank Dr. Vanputten, Program Director at St. Agnes Medical Center, for his support and for allowing dedicated time to work on this research project. We are also grateful to St. Agnes Medical Center for fostering an academic environment that values resident-driven scholarship and supports independent inquiry.</a:t>
              </a:r>
              <a:endParaRPr sz="1440" dirty="0"/>
            </a:p>
          </p:txBody>
        </p:sp>
        <p:sp>
          <p:nvSpPr>
            <p:cNvPr id="116" name="Google Shape;116;p25"/>
            <p:cNvSpPr/>
            <p:nvPr/>
          </p:nvSpPr>
          <p:spPr>
            <a:xfrm>
              <a:off x="24889028" y="18007474"/>
              <a:ext cx="7570325" cy="576720"/>
            </a:xfrm>
            <a:prstGeom prst="snipRoundRect">
              <a:avLst>
                <a:gd name="adj1" fmla="val 0"/>
                <a:gd name="adj2" fmla="val 46622"/>
              </a:avLst>
            </a:prstGeom>
            <a:solidFill>
              <a:srgbClr val="7F7F7F"/>
            </a:solidFill>
            <a:ln>
              <a:noFill/>
            </a:ln>
          </p:spPr>
          <p:txBody>
            <a:bodyPr spcFirstLastPara="1" wrap="square" lIns="173340" tIns="46170" rIns="173340" bIns="43290" anchor="ctr" anchorCtr="0">
              <a:noAutofit/>
            </a:bodyPr>
            <a:lstStyle/>
            <a:p>
              <a:r>
                <a:rPr lang="en" sz="2160" b="1">
                  <a:solidFill>
                    <a:schemeClr val="lt1"/>
                  </a:solidFill>
                  <a:latin typeface="Quattrocento"/>
                  <a:ea typeface="Quattrocento"/>
                  <a:cs typeface="Quattrocento"/>
                  <a:sym typeface="Quattrocento"/>
                </a:rPr>
                <a:t>Acknowledgements</a:t>
              </a:r>
              <a:endParaRPr sz="1440"/>
            </a:p>
          </p:txBody>
        </p:sp>
      </p:grpSp>
      <p:pic>
        <p:nvPicPr>
          <p:cNvPr id="117" name="Picture 116" descr="12R.png"/>
          <p:cNvPicPr>
            <a:picLocks noChangeAspect="1"/>
          </p:cNvPicPr>
          <p:nvPr/>
        </p:nvPicPr>
        <p:blipFill>
          <a:blip r:embed="rId3"/>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Design">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955</Words>
  <Application>Microsoft Macintosh PowerPoint</Application>
  <PresentationFormat>Custom</PresentationFormat>
  <Paragraphs>29</Paragraphs>
  <Slides>1</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vt:i4>
      </vt:variant>
    </vt:vector>
  </HeadingPairs>
  <TitlesOfParts>
    <vt:vector size="7" baseType="lpstr">
      <vt:lpstr>Quattrocento</vt:lpstr>
      <vt:lpstr>Arial</vt:lpstr>
      <vt:lpstr>Times New Roman</vt:lpstr>
      <vt:lpstr>Quattrocento Sans</vt:lpstr>
      <vt:lpstr>Simple Light</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2</cp:revision>
  <dcterms:modified xsi:type="dcterms:W3CDTF">2025-04-27T18:48:46Z</dcterms:modified>
</cp:coreProperties>
</file>