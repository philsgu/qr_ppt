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ghdH6F3QEPurdjKQnRiJO1sxENo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6"/>
    <p:restoredTop sz="94668"/>
  </p:normalViewPr>
  <p:slideViewPr>
    <p:cSldViewPr snapToGrid="0">
      <p:cViewPr varScale="1">
        <p:scale>
          <a:sx n="50" d="100"/>
          <a:sy n="50" d="100"/>
        </p:scale>
        <p:origin x="2312" y="20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3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700" cy="7640400"/>
          </a:xfrm>
          <a:prstGeom prst="rect">
            <a:avLst/>
          </a:prstGeom>
          <a:noFill/>
          <a:ln>
            <a:noFill/>
          </a:ln>
        </p:spPr>
        <p:txBody>
          <a:bodyPr spcFirstLastPara="1" wrap="square" lIns="66025" tIns="33000" rIns="66025" bIns="33000" anchor="b" anchorCtr="0">
            <a:normAutofit/>
          </a:bodyPr>
          <a:lstStyle>
            <a:lvl1pPr lvl="0" algn="ctr">
              <a:lnSpc>
                <a:spcPct val="90000"/>
              </a:lnSpc>
              <a:spcBef>
                <a:spcPts val="0"/>
              </a:spcBef>
              <a:spcAft>
                <a:spcPts val="0"/>
              </a:spcAft>
              <a:buClr>
                <a:schemeClr val="dk1"/>
              </a:buClr>
              <a:buSzPts val="20800"/>
              <a:buFont typeface="Calibri"/>
              <a:buNone/>
              <a:defRPr sz="208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17" name="Google Shape;17;p7"/>
          <p:cNvSpPr txBox="1">
            <a:spLocks noGrp="1"/>
          </p:cNvSpPr>
          <p:nvPr>
            <p:ph type="subTitle" idx="1"/>
          </p:nvPr>
        </p:nvSpPr>
        <p:spPr>
          <a:xfrm>
            <a:off x="4114800" y="11526521"/>
            <a:ext cx="24688800" cy="5298300"/>
          </a:xfrm>
          <a:prstGeom prst="rect">
            <a:avLst/>
          </a:prstGeom>
          <a:noFill/>
          <a:ln>
            <a:noFill/>
          </a:ln>
        </p:spPr>
        <p:txBody>
          <a:bodyPr spcFirstLastPara="1" wrap="square" lIns="66025" tIns="33000" rIns="66025" bIns="33000" anchor="t" anchorCtr="0">
            <a:normAutofit/>
          </a:bodyPr>
          <a:lstStyle>
            <a:lvl1pPr lvl="0" algn="ctr">
              <a:lnSpc>
                <a:spcPct val="90000"/>
              </a:lnSpc>
              <a:spcBef>
                <a:spcPts val="3500"/>
              </a:spcBef>
              <a:spcAft>
                <a:spcPts val="0"/>
              </a:spcAft>
              <a:buClr>
                <a:schemeClr val="dk1"/>
              </a:buClr>
              <a:buSzPts val="8300"/>
              <a:buNone/>
              <a:defRPr sz="8300"/>
            </a:lvl1pPr>
            <a:lvl2pPr lvl="1" algn="ctr">
              <a:lnSpc>
                <a:spcPct val="90000"/>
              </a:lnSpc>
              <a:spcBef>
                <a:spcPts val="1700"/>
              </a:spcBef>
              <a:spcAft>
                <a:spcPts val="0"/>
              </a:spcAft>
              <a:buClr>
                <a:schemeClr val="dk1"/>
              </a:buClr>
              <a:buSzPts val="6900"/>
              <a:buNone/>
              <a:defRPr sz="6900"/>
            </a:lvl2pPr>
            <a:lvl3pPr lvl="2" algn="ctr">
              <a:lnSpc>
                <a:spcPct val="90000"/>
              </a:lnSpc>
              <a:spcBef>
                <a:spcPts val="1700"/>
              </a:spcBef>
              <a:spcAft>
                <a:spcPts val="0"/>
              </a:spcAft>
              <a:buClr>
                <a:schemeClr val="dk1"/>
              </a:buClr>
              <a:buSzPts val="6200"/>
              <a:buNone/>
              <a:defRPr sz="6200"/>
            </a:lvl3pPr>
            <a:lvl4pPr lvl="3" algn="ctr">
              <a:lnSpc>
                <a:spcPct val="90000"/>
              </a:lnSpc>
              <a:spcBef>
                <a:spcPts val="1700"/>
              </a:spcBef>
              <a:spcAft>
                <a:spcPts val="0"/>
              </a:spcAft>
              <a:buClr>
                <a:schemeClr val="dk1"/>
              </a:buClr>
              <a:buSzPts val="5500"/>
              <a:buNone/>
              <a:defRPr sz="5500"/>
            </a:lvl4pPr>
            <a:lvl5pPr lvl="4" algn="ctr">
              <a:lnSpc>
                <a:spcPct val="90000"/>
              </a:lnSpc>
              <a:spcBef>
                <a:spcPts val="1700"/>
              </a:spcBef>
              <a:spcAft>
                <a:spcPts val="0"/>
              </a:spcAft>
              <a:buClr>
                <a:schemeClr val="dk1"/>
              </a:buClr>
              <a:buSzPts val="5500"/>
              <a:buNone/>
              <a:defRPr sz="5500"/>
            </a:lvl5pPr>
            <a:lvl6pPr lvl="5" algn="ctr">
              <a:lnSpc>
                <a:spcPct val="90000"/>
              </a:lnSpc>
              <a:spcBef>
                <a:spcPts val="1700"/>
              </a:spcBef>
              <a:spcAft>
                <a:spcPts val="0"/>
              </a:spcAft>
              <a:buClr>
                <a:schemeClr val="dk1"/>
              </a:buClr>
              <a:buSzPts val="5500"/>
              <a:buNone/>
              <a:defRPr sz="5500"/>
            </a:lvl6pPr>
            <a:lvl7pPr lvl="6" algn="ctr">
              <a:lnSpc>
                <a:spcPct val="90000"/>
              </a:lnSpc>
              <a:spcBef>
                <a:spcPts val="1700"/>
              </a:spcBef>
              <a:spcAft>
                <a:spcPts val="0"/>
              </a:spcAft>
              <a:buClr>
                <a:schemeClr val="dk1"/>
              </a:buClr>
              <a:buSzPts val="5500"/>
              <a:buNone/>
              <a:defRPr sz="5500"/>
            </a:lvl7pPr>
            <a:lvl8pPr lvl="7" algn="ctr">
              <a:lnSpc>
                <a:spcPct val="90000"/>
              </a:lnSpc>
              <a:spcBef>
                <a:spcPts val="1700"/>
              </a:spcBef>
              <a:spcAft>
                <a:spcPts val="0"/>
              </a:spcAft>
              <a:buClr>
                <a:schemeClr val="dk1"/>
              </a:buClr>
              <a:buSzPts val="5500"/>
              <a:buNone/>
              <a:defRPr sz="5500"/>
            </a:lvl8pPr>
            <a:lvl9pPr lvl="8" algn="ctr">
              <a:lnSpc>
                <a:spcPct val="90000"/>
              </a:lnSpc>
              <a:spcBef>
                <a:spcPts val="1700"/>
              </a:spcBef>
              <a:spcAft>
                <a:spcPts val="0"/>
              </a:spcAft>
              <a:buClr>
                <a:schemeClr val="dk1"/>
              </a:buClr>
              <a:buSzPts val="5500"/>
              <a:buNone/>
              <a:defRPr sz="5500"/>
            </a:lvl9pPr>
          </a:lstStyle>
          <a:p>
            <a:endParaRPr/>
          </a:p>
        </p:txBody>
      </p:sp>
      <p:sp>
        <p:nvSpPr>
          <p:cNvPr id="18" name="Google Shape;18;p7"/>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19" name="Google Shape;19;p7"/>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0" name="Google Shape;20;p7"/>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3" name="Google Shape;23;p8"/>
          <p:cNvSpPr txBox="1">
            <a:spLocks noGrp="1"/>
          </p:cNvSpPr>
          <p:nvPr>
            <p:ph type="body" idx="1"/>
          </p:nvPr>
        </p:nvSpPr>
        <p:spPr>
          <a:xfrm>
            <a:off x="2263140" y="5842000"/>
            <a:ext cx="283920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24" name="Google Shape;24;p8"/>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5" name="Google Shape;25;p8"/>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6" name="Google Shape;26;p8"/>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000" cy="9128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20800"/>
              <a:buFont typeface="Calibri"/>
              <a:buNone/>
              <a:defRPr sz="208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9" name="Google Shape;29;p9"/>
          <p:cNvSpPr txBox="1">
            <a:spLocks noGrp="1"/>
          </p:cNvSpPr>
          <p:nvPr>
            <p:ph type="body" idx="1"/>
          </p:nvPr>
        </p:nvSpPr>
        <p:spPr>
          <a:xfrm>
            <a:off x="2245996" y="14686286"/>
            <a:ext cx="28392000" cy="48006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8300"/>
              <a:buNone/>
              <a:defRPr sz="8300">
                <a:solidFill>
                  <a:schemeClr val="dk1"/>
                </a:solidFill>
              </a:defRPr>
            </a:lvl1pPr>
            <a:lvl2pPr marL="914400" lvl="1" indent="-228600" algn="l">
              <a:lnSpc>
                <a:spcPct val="90000"/>
              </a:lnSpc>
              <a:spcBef>
                <a:spcPts val="1700"/>
              </a:spcBef>
              <a:spcAft>
                <a:spcPts val="0"/>
              </a:spcAft>
              <a:buClr>
                <a:srgbClr val="888888"/>
              </a:buClr>
              <a:buSzPts val="6900"/>
              <a:buNone/>
              <a:defRPr sz="6900">
                <a:solidFill>
                  <a:srgbClr val="888888"/>
                </a:solidFill>
              </a:defRPr>
            </a:lvl2pPr>
            <a:lvl3pPr marL="1371600" lvl="2" indent="-228600" algn="l">
              <a:lnSpc>
                <a:spcPct val="90000"/>
              </a:lnSpc>
              <a:spcBef>
                <a:spcPts val="1700"/>
              </a:spcBef>
              <a:spcAft>
                <a:spcPts val="0"/>
              </a:spcAft>
              <a:buClr>
                <a:srgbClr val="888888"/>
              </a:buClr>
              <a:buSzPts val="6200"/>
              <a:buNone/>
              <a:defRPr sz="6200">
                <a:solidFill>
                  <a:srgbClr val="888888"/>
                </a:solidFill>
              </a:defRPr>
            </a:lvl3pPr>
            <a:lvl4pPr marL="1828800" lvl="3" indent="-228600" algn="l">
              <a:lnSpc>
                <a:spcPct val="90000"/>
              </a:lnSpc>
              <a:spcBef>
                <a:spcPts val="1700"/>
              </a:spcBef>
              <a:spcAft>
                <a:spcPts val="0"/>
              </a:spcAft>
              <a:buClr>
                <a:srgbClr val="888888"/>
              </a:buClr>
              <a:buSzPts val="5500"/>
              <a:buNone/>
              <a:defRPr sz="5500">
                <a:solidFill>
                  <a:srgbClr val="888888"/>
                </a:solidFill>
              </a:defRPr>
            </a:lvl4pPr>
            <a:lvl5pPr marL="2286000" lvl="4" indent="-228600" algn="l">
              <a:lnSpc>
                <a:spcPct val="90000"/>
              </a:lnSpc>
              <a:spcBef>
                <a:spcPts val="1700"/>
              </a:spcBef>
              <a:spcAft>
                <a:spcPts val="0"/>
              </a:spcAft>
              <a:buClr>
                <a:srgbClr val="888888"/>
              </a:buClr>
              <a:buSzPts val="5500"/>
              <a:buNone/>
              <a:defRPr sz="5500">
                <a:solidFill>
                  <a:srgbClr val="888888"/>
                </a:solidFill>
              </a:defRPr>
            </a:lvl5pPr>
            <a:lvl6pPr marL="2743200" lvl="5" indent="-228600" algn="l">
              <a:lnSpc>
                <a:spcPct val="90000"/>
              </a:lnSpc>
              <a:spcBef>
                <a:spcPts val="1700"/>
              </a:spcBef>
              <a:spcAft>
                <a:spcPts val="0"/>
              </a:spcAft>
              <a:buClr>
                <a:srgbClr val="888888"/>
              </a:buClr>
              <a:buSzPts val="5500"/>
              <a:buNone/>
              <a:defRPr sz="5500">
                <a:solidFill>
                  <a:srgbClr val="888888"/>
                </a:solidFill>
              </a:defRPr>
            </a:lvl6pPr>
            <a:lvl7pPr marL="3200400" lvl="6" indent="-228600" algn="l">
              <a:lnSpc>
                <a:spcPct val="90000"/>
              </a:lnSpc>
              <a:spcBef>
                <a:spcPts val="1700"/>
              </a:spcBef>
              <a:spcAft>
                <a:spcPts val="0"/>
              </a:spcAft>
              <a:buClr>
                <a:srgbClr val="888888"/>
              </a:buClr>
              <a:buSzPts val="5500"/>
              <a:buNone/>
              <a:defRPr sz="5500">
                <a:solidFill>
                  <a:srgbClr val="888888"/>
                </a:solidFill>
              </a:defRPr>
            </a:lvl7pPr>
            <a:lvl8pPr marL="3657600" lvl="7" indent="-228600" algn="l">
              <a:lnSpc>
                <a:spcPct val="90000"/>
              </a:lnSpc>
              <a:spcBef>
                <a:spcPts val="1700"/>
              </a:spcBef>
              <a:spcAft>
                <a:spcPts val="0"/>
              </a:spcAft>
              <a:buClr>
                <a:srgbClr val="888888"/>
              </a:buClr>
              <a:buSzPts val="5500"/>
              <a:buNone/>
              <a:defRPr sz="5500">
                <a:solidFill>
                  <a:srgbClr val="888888"/>
                </a:solidFill>
              </a:defRPr>
            </a:lvl8pPr>
            <a:lvl9pPr marL="4114800" lvl="8" indent="-228600" algn="l">
              <a:lnSpc>
                <a:spcPct val="90000"/>
              </a:lnSpc>
              <a:spcBef>
                <a:spcPts val="1700"/>
              </a:spcBef>
              <a:spcAft>
                <a:spcPts val="0"/>
              </a:spcAft>
              <a:buClr>
                <a:srgbClr val="888888"/>
              </a:buClr>
              <a:buSzPts val="5500"/>
              <a:buNone/>
              <a:defRPr sz="5500">
                <a:solidFill>
                  <a:srgbClr val="888888"/>
                </a:solidFill>
              </a:defRPr>
            </a:lvl9pPr>
          </a:lstStyle>
          <a:p>
            <a:endParaRPr/>
          </a:p>
        </p:txBody>
      </p:sp>
      <p:sp>
        <p:nvSpPr>
          <p:cNvPr id="30" name="Google Shape;30;p9"/>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1" name="Google Shape;31;p9"/>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2" name="Google Shape;32;p9"/>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5" name="Google Shape;35;p10"/>
          <p:cNvSpPr txBox="1">
            <a:spLocks noGrp="1"/>
          </p:cNvSpPr>
          <p:nvPr>
            <p:ph type="body" idx="1"/>
          </p:nvPr>
        </p:nvSpPr>
        <p:spPr>
          <a:xfrm>
            <a:off x="2263140" y="5842000"/>
            <a:ext cx="139902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36" name="Google Shape;36;p10"/>
          <p:cNvSpPr txBox="1">
            <a:spLocks noGrp="1"/>
          </p:cNvSpPr>
          <p:nvPr>
            <p:ph type="body" idx="2"/>
          </p:nvPr>
        </p:nvSpPr>
        <p:spPr>
          <a:xfrm>
            <a:off x="16664940" y="5842000"/>
            <a:ext cx="139902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37" name="Google Shape;37;p10"/>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8" name="Google Shape;38;p10"/>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9" name="Google Shape;39;p10"/>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42" name="Google Shape;42;p11"/>
          <p:cNvSpPr txBox="1">
            <a:spLocks noGrp="1"/>
          </p:cNvSpPr>
          <p:nvPr>
            <p:ph type="body" idx="1"/>
          </p:nvPr>
        </p:nvSpPr>
        <p:spPr>
          <a:xfrm>
            <a:off x="2267432" y="5379721"/>
            <a:ext cx="13926000" cy="2636400"/>
          </a:xfrm>
          <a:prstGeom prst="rect">
            <a:avLst/>
          </a:prstGeom>
          <a:noFill/>
          <a:ln>
            <a:noFill/>
          </a:ln>
        </p:spPr>
        <p:txBody>
          <a:bodyPr spcFirstLastPara="1" wrap="square" lIns="66025" tIns="33000" rIns="66025" bIns="33000" anchor="b" anchorCtr="0">
            <a:normAutofit/>
          </a:bodyPr>
          <a:lstStyle>
            <a:lvl1pPr marL="457200" lvl="0" indent="-228600" algn="l">
              <a:lnSpc>
                <a:spcPct val="90000"/>
              </a:lnSpc>
              <a:spcBef>
                <a:spcPts val="3500"/>
              </a:spcBef>
              <a:spcAft>
                <a:spcPts val="0"/>
              </a:spcAft>
              <a:buClr>
                <a:schemeClr val="dk1"/>
              </a:buClr>
              <a:buSzPts val="8300"/>
              <a:buNone/>
              <a:defRPr sz="8300" b="1"/>
            </a:lvl1pPr>
            <a:lvl2pPr marL="914400" lvl="1" indent="-228600" algn="l">
              <a:lnSpc>
                <a:spcPct val="90000"/>
              </a:lnSpc>
              <a:spcBef>
                <a:spcPts val="1700"/>
              </a:spcBef>
              <a:spcAft>
                <a:spcPts val="0"/>
              </a:spcAft>
              <a:buClr>
                <a:schemeClr val="dk1"/>
              </a:buClr>
              <a:buSzPts val="6900"/>
              <a:buNone/>
              <a:defRPr sz="6900" b="1"/>
            </a:lvl2pPr>
            <a:lvl3pPr marL="1371600" lvl="2" indent="-228600" algn="l">
              <a:lnSpc>
                <a:spcPct val="90000"/>
              </a:lnSpc>
              <a:spcBef>
                <a:spcPts val="1700"/>
              </a:spcBef>
              <a:spcAft>
                <a:spcPts val="0"/>
              </a:spcAft>
              <a:buClr>
                <a:schemeClr val="dk1"/>
              </a:buClr>
              <a:buSzPts val="6200"/>
              <a:buNone/>
              <a:defRPr sz="6200" b="1"/>
            </a:lvl3pPr>
            <a:lvl4pPr marL="1828800" lvl="3" indent="-228600" algn="l">
              <a:lnSpc>
                <a:spcPct val="90000"/>
              </a:lnSpc>
              <a:spcBef>
                <a:spcPts val="1700"/>
              </a:spcBef>
              <a:spcAft>
                <a:spcPts val="0"/>
              </a:spcAft>
              <a:buClr>
                <a:schemeClr val="dk1"/>
              </a:buClr>
              <a:buSzPts val="5500"/>
              <a:buNone/>
              <a:defRPr sz="5500" b="1"/>
            </a:lvl4pPr>
            <a:lvl5pPr marL="2286000" lvl="4" indent="-228600" algn="l">
              <a:lnSpc>
                <a:spcPct val="90000"/>
              </a:lnSpc>
              <a:spcBef>
                <a:spcPts val="1700"/>
              </a:spcBef>
              <a:spcAft>
                <a:spcPts val="0"/>
              </a:spcAft>
              <a:buClr>
                <a:schemeClr val="dk1"/>
              </a:buClr>
              <a:buSzPts val="5500"/>
              <a:buNone/>
              <a:defRPr sz="5500" b="1"/>
            </a:lvl5pPr>
            <a:lvl6pPr marL="2743200" lvl="5" indent="-228600" algn="l">
              <a:lnSpc>
                <a:spcPct val="90000"/>
              </a:lnSpc>
              <a:spcBef>
                <a:spcPts val="1700"/>
              </a:spcBef>
              <a:spcAft>
                <a:spcPts val="0"/>
              </a:spcAft>
              <a:buClr>
                <a:schemeClr val="dk1"/>
              </a:buClr>
              <a:buSzPts val="5500"/>
              <a:buNone/>
              <a:defRPr sz="5500" b="1"/>
            </a:lvl6pPr>
            <a:lvl7pPr marL="3200400" lvl="6" indent="-228600" algn="l">
              <a:lnSpc>
                <a:spcPct val="90000"/>
              </a:lnSpc>
              <a:spcBef>
                <a:spcPts val="1700"/>
              </a:spcBef>
              <a:spcAft>
                <a:spcPts val="0"/>
              </a:spcAft>
              <a:buClr>
                <a:schemeClr val="dk1"/>
              </a:buClr>
              <a:buSzPts val="5500"/>
              <a:buNone/>
              <a:defRPr sz="5500" b="1"/>
            </a:lvl7pPr>
            <a:lvl8pPr marL="3657600" lvl="7" indent="-228600" algn="l">
              <a:lnSpc>
                <a:spcPct val="90000"/>
              </a:lnSpc>
              <a:spcBef>
                <a:spcPts val="1700"/>
              </a:spcBef>
              <a:spcAft>
                <a:spcPts val="0"/>
              </a:spcAft>
              <a:buClr>
                <a:schemeClr val="dk1"/>
              </a:buClr>
              <a:buSzPts val="5500"/>
              <a:buNone/>
              <a:defRPr sz="5500" b="1"/>
            </a:lvl8pPr>
            <a:lvl9pPr marL="4114800" lvl="8" indent="-228600" algn="l">
              <a:lnSpc>
                <a:spcPct val="90000"/>
              </a:lnSpc>
              <a:spcBef>
                <a:spcPts val="1700"/>
              </a:spcBef>
              <a:spcAft>
                <a:spcPts val="0"/>
              </a:spcAft>
              <a:buClr>
                <a:schemeClr val="dk1"/>
              </a:buClr>
              <a:buSzPts val="5500"/>
              <a:buNone/>
              <a:defRPr sz="5500" b="1"/>
            </a:lvl9pPr>
          </a:lstStyle>
          <a:p>
            <a:endParaRPr/>
          </a:p>
        </p:txBody>
      </p:sp>
      <p:sp>
        <p:nvSpPr>
          <p:cNvPr id="43" name="Google Shape;43;p11"/>
          <p:cNvSpPr txBox="1">
            <a:spLocks noGrp="1"/>
          </p:cNvSpPr>
          <p:nvPr>
            <p:ph type="body" idx="2"/>
          </p:nvPr>
        </p:nvSpPr>
        <p:spPr>
          <a:xfrm>
            <a:off x="2267432" y="8016240"/>
            <a:ext cx="13926000" cy="117906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44" name="Google Shape;44;p11"/>
          <p:cNvSpPr txBox="1">
            <a:spLocks noGrp="1"/>
          </p:cNvSpPr>
          <p:nvPr>
            <p:ph type="body" idx="3"/>
          </p:nvPr>
        </p:nvSpPr>
        <p:spPr>
          <a:xfrm>
            <a:off x="16664941" y="5379721"/>
            <a:ext cx="13994700" cy="2636400"/>
          </a:xfrm>
          <a:prstGeom prst="rect">
            <a:avLst/>
          </a:prstGeom>
          <a:noFill/>
          <a:ln>
            <a:noFill/>
          </a:ln>
        </p:spPr>
        <p:txBody>
          <a:bodyPr spcFirstLastPara="1" wrap="square" lIns="66025" tIns="33000" rIns="66025" bIns="33000" anchor="b" anchorCtr="0">
            <a:normAutofit/>
          </a:bodyPr>
          <a:lstStyle>
            <a:lvl1pPr marL="457200" lvl="0" indent="-228600" algn="l">
              <a:lnSpc>
                <a:spcPct val="90000"/>
              </a:lnSpc>
              <a:spcBef>
                <a:spcPts val="3500"/>
              </a:spcBef>
              <a:spcAft>
                <a:spcPts val="0"/>
              </a:spcAft>
              <a:buClr>
                <a:schemeClr val="dk1"/>
              </a:buClr>
              <a:buSzPts val="8300"/>
              <a:buNone/>
              <a:defRPr sz="8300" b="1"/>
            </a:lvl1pPr>
            <a:lvl2pPr marL="914400" lvl="1" indent="-228600" algn="l">
              <a:lnSpc>
                <a:spcPct val="90000"/>
              </a:lnSpc>
              <a:spcBef>
                <a:spcPts val="1700"/>
              </a:spcBef>
              <a:spcAft>
                <a:spcPts val="0"/>
              </a:spcAft>
              <a:buClr>
                <a:schemeClr val="dk1"/>
              </a:buClr>
              <a:buSzPts val="6900"/>
              <a:buNone/>
              <a:defRPr sz="6900" b="1"/>
            </a:lvl2pPr>
            <a:lvl3pPr marL="1371600" lvl="2" indent="-228600" algn="l">
              <a:lnSpc>
                <a:spcPct val="90000"/>
              </a:lnSpc>
              <a:spcBef>
                <a:spcPts val="1700"/>
              </a:spcBef>
              <a:spcAft>
                <a:spcPts val="0"/>
              </a:spcAft>
              <a:buClr>
                <a:schemeClr val="dk1"/>
              </a:buClr>
              <a:buSzPts val="6200"/>
              <a:buNone/>
              <a:defRPr sz="6200" b="1"/>
            </a:lvl3pPr>
            <a:lvl4pPr marL="1828800" lvl="3" indent="-228600" algn="l">
              <a:lnSpc>
                <a:spcPct val="90000"/>
              </a:lnSpc>
              <a:spcBef>
                <a:spcPts val="1700"/>
              </a:spcBef>
              <a:spcAft>
                <a:spcPts val="0"/>
              </a:spcAft>
              <a:buClr>
                <a:schemeClr val="dk1"/>
              </a:buClr>
              <a:buSzPts val="5500"/>
              <a:buNone/>
              <a:defRPr sz="5500" b="1"/>
            </a:lvl4pPr>
            <a:lvl5pPr marL="2286000" lvl="4" indent="-228600" algn="l">
              <a:lnSpc>
                <a:spcPct val="90000"/>
              </a:lnSpc>
              <a:spcBef>
                <a:spcPts val="1700"/>
              </a:spcBef>
              <a:spcAft>
                <a:spcPts val="0"/>
              </a:spcAft>
              <a:buClr>
                <a:schemeClr val="dk1"/>
              </a:buClr>
              <a:buSzPts val="5500"/>
              <a:buNone/>
              <a:defRPr sz="5500" b="1"/>
            </a:lvl5pPr>
            <a:lvl6pPr marL="2743200" lvl="5" indent="-228600" algn="l">
              <a:lnSpc>
                <a:spcPct val="90000"/>
              </a:lnSpc>
              <a:spcBef>
                <a:spcPts val="1700"/>
              </a:spcBef>
              <a:spcAft>
                <a:spcPts val="0"/>
              </a:spcAft>
              <a:buClr>
                <a:schemeClr val="dk1"/>
              </a:buClr>
              <a:buSzPts val="5500"/>
              <a:buNone/>
              <a:defRPr sz="5500" b="1"/>
            </a:lvl6pPr>
            <a:lvl7pPr marL="3200400" lvl="6" indent="-228600" algn="l">
              <a:lnSpc>
                <a:spcPct val="90000"/>
              </a:lnSpc>
              <a:spcBef>
                <a:spcPts val="1700"/>
              </a:spcBef>
              <a:spcAft>
                <a:spcPts val="0"/>
              </a:spcAft>
              <a:buClr>
                <a:schemeClr val="dk1"/>
              </a:buClr>
              <a:buSzPts val="5500"/>
              <a:buNone/>
              <a:defRPr sz="5500" b="1"/>
            </a:lvl7pPr>
            <a:lvl8pPr marL="3657600" lvl="7" indent="-228600" algn="l">
              <a:lnSpc>
                <a:spcPct val="90000"/>
              </a:lnSpc>
              <a:spcBef>
                <a:spcPts val="1700"/>
              </a:spcBef>
              <a:spcAft>
                <a:spcPts val="0"/>
              </a:spcAft>
              <a:buClr>
                <a:schemeClr val="dk1"/>
              </a:buClr>
              <a:buSzPts val="5500"/>
              <a:buNone/>
              <a:defRPr sz="5500" b="1"/>
            </a:lvl8pPr>
            <a:lvl9pPr marL="4114800" lvl="8" indent="-228600" algn="l">
              <a:lnSpc>
                <a:spcPct val="90000"/>
              </a:lnSpc>
              <a:spcBef>
                <a:spcPts val="1700"/>
              </a:spcBef>
              <a:spcAft>
                <a:spcPts val="0"/>
              </a:spcAft>
              <a:buClr>
                <a:schemeClr val="dk1"/>
              </a:buClr>
              <a:buSzPts val="5500"/>
              <a:buNone/>
              <a:defRPr sz="5500" b="1"/>
            </a:lvl9pPr>
          </a:lstStyle>
          <a:p>
            <a:endParaRPr/>
          </a:p>
        </p:txBody>
      </p:sp>
      <p:sp>
        <p:nvSpPr>
          <p:cNvPr id="45" name="Google Shape;45;p11"/>
          <p:cNvSpPr txBox="1">
            <a:spLocks noGrp="1"/>
          </p:cNvSpPr>
          <p:nvPr>
            <p:ph type="body" idx="4"/>
          </p:nvPr>
        </p:nvSpPr>
        <p:spPr>
          <a:xfrm>
            <a:off x="16664941" y="8016240"/>
            <a:ext cx="13994700" cy="117906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46" name="Google Shape;46;p11"/>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47" name="Google Shape;47;p11"/>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48" name="Google Shape;48;p11"/>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1" name="Google Shape;51;p12"/>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2" name="Google Shape;52;p12"/>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3" name="Google Shape;53;p12"/>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6" name="Google Shape;56;p13"/>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7" name="Google Shape;57;p13"/>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00" cy="5120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11100"/>
              <a:buFont typeface="Calibri"/>
              <a:buNone/>
              <a:defRPr sz="111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0" name="Google Shape;60;p14"/>
          <p:cNvSpPr txBox="1">
            <a:spLocks noGrp="1"/>
          </p:cNvSpPr>
          <p:nvPr>
            <p:ph type="body" idx="1"/>
          </p:nvPr>
        </p:nvSpPr>
        <p:spPr>
          <a:xfrm>
            <a:off x="13994608" y="3159765"/>
            <a:ext cx="16665000" cy="15595500"/>
          </a:xfrm>
          <a:prstGeom prst="rect">
            <a:avLst/>
          </a:prstGeom>
          <a:noFill/>
          <a:ln>
            <a:noFill/>
          </a:ln>
        </p:spPr>
        <p:txBody>
          <a:bodyPr spcFirstLastPara="1" wrap="square" lIns="66025" tIns="33000" rIns="66025" bIns="33000" anchor="t" anchorCtr="0">
            <a:normAutofit/>
          </a:bodyPr>
          <a:lstStyle>
            <a:lvl1pPr marL="457200" lvl="0" indent="-933450" algn="l">
              <a:lnSpc>
                <a:spcPct val="90000"/>
              </a:lnSpc>
              <a:spcBef>
                <a:spcPts val="3500"/>
              </a:spcBef>
              <a:spcAft>
                <a:spcPts val="0"/>
              </a:spcAft>
              <a:buClr>
                <a:schemeClr val="dk1"/>
              </a:buClr>
              <a:buSzPts val="11100"/>
              <a:buChar char="•"/>
              <a:defRPr sz="11100"/>
            </a:lvl1pPr>
            <a:lvl2pPr marL="914400" lvl="1" indent="-844550" algn="l">
              <a:lnSpc>
                <a:spcPct val="90000"/>
              </a:lnSpc>
              <a:spcBef>
                <a:spcPts val="1700"/>
              </a:spcBef>
              <a:spcAft>
                <a:spcPts val="0"/>
              </a:spcAft>
              <a:buClr>
                <a:schemeClr val="dk1"/>
              </a:buClr>
              <a:buSzPts val="9700"/>
              <a:buChar char="•"/>
              <a:defRPr sz="9700"/>
            </a:lvl2pPr>
            <a:lvl3pPr marL="1371600" lvl="2" indent="-755650" algn="l">
              <a:lnSpc>
                <a:spcPct val="90000"/>
              </a:lnSpc>
              <a:spcBef>
                <a:spcPts val="1700"/>
              </a:spcBef>
              <a:spcAft>
                <a:spcPts val="0"/>
              </a:spcAft>
              <a:buClr>
                <a:schemeClr val="dk1"/>
              </a:buClr>
              <a:buSzPts val="8300"/>
              <a:buChar char="•"/>
              <a:defRPr sz="8300"/>
            </a:lvl3pPr>
            <a:lvl4pPr marL="1828800" lvl="3" indent="-666750" algn="l">
              <a:lnSpc>
                <a:spcPct val="90000"/>
              </a:lnSpc>
              <a:spcBef>
                <a:spcPts val="1700"/>
              </a:spcBef>
              <a:spcAft>
                <a:spcPts val="0"/>
              </a:spcAft>
              <a:buClr>
                <a:schemeClr val="dk1"/>
              </a:buClr>
              <a:buSzPts val="6900"/>
              <a:buChar char="•"/>
              <a:defRPr sz="6900"/>
            </a:lvl4pPr>
            <a:lvl5pPr marL="2286000" lvl="4" indent="-666750" algn="l">
              <a:lnSpc>
                <a:spcPct val="90000"/>
              </a:lnSpc>
              <a:spcBef>
                <a:spcPts val="1700"/>
              </a:spcBef>
              <a:spcAft>
                <a:spcPts val="0"/>
              </a:spcAft>
              <a:buClr>
                <a:schemeClr val="dk1"/>
              </a:buClr>
              <a:buSzPts val="6900"/>
              <a:buChar char="•"/>
              <a:defRPr sz="6900"/>
            </a:lvl5pPr>
            <a:lvl6pPr marL="2743200" lvl="5" indent="-666750" algn="l">
              <a:lnSpc>
                <a:spcPct val="90000"/>
              </a:lnSpc>
              <a:spcBef>
                <a:spcPts val="1700"/>
              </a:spcBef>
              <a:spcAft>
                <a:spcPts val="0"/>
              </a:spcAft>
              <a:buClr>
                <a:schemeClr val="dk1"/>
              </a:buClr>
              <a:buSzPts val="6900"/>
              <a:buChar char="•"/>
              <a:defRPr sz="6900"/>
            </a:lvl6pPr>
            <a:lvl7pPr marL="3200400" lvl="6" indent="-666750" algn="l">
              <a:lnSpc>
                <a:spcPct val="90000"/>
              </a:lnSpc>
              <a:spcBef>
                <a:spcPts val="1700"/>
              </a:spcBef>
              <a:spcAft>
                <a:spcPts val="0"/>
              </a:spcAft>
              <a:buClr>
                <a:schemeClr val="dk1"/>
              </a:buClr>
              <a:buSzPts val="6900"/>
              <a:buChar char="•"/>
              <a:defRPr sz="6900"/>
            </a:lvl7pPr>
            <a:lvl8pPr marL="3657600" lvl="7" indent="-666750" algn="l">
              <a:lnSpc>
                <a:spcPct val="90000"/>
              </a:lnSpc>
              <a:spcBef>
                <a:spcPts val="1700"/>
              </a:spcBef>
              <a:spcAft>
                <a:spcPts val="0"/>
              </a:spcAft>
              <a:buClr>
                <a:schemeClr val="dk1"/>
              </a:buClr>
              <a:buSzPts val="6900"/>
              <a:buChar char="•"/>
              <a:defRPr sz="6900"/>
            </a:lvl8pPr>
            <a:lvl9pPr marL="4114800" lvl="8" indent="-666750" algn="l">
              <a:lnSpc>
                <a:spcPct val="90000"/>
              </a:lnSpc>
              <a:spcBef>
                <a:spcPts val="1700"/>
              </a:spcBef>
              <a:spcAft>
                <a:spcPts val="0"/>
              </a:spcAft>
              <a:buClr>
                <a:schemeClr val="dk1"/>
              </a:buClr>
              <a:buSzPts val="6900"/>
              <a:buChar char="•"/>
              <a:defRPr sz="6900"/>
            </a:lvl9pPr>
          </a:lstStyle>
          <a:p>
            <a:endParaRPr/>
          </a:p>
        </p:txBody>
      </p:sp>
      <p:sp>
        <p:nvSpPr>
          <p:cNvPr id="61" name="Google Shape;61;p14"/>
          <p:cNvSpPr txBox="1">
            <a:spLocks noGrp="1"/>
          </p:cNvSpPr>
          <p:nvPr>
            <p:ph type="body" idx="2"/>
          </p:nvPr>
        </p:nvSpPr>
        <p:spPr>
          <a:xfrm>
            <a:off x="2267428" y="6583680"/>
            <a:ext cx="10617000" cy="121971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5500"/>
              <a:buNone/>
              <a:defRPr sz="5500"/>
            </a:lvl1pPr>
            <a:lvl2pPr marL="914400" lvl="1" indent="-228600" algn="l">
              <a:lnSpc>
                <a:spcPct val="90000"/>
              </a:lnSpc>
              <a:spcBef>
                <a:spcPts val="1700"/>
              </a:spcBef>
              <a:spcAft>
                <a:spcPts val="0"/>
              </a:spcAft>
              <a:buClr>
                <a:schemeClr val="dk1"/>
              </a:buClr>
              <a:buSzPts val="4900"/>
              <a:buNone/>
              <a:defRPr sz="4900"/>
            </a:lvl2pPr>
            <a:lvl3pPr marL="1371600" lvl="2" indent="-228600" algn="l">
              <a:lnSpc>
                <a:spcPct val="90000"/>
              </a:lnSpc>
              <a:spcBef>
                <a:spcPts val="1700"/>
              </a:spcBef>
              <a:spcAft>
                <a:spcPts val="0"/>
              </a:spcAft>
              <a:buClr>
                <a:schemeClr val="dk1"/>
              </a:buClr>
              <a:buSzPts val="4200"/>
              <a:buNone/>
              <a:defRPr sz="4200"/>
            </a:lvl3pPr>
            <a:lvl4pPr marL="1828800" lvl="3" indent="-228600" algn="l">
              <a:lnSpc>
                <a:spcPct val="90000"/>
              </a:lnSpc>
              <a:spcBef>
                <a:spcPts val="1700"/>
              </a:spcBef>
              <a:spcAft>
                <a:spcPts val="0"/>
              </a:spcAft>
              <a:buClr>
                <a:schemeClr val="dk1"/>
              </a:buClr>
              <a:buSzPts val="3500"/>
              <a:buNone/>
              <a:defRPr sz="3500"/>
            </a:lvl4pPr>
            <a:lvl5pPr marL="2286000" lvl="4" indent="-228600" algn="l">
              <a:lnSpc>
                <a:spcPct val="90000"/>
              </a:lnSpc>
              <a:spcBef>
                <a:spcPts val="1700"/>
              </a:spcBef>
              <a:spcAft>
                <a:spcPts val="0"/>
              </a:spcAft>
              <a:buClr>
                <a:schemeClr val="dk1"/>
              </a:buClr>
              <a:buSzPts val="3500"/>
              <a:buNone/>
              <a:defRPr sz="3500"/>
            </a:lvl5pPr>
            <a:lvl6pPr marL="2743200" lvl="5" indent="-228600" algn="l">
              <a:lnSpc>
                <a:spcPct val="90000"/>
              </a:lnSpc>
              <a:spcBef>
                <a:spcPts val="1700"/>
              </a:spcBef>
              <a:spcAft>
                <a:spcPts val="0"/>
              </a:spcAft>
              <a:buClr>
                <a:schemeClr val="dk1"/>
              </a:buClr>
              <a:buSzPts val="3500"/>
              <a:buNone/>
              <a:defRPr sz="3500"/>
            </a:lvl6pPr>
            <a:lvl7pPr marL="3200400" lvl="6" indent="-228600" algn="l">
              <a:lnSpc>
                <a:spcPct val="90000"/>
              </a:lnSpc>
              <a:spcBef>
                <a:spcPts val="1700"/>
              </a:spcBef>
              <a:spcAft>
                <a:spcPts val="0"/>
              </a:spcAft>
              <a:buClr>
                <a:schemeClr val="dk1"/>
              </a:buClr>
              <a:buSzPts val="3500"/>
              <a:buNone/>
              <a:defRPr sz="3500"/>
            </a:lvl7pPr>
            <a:lvl8pPr marL="3657600" lvl="7" indent="-228600" algn="l">
              <a:lnSpc>
                <a:spcPct val="90000"/>
              </a:lnSpc>
              <a:spcBef>
                <a:spcPts val="1700"/>
              </a:spcBef>
              <a:spcAft>
                <a:spcPts val="0"/>
              </a:spcAft>
              <a:buClr>
                <a:schemeClr val="dk1"/>
              </a:buClr>
              <a:buSzPts val="3500"/>
              <a:buNone/>
              <a:defRPr sz="3500"/>
            </a:lvl8pPr>
            <a:lvl9pPr marL="4114800" lvl="8" indent="-228600" algn="l">
              <a:lnSpc>
                <a:spcPct val="90000"/>
              </a:lnSpc>
              <a:spcBef>
                <a:spcPts val="1700"/>
              </a:spcBef>
              <a:spcAft>
                <a:spcPts val="0"/>
              </a:spcAft>
              <a:buClr>
                <a:schemeClr val="dk1"/>
              </a:buClr>
              <a:buSzPts val="3500"/>
              <a:buNone/>
              <a:defRPr sz="3500"/>
            </a:lvl9pPr>
          </a:lstStyle>
          <a:p>
            <a:endParaRPr/>
          </a:p>
        </p:txBody>
      </p:sp>
      <p:sp>
        <p:nvSpPr>
          <p:cNvPr id="62" name="Google Shape;62;p14"/>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3" name="Google Shape;63;p14"/>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4" name="Google Shape;64;p14"/>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00" cy="5120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11100"/>
              <a:buFont typeface="Calibri"/>
              <a:buNone/>
              <a:defRPr sz="111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7" name="Google Shape;67;p15"/>
          <p:cNvSpPr>
            <a:spLocks noGrp="1"/>
          </p:cNvSpPr>
          <p:nvPr>
            <p:ph type="pic" idx="2"/>
          </p:nvPr>
        </p:nvSpPr>
        <p:spPr>
          <a:xfrm>
            <a:off x="13994608" y="3159765"/>
            <a:ext cx="16665000" cy="15595500"/>
          </a:xfrm>
          <a:prstGeom prst="rect">
            <a:avLst/>
          </a:prstGeom>
          <a:noFill/>
          <a:ln>
            <a:noFill/>
          </a:ln>
        </p:spPr>
      </p:sp>
      <p:sp>
        <p:nvSpPr>
          <p:cNvPr id="68" name="Google Shape;68;p15"/>
          <p:cNvSpPr txBox="1">
            <a:spLocks noGrp="1"/>
          </p:cNvSpPr>
          <p:nvPr>
            <p:ph type="body" idx="1"/>
          </p:nvPr>
        </p:nvSpPr>
        <p:spPr>
          <a:xfrm>
            <a:off x="2267428" y="6583680"/>
            <a:ext cx="10617000" cy="121971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5500"/>
              <a:buNone/>
              <a:defRPr sz="5500"/>
            </a:lvl1pPr>
            <a:lvl2pPr marL="914400" lvl="1" indent="-228600" algn="l">
              <a:lnSpc>
                <a:spcPct val="90000"/>
              </a:lnSpc>
              <a:spcBef>
                <a:spcPts val="1700"/>
              </a:spcBef>
              <a:spcAft>
                <a:spcPts val="0"/>
              </a:spcAft>
              <a:buClr>
                <a:schemeClr val="dk1"/>
              </a:buClr>
              <a:buSzPts val="4900"/>
              <a:buNone/>
              <a:defRPr sz="4900"/>
            </a:lvl2pPr>
            <a:lvl3pPr marL="1371600" lvl="2" indent="-228600" algn="l">
              <a:lnSpc>
                <a:spcPct val="90000"/>
              </a:lnSpc>
              <a:spcBef>
                <a:spcPts val="1700"/>
              </a:spcBef>
              <a:spcAft>
                <a:spcPts val="0"/>
              </a:spcAft>
              <a:buClr>
                <a:schemeClr val="dk1"/>
              </a:buClr>
              <a:buSzPts val="4200"/>
              <a:buNone/>
              <a:defRPr sz="4200"/>
            </a:lvl3pPr>
            <a:lvl4pPr marL="1828800" lvl="3" indent="-228600" algn="l">
              <a:lnSpc>
                <a:spcPct val="90000"/>
              </a:lnSpc>
              <a:spcBef>
                <a:spcPts val="1700"/>
              </a:spcBef>
              <a:spcAft>
                <a:spcPts val="0"/>
              </a:spcAft>
              <a:buClr>
                <a:schemeClr val="dk1"/>
              </a:buClr>
              <a:buSzPts val="3500"/>
              <a:buNone/>
              <a:defRPr sz="3500"/>
            </a:lvl4pPr>
            <a:lvl5pPr marL="2286000" lvl="4" indent="-228600" algn="l">
              <a:lnSpc>
                <a:spcPct val="90000"/>
              </a:lnSpc>
              <a:spcBef>
                <a:spcPts val="1700"/>
              </a:spcBef>
              <a:spcAft>
                <a:spcPts val="0"/>
              </a:spcAft>
              <a:buClr>
                <a:schemeClr val="dk1"/>
              </a:buClr>
              <a:buSzPts val="3500"/>
              <a:buNone/>
              <a:defRPr sz="3500"/>
            </a:lvl5pPr>
            <a:lvl6pPr marL="2743200" lvl="5" indent="-228600" algn="l">
              <a:lnSpc>
                <a:spcPct val="90000"/>
              </a:lnSpc>
              <a:spcBef>
                <a:spcPts val="1700"/>
              </a:spcBef>
              <a:spcAft>
                <a:spcPts val="0"/>
              </a:spcAft>
              <a:buClr>
                <a:schemeClr val="dk1"/>
              </a:buClr>
              <a:buSzPts val="3500"/>
              <a:buNone/>
              <a:defRPr sz="3500"/>
            </a:lvl6pPr>
            <a:lvl7pPr marL="3200400" lvl="6" indent="-228600" algn="l">
              <a:lnSpc>
                <a:spcPct val="90000"/>
              </a:lnSpc>
              <a:spcBef>
                <a:spcPts val="1700"/>
              </a:spcBef>
              <a:spcAft>
                <a:spcPts val="0"/>
              </a:spcAft>
              <a:buClr>
                <a:schemeClr val="dk1"/>
              </a:buClr>
              <a:buSzPts val="3500"/>
              <a:buNone/>
              <a:defRPr sz="3500"/>
            </a:lvl7pPr>
            <a:lvl8pPr marL="3657600" lvl="7" indent="-228600" algn="l">
              <a:lnSpc>
                <a:spcPct val="90000"/>
              </a:lnSpc>
              <a:spcBef>
                <a:spcPts val="1700"/>
              </a:spcBef>
              <a:spcAft>
                <a:spcPts val="0"/>
              </a:spcAft>
              <a:buClr>
                <a:schemeClr val="dk1"/>
              </a:buClr>
              <a:buSzPts val="3500"/>
              <a:buNone/>
              <a:defRPr sz="3500"/>
            </a:lvl8pPr>
            <a:lvl9pPr marL="4114800" lvl="8" indent="-228600" algn="l">
              <a:lnSpc>
                <a:spcPct val="90000"/>
              </a:lnSpc>
              <a:spcBef>
                <a:spcPts val="1700"/>
              </a:spcBef>
              <a:spcAft>
                <a:spcPts val="0"/>
              </a:spcAft>
              <a:buClr>
                <a:schemeClr val="dk1"/>
              </a:buClr>
              <a:buSzPts val="3500"/>
              <a:buNone/>
              <a:defRPr sz="3500"/>
            </a:lvl9pPr>
          </a:lstStyle>
          <a:p>
            <a:endParaRPr/>
          </a:p>
        </p:txBody>
      </p:sp>
      <p:sp>
        <p:nvSpPr>
          <p:cNvPr id="69" name="Google Shape;69;p15"/>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0" name="Google Shape;70;p15"/>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1" name="Google Shape;71;p15"/>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4" name="Google Shape;74;p16"/>
          <p:cNvSpPr txBox="1">
            <a:spLocks noGrp="1"/>
          </p:cNvSpPr>
          <p:nvPr>
            <p:ph type="body" idx="1"/>
          </p:nvPr>
        </p:nvSpPr>
        <p:spPr>
          <a:xfrm rot="5400000">
            <a:off x="9497160" y="-1391900"/>
            <a:ext cx="13924200" cy="283920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75" name="Google Shape;75;p16"/>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6" name="Google Shape;76;p16"/>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7" name="Google Shape;77;p16"/>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12" y="6918350"/>
            <a:ext cx="18597900" cy="70980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80" name="Google Shape;80;p17"/>
          <p:cNvSpPr txBox="1">
            <a:spLocks noGrp="1"/>
          </p:cNvSpPr>
          <p:nvPr>
            <p:ph type="body" idx="1"/>
          </p:nvPr>
        </p:nvSpPr>
        <p:spPr>
          <a:xfrm rot="5400000">
            <a:off x="3405452" y="26000"/>
            <a:ext cx="18597900" cy="208827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81" name="Google Shape;81;p17"/>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82" name="Google Shape;82;p17"/>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83" name="Google Shape;83;p17"/>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marR="0" lvl="0" algn="l" rtl="0">
              <a:lnSpc>
                <a:spcPct val="90000"/>
              </a:lnSpc>
              <a:spcBef>
                <a:spcPts val="0"/>
              </a:spcBef>
              <a:spcAft>
                <a:spcPts val="0"/>
              </a:spcAft>
              <a:buClr>
                <a:schemeClr val="dk1"/>
              </a:buClr>
              <a:buSzPts val="15300"/>
              <a:buFont typeface="Calibri"/>
              <a:buNone/>
              <a:defRPr sz="15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000" cy="13924200"/>
          </a:xfrm>
          <a:prstGeom prst="rect">
            <a:avLst/>
          </a:prstGeom>
          <a:noFill/>
          <a:ln>
            <a:noFill/>
          </a:ln>
        </p:spPr>
        <p:txBody>
          <a:bodyPr spcFirstLastPara="1" wrap="square" lIns="66025" tIns="33000" rIns="66025" bIns="33000" anchor="t" anchorCtr="0">
            <a:normAutofit/>
          </a:bodyPr>
          <a:lstStyle>
            <a:lvl1pPr marL="457200" marR="0" lvl="0" indent="-844550" algn="l" rtl="0">
              <a:lnSpc>
                <a:spcPct val="90000"/>
              </a:lnSpc>
              <a:spcBef>
                <a:spcPts val="3500"/>
              </a:spcBef>
              <a:spcAft>
                <a:spcPts val="0"/>
              </a:spcAft>
              <a:buClr>
                <a:schemeClr val="dk1"/>
              </a:buClr>
              <a:buSzPts val="9700"/>
              <a:buFont typeface="Arial"/>
              <a:buChar char="•"/>
              <a:defRPr sz="9700" b="0" i="0" u="none" strike="noStrike" cap="none">
                <a:solidFill>
                  <a:schemeClr val="dk1"/>
                </a:solidFill>
                <a:latin typeface="Calibri"/>
                <a:ea typeface="Calibri"/>
                <a:cs typeface="Calibri"/>
                <a:sym typeface="Calibri"/>
              </a:defRPr>
            </a:lvl1pPr>
            <a:lvl2pPr marL="914400" marR="0" lvl="1" indent="-755650" algn="l" rtl="0">
              <a:lnSpc>
                <a:spcPct val="90000"/>
              </a:lnSpc>
              <a:spcBef>
                <a:spcPts val="1700"/>
              </a:spcBef>
              <a:spcAft>
                <a:spcPts val="0"/>
              </a:spcAft>
              <a:buClr>
                <a:schemeClr val="dk1"/>
              </a:buClr>
              <a:buSzPts val="8300"/>
              <a:buFont typeface="Arial"/>
              <a:buChar char="•"/>
              <a:defRPr sz="8300" b="0" i="0" u="none" strike="noStrike" cap="none">
                <a:solidFill>
                  <a:schemeClr val="dk1"/>
                </a:solidFill>
                <a:latin typeface="Calibri"/>
                <a:ea typeface="Calibri"/>
                <a:cs typeface="Calibri"/>
                <a:sym typeface="Calibri"/>
              </a:defRPr>
            </a:lvl2pPr>
            <a:lvl3pPr marL="1371600" marR="0" lvl="2" indent="-666750" algn="l" rtl="0">
              <a:lnSpc>
                <a:spcPct val="90000"/>
              </a:lnSpc>
              <a:spcBef>
                <a:spcPts val="170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3pPr>
            <a:lvl4pPr marL="1828800" marR="0" lvl="3"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4pPr>
            <a:lvl5pPr marL="2286000" marR="0" lvl="4"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5pPr>
            <a:lvl6pPr marL="2743200" marR="0" lvl="5"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6pPr>
            <a:lvl7pPr marL="3200400" marR="0" lvl="6"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7pPr>
            <a:lvl8pPr marL="3657600" marR="0" lvl="7"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8pPr>
            <a:lvl9pPr marL="4114800" marR="0" lvl="8"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marR="0" lvl="0" algn="l" rtl="0">
              <a:lnSpc>
                <a:spcPct val="100000"/>
              </a:lnSpc>
              <a:spcBef>
                <a:spcPts val="0"/>
              </a:spcBef>
              <a:spcAft>
                <a:spcPts val="0"/>
              </a:spcAft>
              <a:buClr>
                <a:srgbClr val="000000"/>
              </a:buClr>
              <a:buSzPts val="1000"/>
              <a:buFont typeface="Arial"/>
              <a:buNone/>
              <a:defRPr sz="4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marR="0" lvl="0" algn="ctr" rtl="0">
              <a:lnSpc>
                <a:spcPct val="100000"/>
              </a:lnSpc>
              <a:spcBef>
                <a:spcPts val="0"/>
              </a:spcBef>
              <a:spcAft>
                <a:spcPts val="0"/>
              </a:spcAft>
              <a:buClr>
                <a:srgbClr val="000000"/>
              </a:buClr>
              <a:buSzPts val="1000"/>
              <a:buFont typeface="Arial"/>
              <a:buNone/>
              <a:defRPr sz="4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doi.org/10.1111/irv.12470" TargetMode="External"/><Relationship Id="rId6" Type="http://schemas.openxmlformats.org/officeDocument/2006/relationships/hyperlink" Target="https://doi.org/10.1007/s12098-020-03297-w" TargetMode="External"/><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p:nvPr/>
        </p:nvSpPr>
        <p:spPr>
          <a:xfrm>
            <a:off x="853468" y="9216226"/>
            <a:ext cx="9944100" cy="10806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Case presentation</a:t>
            </a:r>
            <a:endParaRPr sz="1000" b="0" i="0" u="none" strike="noStrike" cap="none" dirty="0">
              <a:solidFill>
                <a:srgbClr val="000000"/>
              </a:solidFill>
              <a:latin typeface="Arial"/>
              <a:ea typeface="Arial"/>
              <a:cs typeface="Arial"/>
              <a:sym typeface="Arial"/>
            </a:endParaRPr>
          </a:p>
        </p:txBody>
      </p:sp>
      <p:sp>
        <p:nvSpPr>
          <p:cNvPr id="90" name="Google Shape;90;p3"/>
          <p:cNvSpPr/>
          <p:nvPr/>
        </p:nvSpPr>
        <p:spPr>
          <a:xfrm>
            <a:off x="720316" y="10687136"/>
            <a:ext cx="9978160" cy="11074157"/>
          </a:xfrm>
          <a:prstGeom prst="rect">
            <a:avLst/>
          </a:prstGeom>
          <a:solidFill>
            <a:schemeClr val="lt1"/>
          </a:solidFill>
          <a:ln>
            <a:noFill/>
          </a:ln>
        </p:spPr>
        <p:txBody>
          <a:bodyPr spcFirstLastPara="1" wrap="square" lIns="66025" tIns="33000" rIns="66025" bIns="33000" anchor="ctr" anchorCtr="0">
            <a:noAutofit/>
          </a:bodyPr>
          <a:lstStyle/>
          <a:p>
            <a:pPr marL="0" marR="0" lvl="0" indent="0" algn="l" rtl="0">
              <a:lnSpc>
                <a:spcPct val="115000"/>
              </a:lnSpc>
              <a:spcBef>
                <a:spcPts val="1200"/>
              </a:spcBef>
              <a:spcAft>
                <a:spcPts val="600"/>
              </a:spcAft>
              <a:buClr>
                <a:schemeClr val="dk1"/>
              </a:buClr>
              <a:buSzPts val="800"/>
              <a:buFont typeface="Arial"/>
              <a:buNone/>
            </a:pPr>
            <a:endParaRPr sz="2000" dirty="0">
              <a:solidFill>
                <a:schemeClr val="dk1"/>
              </a:solidFill>
              <a:highlight>
                <a:schemeClr val="lt1"/>
              </a:highlight>
            </a:endParaRPr>
          </a:p>
        </p:txBody>
      </p:sp>
      <p:sp>
        <p:nvSpPr>
          <p:cNvPr id="91" name="Google Shape;91;p3"/>
          <p:cNvSpPr/>
          <p:nvPr/>
        </p:nvSpPr>
        <p:spPr>
          <a:xfrm>
            <a:off x="853468" y="4272615"/>
            <a:ext cx="9944100" cy="8517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Introduction</a:t>
            </a:r>
            <a:endParaRPr sz="1000" b="0" i="0" u="none" strike="noStrike" cap="none" dirty="0">
              <a:solidFill>
                <a:srgbClr val="000000"/>
              </a:solidFill>
              <a:latin typeface="Arial"/>
              <a:ea typeface="Arial"/>
              <a:cs typeface="Arial"/>
              <a:sym typeface="Arial"/>
            </a:endParaRPr>
          </a:p>
        </p:txBody>
      </p:sp>
      <p:sp>
        <p:nvSpPr>
          <p:cNvPr id="92" name="Google Shape;92;p3"/>
          <p:cNvSpPr/>
          <p:nvPr/>
        </p:nvSpPr>
        <p:spPr>
          <a:xfrm>
            <a:off x="721540" y="5584811"/>
            <a:ext cx="10045640" cy="3431709"/>
          </a:xfrm>
          <a:prstGeom prst="rect">
            <a:avLst/>
          </a:prstGeom>
          <a:solidFill>
            <a:schemeClr val="lt1"/>
          </a:solidFill>
          <a:ln>
            <a:noFill/>
          </a:ln>
        </p:spPr>
        <p:txBody>
          <a:bodyPr spcFirstLastPara="1" wrap="square" lIns="66025" tIns="33000" rIns="66025" bIns="33000" anchor="t" anchorCtr="0">
            <a:noAutofit/>
          </a:bodyPr>
          <a:lstStyle/>
          <a:p>
            <a:pPr marL="0" marR="0" lvl="0" indent="0" algn="l" rtl="0">
              <a:lnSpc>
                <a:spcPct val="115000"/>
              </a:lnSpc>
              <a:spcBef>
                <a:spcPts val="800"/>
              </a:spcBef>
              <a:spcAft>
                <a:spcPts val="0"/>
              </a:spcAft>
              <a:buClr>
                <a:schemeClr val="dk1"/>
              </a:buClr>
              <a:buSzPts val="1100"/>
              <a:buFont typeface="Arial"/>
              <a:buNone/>
            </a:pPr>
            <a:endParaRPr sz="1400" b="0" i="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800"/>
              </a:spcBef>
              <a:spcAft>
                <a:spcPts val="0"/>
              </a:spcAft>
              <a:buClr>
                <a:schemeClr val="dk1"/>
              </a:buClr>
              <a:buSzPts val="5200"/>
              <a:buFont typeface="Arial"/>
              <a:buNone/>
            </a:pPr>
            <a:endParaRPr sz="2400" b="0" i="0" u="none" strike="noStrike" cap="none" dirty="0">
              <a:solidFill>
                <a:schemeClr val="dk1"/>
              </a:solidFill>
              <a:highlight>
                <a:schemeClr val="lt1"/>
              </a:highlight>
              <a:latin typeface="Arial"/>
              <a:ea typeface="Arial"/>
              <a:cs typeface="Arial"/>
              <a:sym typeface="Arial"/>
            </a:endParaRPr>
          </a:p>
        </p:txBody>
      </p:sp>
      <p:sp>
        <p:nvSpPr>
          <p:cNvPr id="93" name="Google Shape;93;p3"/>
          <p:cNvSpPr/>
          <p:nvPr/>
        </p:nvSpPr>
        <p:spPr>
          <a:xfrm>
            <a:off x="823080" y="445297"/>
            <a:ext cx="31409700" cy="3366823"/>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endParaRPr sz="5200" b="0" i="0" u="none" strike="noStrike" cap="none" dirty="0">
              <a:solidFill>
                <a:schemeClr val="lt1"/>
              </a:solidFill>
              <a:latin typeface="Calibri"/>
              <a:ea typeface="Calibri"/>
              <a:cs typeface="Calibri"/>
              <a:sym typeface="Calibri"/>
            </a:endParaRPr>
          </a:p>
        </p:txBody>
      </p:sp>
      <p:sp>
        <p:nvSpPr>
          <p:cNvPr id="94" name="Google Shape;94;p3"/>
          <p:cNvSpPr/>
          <p:nvPr/>
        </p:nvSpPr>
        <p:spPr>
          <a:xfrm>
            <a:off x="6056180" y="1091316"/>
            <a:ext cx="21396840" cy="1005363"/>
          </a:xfrm>
          <a:prstGeom prst="rect">
            <a:avLst/>
          </a:prstGeom>
          <a:noFill/>
          <a:ln>
            <a:noFill/>
          </a:ln>
        </p:spPr>
        <p:txBody>
          <a:bodyPr spcFirstLastPara="1" wrap="square" lIns="66025" tIns="33000" rIns="66025" bIns="33000" anchor="t" anchorCtr="0">
            <a:spAutoFit/>
          </a:bodyPr>
          <a:lstStyle/>
          <a:p>
            <a:pPr marL="0" marR="0" lvl="0" indent="0" algn="ctr" rtl="0">
              <a:lnSpc>
                <a:spcPct val="100000"/>
              </a:lnSpc>
              <a:spcBef>
                <a:spcPts val="0"/>
              </a:spcBef>
              <a:spcAft>
                <a:spcPts val="0"/>
              </a:spcAft>
              <a:buClr>
                <a:srgbClr val="000000"/>
              </a:buClr>
              <a:buSzPts val="6100"/>
              <a:buFont typeface="Arial"/>
              <a:buNone/>
            </a:pPr>
            <a:r>
              <a:rPr lang="en-US" sz="6100" b="1" dirty="0">
                <a:solidFill>
                  <a:schemeClr val="lt1"/>
                </a:solidFill>
                <a:latin typeface="Calibri" panose="020F0502020204030204" pitchFamily="34" charset="0"/>
                <a:ea typeface="Helvetica Neue"/>
                <a:cs typeface="Calibri" panose="020F0502020204030204" pitchFamily="34" charset="0"/>
                <a:sym typeface="Helvetica Neue"/>
              </a:rPr>
              <a:t>A Viral Curveball: Rare Case of Influenza-Triggered Encephalitis</a:t>
            </a:r>
            <a:endParaRPr sz="10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95" name="Google Shape;95;p3"/>
          <p:cNvSpPr/>
          <p:nvPr/>
        </p:nvSpPr>
        <p:spPr>
          <a:xfrm>
            <a:off x="4103846" y="2308928"/>
            <a:ext cx="25301508" cy="1174640"/>
          </a:xfrm>
          <a:prstGeom prst="rect">
            <a:avLst/>
          </a:prstGeom>
          <a:noFill/>
          <a:ln>
            <a:noFill/>
          </a:ln>
        </p:spPr>
        <p:txBody>
          <a:bodyPr spcFirstLastPara="1" wrap="square" lIns="66025" tIns="33000" rIns="66025" bIns="33000" anchor="t" anchorCtr="0">
            <a:spAutoFit/>
          </a:bodyPr>
          <a:lstStyle/>
          <a:p>
            <a:pPr marL="0" marR="0" lvl="0" indent="0" algn="ctr" rtl="0">
              <a:lnSpc>
                <a:spcPct val="100000"/>
              </a:lnSpc>
              <a:spcBef>
                <a:spcPts val="0"/>
              </a:spcBef>
              <a:spcAft>
                <a:spcPts val="0"/>
              </a:spcAft>
              <a:buClr>
                <a:srgbClr val="000000"/>
              </a:buClr>
              <a:buSzPts val="4300"/>
              <a:buFont typeface="Arial"/>
              <a:buNone/>
            </a:pPr>
            <a:r>
              <a:rPr lang="en-US" sz="4000" b="0" i="0" u="none" strike="noStrike" cap="none" dirty="0">
                <a:solidFill>
                  <a:schemeClr val="lt1"/>
                </a:solidFill>
                <a:latin typeface="Calibri" panose="020F0502020204030204" pitchFamily="34" charset="0"/>
                <a:ea typeface="Helvetica Neue"/>
                <a:cs typeface="Calibri" panose="020F0502020204030204" pitchFamily="34" charset="0"/>
                <a:sym typeface="Helvetica Neue"/>
              </a:rPr>
              <a:t>Ayesha Shahzad MD, Rukhsar Nadeem MD, </a:t>
            </a:r>
            <a:r>
              <a:rPr lang="en-US" sz="4000" dirty="0">
                <a:solidFill>
                  <a:schemeClr val="lt1"/>
                </a:solidFill>
                <a:latin typeface="Calibri" panose="020F0502020204030204" pitchFamily="34" charset="0"/>
                <a:ea typeface="Helvetica Neue"/>
                <a:cs typeface="Calibri" panose="020F0502020204030204" pitchFamily="34" charset="0"/>
                <a:sym typeface="Helvetica Neue"/>
              </a:rPr>
              <a:t>A</a:t>
            </a:r>
            <a:r>
              <a:rPr lang="en-US" sz="4000" b="0" i="0" u="none" strike="noStrike" cap="none" dirty="0">
                <a:solidFill>
                  <a:schemeClr val="lt1"/>
                </a:solidFill>
                <a:latin typeface="Calibri" panose="020F0502020204030204" pitchFamily="34" charset="0"/>
                <a:ea typeface="Helvetica Neue"/>
                <a:cs typeface="Calibri" panose="020F0502020204030204" pitchFamily="34" charset="0"/>
                <a:sym typeface="Helvetica Neue"/>
              </a:rPr>
              <a:t>ndrew Clark MD, Hari Randhawa MD, Shahab Dian MD</a:t>
            </a:r>
            <a:endParaRPr sz="900" b="0" i="0" u="none" strike="noStrike" cap="none" dirty="0">
              <a:solidFill>
                <a:srgbClr val="000000"/>
              </a:solidFill>
              <a:latin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3600"/>
              <a:buFont typeface="Arial"/>
              <a:buNone/>
            </a:pPr>
            <a:r>
              <a:rPr lang="en-US" sz="3200" b="0" i="0" u="none" strike="noStrike" cap="none" dirty="0">
                <a:solidFill>
                  <a:schemeClr val="lt1"/>
                </a:solidFill>
                <a:latin typeface="Helvetica Neue"/>
                <a:ea typeface="Helvetica Neue"/>
                <a:cs typeface="Helvetica Neue"/>
                <a:sym typeface="Helvetica Neue"/>
              </a:rPr>
              <a:t>                                                                                    </a:t>
            </a:r>
            <a:r>
              <a:rPr lang="en-US" sz="3200" b="0" i="1" u="none" strike="noStrike" cap="none" dirty="0">
                <a:solidFill>
                  <a:schemeClr val="lt1"/>
                </a:solidFill>
                <a:latin typeface="Helvetica Neue"/>
                <a:ea typeface="Helvetica Neue"/>
                <a:cs typeface="Helvetica Neue"/>
                <a:sym typeface="Helvetica Neue"/>
              </a:rPr>
              <a:t>Saint Agnes Medical Center, Fresno, CA</a:t>
            </a:r>
            <a:endParaRPr sz="900" b="0" i="0" u="none" strike="noStrike" cap="none" dirty="0">
              <a:solidFill>
                <a:srgbClr val="000000"/>
              </a:solidFill>
              <a:latin typeface="Arial"/>
              <a:ea typeface="Arial"/>
              <a:cs typeface="Arial"/>
              <a:sym typeface="Arial"/>
            </a:endParaRPr>
          </a:p>
        </p:txBody>
      </p:sp>
      <p:sp>
        <p:nvSpPr>
          <p:cNvPr id="96" name="Google Shape;96;p3"/>
          <p:cNvSpPr txBox="1"/>
          <p:nvPr/>
        </p:nvSpPr>
        <p:spPr>
          <a:xfrm>
            <a:off x="11563425" y="9703390"/>
            <a:ext cx="9822000" cy="405300"/>
          </a:xfrm>
          <a:prstGeom prst="rect">
            <a:avLst/>
          </a:prstGeom>
          <a:noFill/>
          <a:ln>
            <a:noFill/>
          </a:ln>
        </p:spPr>
        <p:txBody>
          <a:bodyPr spcFirstLastPara="1" wrap="square" lIns="66025" tIns="33000" rIns="66025" bIns="330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Calibri"/>
                <a:ea typeface="Calibri"/>
                <a:cs typeface="Calibri"/>
                <a:sym typeface="Calibri"/>
              </a:rPr>
              <a:t>Figure 1: </a:t>
            </a:r>
            <a:endParaRPr sz="1000" b="0" i="0" u="none" strike="noStrike" cap="none">
              <a:solidFill>
                <a:srgbClr val="000000"/>
              </a:solidFill>
              <a:latin typeface="Arial"/>
              <a:ea typeface="Arial"/>
              <a:cs typeface="Arial"/>
              <a:sym typeface="Arial"/>
            </a:endParaRPr>
          </a:p>
        </p:txBody>
      </p:sp>
      <p:sp>
        <p:nvSpPr>
          <p:cNvPr id="97" name="Google Shape;97;p3"/>
          <p:cNvSpPr txBox="1"/>
          <p:nvPr/>
        </p:nvSpPr>
        <p:spPr>
          <a:xfrm>
            <a:off x="11487150" y="10435769"/>
            <a:ext cx="9944100" cy="1113085"/>
          </a:xfrm>
          <a:prstGeom prst="rect">
            <a:avLst/>
          </a:prstGeom>
          <a:noFill/>
          <a:ln>
            <a:noFill/>
          </a:ln>
        </p:spPr>
        <p:txBody>
          <a:bodyPr spcFirstLastPara="1" wrap="square" lIns="66025" tIns="33000" rIns="66025" bIns="33000" anchor="t" anchorCtr="0">
            <a:spAutoFit/>
          </a:bodyPr>
          <a:lstStyle/>
          <a:p>
            <a:pPr>
              <a:buSzPts val="2200"/>
            </a:pPr>
            <a:r>
              <a:rPr lang="en-US" sz="1800" b="1" i="0" u="none" strike="noStrike" cap="none" dirty="0">
                <a:solidFill>
                  <a:schemeClr val="dk1"/>
                </a:solidFill>
                <a:latin typeface="Calibri"/>
                <a:ea typeface="Calibri"/>
                <a:cs typeface="Calibri"/>
                <a:sym typeface="Calibri"/>
              </a:rPr>
              <a:t>Figure 1 &amp; Figure </a:t>
            </a:r>
            <a:r>
              <a:rPr lang="en-US" sz="1800" b="1" dirty="0">
                <a:solidFill>
                  <a:schemeClr val="dk1"/>
                </a:solidFill>
                <a:latin typeface="Calibri"/>
                <a:ea typeface="Calibri"/>
                <a:cs typeface="Calibri"/>
                <a:sym typeface="Calibri"/>
              </a:rPr>
              <a:t>2: </a:t>
            </a:r>
            <a:r>
              <a:rPr lang="en-US" sz="1600" dirty="0">
                <a:solidFill>
                  <a:schemeClr val="dk1"/>
                </a:solidFill>
                <a:latin typeface="Calibri"/>
                <a:ea typeface="Calibri"/>
                <a:cs typeface="Calibri"/>
                <a:sym typeface="Calibri"/>
              </a:rPr>
              <a:t>MRI brain without contrast showed small area of cervical versus cerebral cortex FLAIR hyperintensity seen along the left parietal sulci/cortex.  There is questionable DWI hyperintensity and a small portion of this region without definite restricted diffusion.  Findings suggest underlying proteinaceous fluid which may indicate meningitis/cerebritis.</a:t>
            </a:r>
            <a:endParaRPr sz="1000" i="0" u="none" strike="noStrike" cap="none" dirty="0">
              <a:solidFill>
                <a:srgbClr val="000000"/>
              </a:solidFill>
              <a:latin typeface="Arial"/>
              <a:ea typeface="Arial"/>
              <a:cs typeface="Arial"/>
              <a:sym typeface="Arial"/>
            </a:endParaRPr>
          </a:p>
        </p:txBody>
      </p:sp>
      <p:sp>
        <p:nvSpPr>
          <p:cNvPr id="98" name="Google Shape;98;p3"/>
          <p:cNvSpPr/>
          <p:nvPr/>
        </p:nvSpPr>
        <p:spPr>
          <a:xfrm>
            <a:off x="22219920" y="4339543"/>
            <a:ext cx="9944100" cy="10806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Conclusion</a:t>
            </a:r>
            <a:endParaRPr sz="1000" b="0" i="0" u="none" strike="noStrike" cap="none" dirty="0">
              <a:solidFill>
                <a:srgbClr val="000000"/>
              </a:solidFill>
              <a:latin typeface="Arial"/>
              <a:ea typeface="Arial"/>
              <a:cs typeface="Arial"/>
              <a:sym typeface="Arial"/>
            </a:endParaRPr>
          </a:p>
        </p:txBody>
      </p:sp>
      <p:sp>
        <p:nvSpPr>
          <p:cNvPr id="99" name="Google Shape;99;p3"/>
          <p:cNvSpPr/>
          <p:nvPr/>
        </p:nvSpPr>
        <p:spPr>
          <a:xfrm>
            <a:off x="22219920" y="5420025"/>
            <a:ext cx="9944100" cy="3500700"/>
          </a:xfrm>
          <a:prstGeom prst="rect">
            <a:avLst/>
          </a:prstGeom>
          <a:solidFill>
            <a:schemeClr val="lt1"/>
          </a:solidFill>
          <a:ln>
            <a:noFill/>
          </a:ln>
        </p:spPr>
        <p:txBody>
          <a:bodyPr spcFirstLastPara="1" wrap="square" lIns="66025" tIns="33000" rIns="66025" bIns="33000" anchor="ctr" anchorCtr="0">
            <a:noAutofit/>
          </a:bodyPr>
          <a:lstStyle/>
          <a:p>
            <a:pPr marL="0" marR="0" lvl="0" indent="0" algn="l" rtl="0">
              <a:lnSpc>
                <a:spcPct val="100000"/>
              </a:lnSpc>
              <a:spcBef>
                <a:spcPts val="0"/>
              </a:spcBef>
              <a:spcAft>
                <a:spcPts val="0"/>
              </a:spcAft>
              <a:buClr>
                <a:srgbClr val="000000"/>
              </a:buClr>
              <a:buSzPts val="5200"/>
              <a:buFont typeface="Arial"/>
              <a:buNone/>
            </a:pPr>
            <a:endParaRPr sz="2800" b="0" i="0" u="none" strike="noStrike" cap="none" dirty="0">
              <a:solidFill>
                <a:schemeClr val="lt1"/>
              </a:solidFill>
              <a:latin typeface="Calibri" panose="020F0502020204030204" pitchFamily="34" charset="0"/>
              <a:ea typeface="Calibri"/>
              <a:cs typeface="Calibri" panose="020F0502020204030204" pitchFamily="34" charset="0"/>
              <a:sym typeface="Calibri"/>
            </a:endParaRPr>
          </a:p>
        </p:txBody>
      </p:sp>
      <p:sp>
        <p:nvSpPr>
          <p:cNvPr id="100" name="Google Shape;100;p3"/>
          <p:cNvSpPr/>
          <p:nvPr/>
        </p:nvSpPr>
        <p:spPr>
          <a:xfrm>
            <a:off x="11563425" y="11875933"/>
            <a:ext cx="9944100" cy="8517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Discussion</a:t>
            </a:r>
            <a:endParaRPr sz="1000" b="0" i="0" u="none" strike="noStrike" cap="none" dirty="0">
              <a:solidFill>
                <a:srgbClr val="000000"/>
              </a:solidFill>
              <a:latin typeface="Arial"/>
              <a:ea typeface="Arial"/>
              <a:cs typeface="Arial"/>
              <a:sym typeface="Arial"/>
            </a:endParaRPr>
          </a:p>
        </p:txBody>
      </p:sp>
      <p:sp>
        <p:nvSpPr>
          <p:cNvPr id="102" name="Google Shape;102;p3"/>
          <p:cNvSpPr/>
          <p:nvPr/>
        </p:nvSpPr>
        <p:spPr>
          <a:xfrm>
            <a:off x="22219925" y="10350586"/>
            <a:ext cx="9944100" cy="11448709"/>
          </a:xfrm>
          <a:prstGeom prst="rect">
            <a:avLst/>
          </a:prstGeom>
          <a:solidFill>
            <a:schemeClr val="lt1"/>
          </a:solidFill>
          <a:ln>
            <a:noFill/>
          </a:ln>
        </p:spPr>
        <p:txBody>
          <a:bodyPr spcFirstLastPara="1" wrap="square" lIns="66025" tIns="33000" rIns="66025" bIns="33000" anchor="ctr" anchorCtr="0">
            <a:noAutofit/>
          </a:bodyPr>
          <a:lstStyle/>
          <a:p>
            <a:pPr marL="0" marR="0" lvl="0" indent="0" algn="l" rtl="0">
              <a:lnSpc>
                <a:spcPct val="100000"/>
              </a:lnSpc>
              <a:spcBef>
                <a:spcPts val="800"/>
              </a:spcBef>
              <a:spcAft>
                <a:spcPts val="0"/>
              </a:spcAft>
              <a:buClr>
                <a:srgbClr val="000000"/>
              </a:buClr>
              <a:buSzPts val="1000"/>
              <a:buFont typeface="Arial"/>
              <a:buNone/>
            </a:pPr>
            <a:endParaRPr sz="1000" b="0" i="0" u="none" strike="noStrike" cap="none" dirty="0">
              <a:solidFill>
                <a:srgbClr val="222222"/>
              </a:solidFill>
              <a:highlight>
                <a:srgbClr val="FFFFFF"/>
              </a:highlight>
              <a:latin typeface="Arial"/>
              <a:ea typeface="Arial"/>
              <a:cs typeface="Arial"/>
              <a:sym typeface="Arial"/>
            </a:endParaRPr>
          </a:p>
        </p:txBody>
      </p:sp>
      <p:sp>
        <p:nvSpPr>
          <p:cNvPr id="103" name="Google Shape;103;p3"/>
          <p:cNvSpPr/>
          <p:nvPr/>
        </p:nvSpPr>
        <p:spPr>
          <a:xfrm>
            <a:off x="22187139" y="9227386"/>
            <a:ext cx="9944100" cy="10806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References</a:t>
            </a:r>
            <a:endParaRPr sz="1000" b="0" i="0" u="none" strike="noStrike" cap="none" dirty="0">
              <a:solidFill>
                <a:srgbClr val="000000"/>
              </a:solidFill>
              <a:latin typeface="Arial"/>
              <a:ea typeface="Arial"/>
              <a:cs typeface="Arial"/>
              <a:sym typeface="Arial"/>
            </a:endParaRPr>
          </a:p>
        </p:txBody>
      </p:sp>
      <p:sp>
        <p:nvSpPr>
          <p:cNvPr id="104" name="Google Shape;104;p3"/>
          <p:cNvSpPr/>
          <p:nvPr/>
        </p:nvSpPr>
        <p:spPr>
          <a:xfrm rot="5400000">
            <a:off x="10946888" y="4798725"/>
            <a:ext cx="5559300" cy="5072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endParaRPr sz="5200" b="0" i="0" u="none" strike="noStrike" cap="none">
              <a:solidFill>
                <a:schemeClr val="dk1"/>
              </a:solidFill>
              <a:latin typeface="Calibri"/>
              <a:ea typeface="Calibri"/>
              <a:cs typeface="Calibri"/>
              <a:sym typeface="Calibri"/>
            </a:endParaRPr>
          </a:p>
        </p:txBody>
      </p:sp>
      <p:sp>
        <p:nvSpPr>
          <p:cNvPr id="105" name="Google Shape;105;p3"/>
          <p:cNvSpPr/>
          <p:nvPr/>
        </p:nvSpPr>
        <p:spPr>
          <a:xfrm rot="5400000">
            <a:off x="16544300" y="4798738"/>
            <a:ext cx="5493300" cy="5072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endParaRPr sz="5200" b="0" i="0" u="none" strike="noStrike" cap="none">
              <a:solidFill>
                <a:schemeClr val="dk1"/>
              </a:solidFill>
              <a:latin typeface="Calibri"/>
              <a:ea typeface="Calibri"/>
              <a:cs typeface="Calibri"/>
              <a:sym typeface="Calibri"/>
            </a:endParaRPr>
          </a:p>
        </p:txBody>
      </p:sp>
      <p:pic>
        <p:nvPicPr>
          <p:cNvPr id="107" name="Google Shape;107;p3" descr="Picture"/>
          <p:cNvPicPr preferRelativeResize="0"/>
          <p:nvPr/>
        </p:nvPicPr>
        <p:blipFill rotWithShape="1">
          <a:blip r:embed="rId3">
            <a:alphaModFix/>
          </a:blip>
          <a:srcRect/>
          <a:stretch/>
        </p:blipFill>
        <p:spPr>
          <a:xfrm>
            <a:off x="11190188" y="4334703"/>
            <a:ext cx="5072700" cy="5493300"/>
          </a:xfrm>
          <a:prstGeom prst="rect">
            <a:avLst/>
          </a:prstGeom>
          <a:noFill/>
          <a:ln>
            <a:noFill/>
          </a:ln>
        </p:spPr>
      </p:pic>
      <p:pic>
        <p:nvPicPr>
          <p:cNvPr id="108" name="Google Shape;108;p3" descr="Picture"/>
          <p:cNvPicPr preferRelativeResize="0"/>
          <p:nvPr/>
        </p:nvPicPr>
        <p:blipFill rotWithShape="1">
          <a:blip r:embed="rId4">
            <a:alphaModFix/>
          </a:blip>
          <a:srcRect/>
          <a:stretch/>
        </p:blipFill>
        <p:spPr>
          <a:xfrm>
            <a:off x="16754600" y="4370540"/>
            <a:ext cx="5072700" cy="5421625"/>
          </a:xfrm>
          <a:prstGeom prst="rect">
            <a:avLst/>
          </a:prstGeom>
          <a:noFill/>
          <a:ln>
            <a:noFill/>
          </a:ln>
        </p:spPr>
      </p:pic>
      <p:sp>
        <p:nvSpPr>
          <p:cNvPr id="3" name="TextBox 2">
            <a:extLst>
              <a:ext uri="{FF2B5EF4-FFF2-40B4-BE49-F238E27FC236}">
                <a16:creationId xmlns:a16="http://schemas.microsoft.com/office/drawing/2014/main" id="{B102ED2C-71B2-4DC7-AFBA-FB8CFC91D26E}"/>
              </a:ext>
            </a:extLst>
          </p:cNvPr>
          <p:cNvSpPr txBox="1"/>
          <p:nvPr/>
        </p:nvSpPr>
        <p:spPr>
          <a:xfrm>
            <a:off x="823080" y="10650559"/>
            <a:ext cx="9841336" cy="9910405"/>
          </a:xfrm>
          <a:prstGeom prst="rect">
            <a:avLst/>
          </a:prstGeom>
          <a:noFill/>
        </p:spPr>
        <p:txBody>
          <a:bodyPr wrap="square" rtlCol="0">
            <a:spAutoFit/>
          </a:bodyPr>
          <a:lstStyle/>
          <a:p>
            <a:pPr>
              <a:buNone/>
            </a:pPr>
            <a:r>
              <a:rPr lang="en-US" sz="2400" dirty="0">
                <a:latin typeface="Calibri" panose="020F0502020204030204" pitchFamily="34" charset="0"/>
                <a:cs typeface="Calibri" panose="020F0502020204030204" pitchFamily="34" charset="0"/>
              </a:rPr>
              <a:t>A 65-year-old woman with a history of urinary incontinence, overactive bladder, IBS, osteoporosis, restless leg syndrome, and congenital unilateral hearing loss presented with acute encephalopathy following four seizures at home—her first seizure episodes.</a:t>
            </a:r>
          </a:p>
          <a:p>
            <a:pPr>
              <a:buNone/>
            </a:pPr>
            <a:endParaRPr lang="en-US" sz="2400" dirty="0">
              <a:latin typeface="Calibri" panose="020F0502020204030204" pitchFamily="34" charset="0"/>
              <a:cs typeface="Calibri" panose="020F0502020204030204" pitchFamily="34" charset="0"/>
            </a:endParaRPr>
          </a:p>
          <a:p>
            <a:pPr>
              <a:buNone/>
            </a:pPr>
            <a:r>
              <a:rPr lang="en-US" sz="2400" dirty="0">
                <a:latin typeface="Calibri" panose="020F0502020204030204" pitchFamily="34" charset="0"/>
                <a:cs typeface="Calibri" panose="020F0502020204030204" pitchFamily="34" charset="0"/>
              </a:rPr>
              <a:t>She had developed fever, sore throat, myalgias, congestion, rhinorrhea, and generalized weakness a few days prior, with similar symptoms in family members. In the emergency department, she had a fifth seizure and was postictal but hemodynamically stable with normal oxygen saturation.</a:t>
            </a:r>
          </a:p>
          <a:p>
            <a:pPr>
              <a:buNone/>
            </a:pPr>
            <a:r>
              <a:rPr lang="en-US" sz="2400" dirty="0">
                <a:latin typeface="Calibri" panose="020F0502020204030204" pitchFamily="34" charset="0"/>
                <a:cs typeface="Calibri" panose="020F0502020204030204" pitchFamily="34" charset="0"/>
              </a:rPr>
              <a:t>Labs revealed hyponatremia (Na 132 mmol/L), metabolic acidosis (bicarbonate 17 mmol/L, AG 19), mildly elevated ammonia (45 mmol/L), and ketonuria with 7 RBCs/HPF. Other labs were unremarkable. Influenza A H1N1 was detected via respiratory viral panel. Chest X-ray was normal.</a:t>
            </a:r>
          </a:p>
          <a:p>
            <a:pPr>
              <a:buNone/>
            </a:pPr>
            <a:r>
              <a:rPr lang="en-US" sz="2400" dirty="0">
                <a:latin typeface="Calibri" panose="020F0502020204030204" pitchFamily="34" charset="0"/>
                <a:cs typeface="Calibri" panose="020F0502020204030204" pitchFamily="34" charset="0"/>
              </a:rPr>
              <a:t>Head CT showed no acute findings. Lumbar puncture revealed 0 WBCs, 3,033 RBCs/mm³, glucose 79 mg/dL, and protein 51 mg/dL. CSF cultures were negative. MRI brain (non-contrast) showed FLAIR hyperintensity in the left parietal cortex, suggestive of proteinaceous fluid or cerebritis.</a:t>
            </a:r>
          </a:p>
          <a:p>
            <a:pPr>
              <a:buNone/>
            </a:pP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She was treated with oseltamivir, levetiracetam, and acyclovir. Acyclovir was discontinued after negative HSV PCR. A full encephalitis panel (HSV-1/2, VZV, MeV, LCMV, West Nile) was negative. Repeat MRI showed no acute abnormalities; CT angiography was unremarkable. EEG was ordered but not completed due to resource constraints.</a:t>
            </a:r>
          </a:p>
          <a:p>
            <a:r>
              <a:rPr lang="en-US" sz="2400" dirty="0">
                <a:latin typeface="Calibri" panose="020F0502020204030204" pitchFamily="34" charset="0"/>
                <a:cs typeface="Calibri" panose="020F0502020204030204" pitchFamily="34" charset="0"/>
              </a:rPr>
              <a:t>Levetiracetam was stopped after seizures were deemed secondary to influenza. The patient remained seizure-free, improved clinically, and completed a 5-day course of oseltamivir.</a:t>
            </a:r>
          </a:p>
          <a:p>
            <a:endParaRPr lang="en-US" dirty="0"/>
          </a:p>
        </p:txBody>
      </p:sp>
      <p:sp>
        <p:nvSpPr>
          <p:cNvPr id="4" name="TextBox 3">
            <a:extLst>
              <a:ext uri="{FF2B5EF4-FFF2-40B4-BE49-F238E27FC236}">
                <a16:creationId xmlns:a16="http://schemas.microsoft.com/office/drawing/2014/main" id="{58E86F34-733C-13C7-0D1A-872A09485BCD}"/>
              </a:ext>
            </a:extLst>
          </p:cNvPr>
          <p:cNvSpPr txBox="1"/>
          <p:nvPr/>
        </p:nvSpPr>
        <p:spPr>
          <a:xfrm>
            <a:off x="11538532" y="13054712"/>
            <a:ext cx="9841336" cy="8377678"/>
          </a:xfrm>
          <a:prstGeom prst="rect">
            <a:avLst/>
          </a:prstGeom>
          <a:noFill/>
        </p:spPr>
        <p:txBody>
          <a:bodyPr wrap="square" rtlCol="0">
            <a:spAutoFit/>
          </a:bodyPr>
          <a:lstStyle/>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While influenza typically presents as a self-limited respiratory illness, it can rarely lead to serious neurological complications, including encephalitis and seizures. Influenza-associated encephalitis (IAE) is uncommon, particularly in adults, and its pathogenesis is thought to involve immune-mediated disruption of the blood-brain barrier rather than direct viral invasion. Detection of influenza RNA in CSF is rare and inconsistent.</a:t>
            </a:r>
          </a:p>
          <a:p>
            <a:pPr marL="0" lvl="0" indent="0" algn="l" rtl="0">
              <a:lnSpc>
                <a:spcPct val="115000"/>
              </a:lnSpc>
              <a:spcAft>
                <a:spcPts val="0"/>
              </a:spcAft>
              <a:buClr>
                <a:schemeClr val="dk1"/>
              </a:buClr>
              <a:buSzPts val="1100"/>
              <a:buFont typeface="Arial"/>
              <a:buNone/>
            </a:pPr>
            <a:endParaRPr lang="en-US" sz="2400" dirty="0">
              <a:solidFill>
                <a:schemeClr val="dk1"/>
              </a:solidFill>
              <a:latin typeface="Calibri" panose="020F0502020204030204" pitchFamily="34" charset="0"/>
              <a:cs typeface="Calibri" panose="020F0502020204030204" pitchFamily="34" charset="0"/>
            </a:endParaRPr>
          </a:p>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Diagnosis relies on influenza PCR testing, as CSF findings are often nonspecific, with mild pleocytosis and elevated protein. Due to the absence of standardized diagnostic criteria, other causes of encephalitis must be excluded.</a:t>
            </a:r>
          </a:p>
          <a:p>
            <a:pPr marL="0" lvl="0" indent="0" algn="l" rtl="0">
              <a:lnSpc>
                <a:spcPct val="115000"/>
              </a:lnSpc>
              <a:spcAft>
                <a:spcPts val="0"/>
              </a:spcAft>
              <a:buClr>
                <a:schemeClr val="dk1"/>
              </a:buClr>
              <a:buSzPts val="1100"/>
              <a:buFont typeface="Arial"/>
              <a:buNone/>
            </a:pPr>
            <a:endParaRPr lang="en-US" sz="2400" dirty="0">
              <a:solidFill>
                <a:schemeClr val="dk1"/>
              </a:solidFill>
              <a:latin typeface="Calibri" panose="020F0502020204030204" pitchFamily="34" charset="0"/>
              <a:cs typeface="Calibri" panose="020F0502020204030204" pitchFamily="34" charset="0"/>
            </a:endParaRPr>
          </a:p>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In this case, the patient developed seizures and encephalopathy following flu-like symptoms. Despite inconclusive CSF and imaging results, the presence of influenza A (H1N1), negative infectious and autoimmune workup, and clinical improvement with oseltamivir supported the diagnosis of IAE.</a:t>
            </a:r>
          </a:p>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Though rare, IAE should be considered in the differential diagnosis of acute encephalopathy and new-onset seizures, especially during influenza season. Early recognition and treatment are essential to improve outcomes.</a:t>
            </a:r>
          </a:p>
          <a:p>
            <a:endParaRPr lang="en-US" dirty="0"/>
          </a:p>
        </p:txBody>
      </p:sp>
      <p:sp>
        <p:nvSpPr>
          <p:cNvPr id="5" name="TextBox 4">
            <a:extLst>
              <a:ext uri="{FF2B5EF4-FFF2-40B4-BE49-F238E27FC236}">
                <a16:creationId xmlns:a16="http://schemas.microsoft.com/office/drawing/2014/main" id="{CEF1A3F7-1969-2B16-B19B-8517BA958A5F}"/>
              </a:ext>
            </a:extLst>
          </p:cNvPr>
          <p:cNvSpPr txBox="1"/>
          <p:nvPr/>
        </p:nvSpPr>
        <p:spPr>
          <a:xfrm>
            <a:off x="22289903" y="10838124"/>
            <a:ext cx="9841336" cy="10772180"/>
          </a:xfrm>
          <a:prstGeom prst="rect">
            <a:avLst/>
          </a:prstGeom>
          <a:noFill/>
        </p:spPr>
        <p:txBody>
          <a:bodyPr wrap="square" rtlCol="0">
            <a:spAutoFit/>
          </a:bodyPr>
          <a:lstStyle/>
          <a:p>
            <a:pPr marL="0" marR="0" lvl="0" indent="0" algn="l" rtl="0">
              <a:spcAft>
                <a:spcPts val="0"/>
              </a:spcAft>
              <a:buClr>
                <a:schemeClr val="dk1"/>
              </a:buClr>
              <a:buSzPts val="1100"/>
              <a:buFont typeface="Arial"/>
              <a:buNone/>
            </a:pPr>
            <a:r>
              <a:rPr lang="en-US" sz="2000" b="1"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1. </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Jilani TN, Jamil RT, Nguyen AD, et al. H1N1 Influenza. [Updated 2024 Mar 4]. In: </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StatPearls</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[Internet]. Treasure Island (FL): </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StatPearls</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Publishing; 2025 Jan-. Available from: https://</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www.ncbi.nlm.nih.gov</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/books/NBK513241/</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1"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2. </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Chow, E.J., Doyle, J.D. &amp; </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Uyeki</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T.M. Influenza virus-related critical illness: prevention, diagnosis, treatment. </a:t>
            </a:r>
            <a:r>
              <a:rPr lang="en-US" sz="2000" b="0" i="1"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Crit Care</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23, 214 (2019). https://</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doi.org</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/10.1186/s13054-019-2491-9</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1"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3. </a:t>
            </a:r>
            <a:r>
              <a:rPr lang="en-US" sz="2000" b="0" i="0"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Sellers SA, Hagan R, Hayden F, Fischer  WA II. The hidden burden of influenza: A review of the extra-pulmonary complications of influenza infection. </a:t>
            </a:r>
            <a:r>
              <a:rPr lang="en-US" sz="2000" b="0" i="1"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Influenza Other </a:t>
            </a:r>
            <a:r>
              <a:rPr lang="en-US" sz="2000" b="0" i="1" u="none" strike="noStrike" cap="none" dirty="0" err="1">
                <a:solidFill>
                  <a:srgbClr val="1C1D1E"/>
                </a:solidFill>
                <a:highlight>
                  <a:srgbClr val="FFFFFF"/>
                </a:highlight>
                <a:latin typeface="Calibri" panose="020F0502020204030204" pitchFamily="34" charset="0"/>
                <a:cs typeface="Calibri" panose="020F0502020204030204" pitchFamily="34" charset="0"/>
                <a:sym typeface="Arial"/>
              </a:rPr>
              <a:t>Respi</a:t>
            </a:r>
            <a:r>
              <a:rPr lang="en-US" sz="2000" b="0" i="1"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 Viruses</a:t>
            </a:r>
            <a:r>
              <a:rPr lang="en-US" sz="2000" b="0" i="0"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 2017; 11: 372-393.</a:t>
            </a:r>
            <a:r>
              <a:rPr lang="en-US" sz="2000" b="0" i="0" u="none" strike="noStrike" cap="none" dirty="0">
                <a:solidFill>
                  <a:srgbClr val="1C1D1E"/>
                </a:solidFill>
                <a:highlight>
                  <a:srgbClr val="FFFFFF"/>
                </a:highlight>
                <a:uFill>
                  <a:noFill/>
                </a:uFill>
                <a:latin typeface="Calibri" panose="020F0502020204030204" pitchFamily="34" charset="0"/>
                <a:cs typeface="Calibri" panose="020F0502020204030204" pitchFamily="34" charset="0"/>
                <a:sym typeface="Arial"/>
                <a:hlinkClick r:id="rId5">
                  <a:extLst>
                    <a:ext uri="{A12FA001-AC4F-418D-AE19-62706E023703}">
                      <ahyp:hlinkClr xmlns:ahyp="http://schemas.microsoft.com/office/drawing/2018/hyperlinkcolor" val="tx"/>
                    </a:ext>
                  </a:extLst>
                </a:hlinkClick>
              </a:rPr>
              <a:t> </a:t>
            </a:r>
            <a:r>
              <a:rPr lang="en-US" sz="2000" b="0" i="0" u="none" strike="noStrike" cap="none" dirty="0">
                <a:solidFill>
                  <a:srgbClr val="467886"/>
                </a:solidFill>
                <a:highlight>
                  <a:srgbClr val="FFFFFF"/>
                </a:highlight>
                <a:uFill>
                  <a:noFill/>
                </a:uFill>
                <a:latin typeface="Calibri" panose="020F0502020204030204" pitchFamily="34" charset="0"/>
                <a:cs typeface="Calibri" panose="020F0502020204030204" pitchFamily="34" charset="0"/>
                <a:sym typeface="Arial"/>
                <a:hlinkClick r:id="rId5">
                  <a:extLst>
                    <a:ext uri="{A12FA001-AC4F-418D-AE19-62706E023703}">
                      <ahyp:hlinkClr xmlns:ahyp="http://schemas.microsoft.com/office/drawing/2018/hyperlinkcolor" val="tx"/>
                    </a:ext>
                  </a:extLst>
                </a:hlinkClick>
              </a:rPr>
              <a:t>https://doi.org/10.1111/irv.12470</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4. </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Takia, L., Saini, L., Keshavan, S. </a:t>
            </a:r>
            <a:r>
              <a:rPr lang="en-US" sz="2000" b="0" i="1"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et al.</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Neurological Manifestations of Influenza A (H1N1): Clinical Features, Intensive Care Needs, and Outcome. </a:t>
            </a:r>
            <a:r>
              <a:rPr lang="en-US" sz="2000" b="0" i="1"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Indian J </a:t>
            </a:r>
            <a:r>
              <a:rPr lang="en-US" sz="2000" b="0" i="1"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Pediatr</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a:t>
            </a:r>
            <a:r>
              <a:rPr lang="en-US" sz="2000" b="1"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87</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803–809 (2020).</a:t>
            </a:r>
            <a:r>
              <a:rPr lang="en-US" sz="2000" b="0" i="0" u="none" strike="noStrike" cap="none" dirty="0">
                <a:solidFill>
                  <a:srgbClr val="222222"/>
                </a:solidFill>
                <a:highlight>
                  <a:srgbClr val="FFFFFF"/>
                </a:highlight>
                <a:uFill>
                  <a:noFill/>
                </a:uFill>
                <a:latin typeface="Calibri" panose="020F0502020204030204" pitchFamily="34" charset="0"/>
                <a:cs typeface="Calibri" panose="020F0502020204030204" pitchFamily="34" charset="0"/>
                <a:sym typeface="Arial"/>
                <a:hlinkClick r:id="rId6">
                  <a:extLst>
                    <a:ext uri="{A12FA001-AC4F-418D-AE19-62706E023703}">
                      <ahyp:hlinkClr xmlns:ahyp="http://schemas.microsoft.com/office/drawing/2018/hyperlinkcolor" val="tx"/>
                    </a:ext>
                  </a:extLst>
                </a:hlinkClick>
              </a:rPr>
              <a:t> </a:t>
            </a:r>
            <a:r>
              <a:rPr lang="en-US" sz="2000" b="0" i="0" u="sng" strike="noStrike" cap="none" dirty="0">
                <a:solidFill>
                  <a:srgbClr val="467886"/>
                </a:solidFill>
                <a:highlight>
                  <a:srgbClr val="FFFFFF"/>
                </a:highlight>
                <a:latin typeface="Calibri" panose="020F0502020204030204" pitchFamily="34" charset="0"/>
                <a:cs typeface="Calibri" panose="020F0502020204030204" pitchFamily="34" charset="0"/>
                <a:sym typeface="Arial"/>
                <a:hlinkClick r:id="rId6">
                  <a:extLst>
                    <a:ext uri="{A12FA001-AC4F-418D-AE19-62706E023703}">
                      <ahyp:hlinkClr xmlns:ahyp="http://schemas.microsoft.com/office/drawing/2018/hyperlinkcolor" val="tx"/>
                    </a:ext>
                  </a:extLst>
                </a:hlinkClick>
              </a:rPr>
              <a:t>https://doi.org/10.1007/s12098-020-03297-w</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5. </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Giovannini G, Turchi G, Mazzoli M,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Vaudano</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AE,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Meletti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S. New onset status epilepticus in influenza associated encephalopathy: The presenting manifestation of genetic generalized epilepsy. Epilepsy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Behav</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Rep. 2020 Nov 25;16:100413.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10.1016/j.ebr.2020.100413. PMID: 33598653; PMCID: PMC7868800.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6.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Ruisanchez</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-Nieva A, Martinez-Arroyo A, Gomez-</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Beldarrain</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M, Bocos Portillo J, Garcia-</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Monco</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JC. Influenza-associated seizures in healthy adults: Report of 3 cases. Epilepsy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Behav</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Case Rep. 2017 Feb 6;8:12-13.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10.1016/j.ebcr.2017.01.003. PMID: 28652973; PMCID: PMC5473645.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7.</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Alsolami A, Shiley K. Successful Treatment of Influenza-Associated Acute Necrotizing Encephalitis in an Adult Using High-Dose Oseltamivir and Methylprednisolone: Case Report and Literature Review. Open Forum Infect Dis. 2017 Aug 7;4(3):ofx145.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10.1093/</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ofid</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/ofx145. PMID: 28852683; PMCID: PMC5570039. </a:t>
            </a:r>
          </a:p>
          <a:p>
            <a:pPr marL="0" marR="0" lvl="0" indent="0" algn="l" rtl="0">
              <a:spcAft>
                <a:spcPts val="0"/>
              </a:spcAft>
              <a:buClr>
                <a:schemeClr val="dk1"/>
              </a:buClr>
              <a:buSzPts val="1100"/>
              <a:buFont typeface="Arial"/>
              <a:buNone/>
            </a:pPr>
            <a:r>
              <a:rPr lang="en-US" sz="2000" b="0"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8. </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Asadi-Pooya AA, Yaghoubi E,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Nikseresht</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A,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Moghadami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M,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Honarvar</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B. The Neurological Manifestations of H1N1 Influenza Infection; Diagnostic Challenges and Recommendations. Iran J Med Sci. 2011 Mar;36(1):36-9. PMID: 23365476; PMCID: PMC3559119.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9.</a:t>
            </a:r>
            <a:r>
              <a:rPr lang="en-US" sz="2000" b="1"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Steininger C, Popow-</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Kraupp</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T,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Laferl</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H, Seiser A, Gödl I,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Djamshidian</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S,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Puchhammer</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-Stöckl E. Acute encephalopathy associated with influenza A virus infection. Clin Infect Dis. 2003 Mar 1;36(5):567-74.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doi</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10.1086/367623.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Epub</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2003 Feb 14. PMID: 12594636; PMCID: PMC7199495.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10.</a:t>
            </a: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Meijer WJ, Linn FH, Wensing AM, Leavis HL, van Riel D,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GeurtsvanKessel</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CH,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Wattjes</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MP, Murk JL. Acute influenza virus-associated encephalitis and encephalopathy in adults: a challenging diagnosis. JMM Case Rep. 2016 Dec 19;3(6):e005076.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10.1099/jmmcr.0.005076. PMID: 28348797; PMCID: PMC5343125. </a:t>
            </a:r>
          </a:p>
          <a:p>
            <a:endParaRPr lang="en-US" dirty="0"/>
          </a:p>
        </p:txBody>
      </p:sp>
      <p:sp>
        <p:nvSpPr>
          <p:cNvPr id="6" name="TextBox 5">
            <a:extLst>
              <a:ext uri="{FF2B5EF4-FFF2-40B4-BE49-F238E27FC236}">
                <a16:creationId xmlns:a16="http://schemas.microsoft.com/office/drawing/2014/main" id="{3877B56F-A2B6-EF61-C227-2E044C376B21}"/>
              </a:ext>
            </a:extLst>
          </p:cNvPr>
          <p:cNvSpPr txBox="1"/>
          <p:nvPr/>
        </p:nvSpPr>
        <p:spPr>
          <a:xfrm>
            <a:off x="857140" y="5420025"/>
            <a:ext cx="9841336" cy="3631763"/>
          </a:xfrm>
          <a:prstGeom prst="rect">
            <a:avLst/>
          </a:prstGeom>
          <a:noFill/>
        </p:spPr>
        <p:txBody>
          <a:bodyPr wrap="square" rtlCol="0">
            <a:spAutoFit/>
          </a:bodyPr>
          <a:lstStyle/>
          <a:p>
            <a:r>
              <a:rPr lang="en-US" sz="2400" dirty="0">
                <a:solidFill>
                  <a:schemeClr val="dk1"/>
                </a:solidFill>
                <a:highlight>
                  <a:srgbClr val="FFFFFF"/>
                </a:highlight>
                <a:latin typeface="Calibri" panose="020F0502020204030204" pitchFamily="34" charset="0"/>
                <a:cs typeface="Calibri" panose="020F0502020204030204" pitchFamily="34" charset="0"/>
              </a:rPr>
              <a:t>Influenza is a common respiratory virus that typically presents with mild, self-limiting symptoms such as fever, cough, muscle aches, rhinorrhea, sore throat, and congestion. It peaks during the winter months, and annual vaccination is recommended for all individuals in the U.S. aged six months and older. In rare cases, influenza can cause severe complications involving multiple organs. One such complication is influenza-associated encephalitis, a serious neurological condition that usually presents with altered consciousness a few days after infection. Clinical features may include confusion, seizures, and, in severe cases, necrotizing encephalopathy.</a:t>
            </a:r>
            <a:endParaRPr lang="en-US" sz="2400" b="0" i="0" u="none" strike="noStrike" cap="none" baseline="30000" dirty="0">
              <a:solidFill>
                <a:schemeClr val="dk1"/>
              </a:solidFill>
              <a:highlight>
                <a:srgbClr val="FFFFFF"/>
              </a:highlight>
              <a:latin typeface="Calibri" panose="020F0502020204030204" pitchFamily="34" charset="0"/>
              <a:cs typeface="Calibri" panose="020F0502020204030204" pitchFamily="34" charset="0"/>
              <a:sym typeface="Arial"/>
            </a:endParaRPr>
          </a:p>
          <a:p>
            <a:endParaRPr lang="en-US" dirty="0"/>
          </a:p>
        </p:txBody>
      </p:sp>
      <p:sp>
        <p:nvSpPr>
          <p:cNvPr id="7" name="TextBox 6">
            <a:extLst>
              <a:ext uri="{FF2B5EF4-FFF2-40B4-BE49-F238E27FC236}">
                <a16:creationId xmlns:a16="http://schemas.microsoft.com/office/drawing/2014/main" id="{98AE08F7-ED6B-ABE5-EB70-18F21EDF8CFC}"/>
              </a:ext>
            </a:extLst>
          </p:cNvPr>
          <p:cNvSpPr txBox="1"/>
          <p:nvPr/>
        </p:nvSpPr>
        <p:spPr>
          <a:xfrm>
            <a:off x="22219920" y="5584811"/>
            <a:ext cx="9911319" cy="3431709"/>
          </a:xfrm>
          <a:prstGeom prst="rect">
            <a:avLst/>
          </a:prstGeom>
          <a:noFill/>
        </p:spPr>
        <p:txBody>
          <a:bodyPr wrap="square" rtlCol="0">
            <a:spAutoFit/>
          </a:bodyPr>
          <a:lstStyle/>
          <a:p>
            <a:r>
              <a:rPr lang="en-US" sz="29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This case highlights influenza H1N1 as a potential cause of encephalitis and new-onset seizures in adults, even in the absence of significant comorbidities. Clinicians should maintain a high index of suspicion for influenza-associated neurological complications, particularly during peak flu seasons. Prompt diagnosis and antiviral treatment can lead to favorable outcomes. </a:t>
            </a:r>
            <a:endParaRPr lang="en-US" sz="2900" b="0" i="0" u="none" strike="noStrike" cap="none" dirty="0">
              <a:solidFill>
                <a:schemeClr val="lt1"/>
              </a:solidFill>
              <a:latin typeface="Calibri" panose="020F0502020204030204" pitchFamily="34" charset="0"/>
              <a:ea typeface="Calibri"/>
              <a:cs typeface="Calibri" panose="020F0502020204030204" pitchFamily="34" charset="0"/>
              <a:sym typeface="Calibri"/>
            </a:endParaRPr>
          </a:p>
          <a:p>
            <a:endParaRPr lang="en-US" dirty="0"/>
          </a:p>
        </p:txBody>
      </p:sp>
      <p:pic>
        <p:nvPicPr>
          <p:cNvPr id="109" name="Picture 108" descr="13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1312</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4</cp:revision>
  <dcterms:created xsi:type="dcterms:W3CDTF">2016-02-18T22:13:49Z</dcterms:created>
  <dcterms:modified xsi:type="dcterms:W3CDTF">2025-04-27T02:29:19Z</dcterms:modified>
</cp:coreProperties>
</file>