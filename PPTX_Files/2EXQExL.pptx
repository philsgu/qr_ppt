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32918400" cy="21945600"/>
  <p:notesSz cx="6858000" cy="9144000"/>
  <p:defaultTextStyle>
    <a:defPPr>
      <a:defRPr lang="en-US"/>
    </a:defPPr>
    <a:lvl1pPr algn="l" defTabSz="1565485" rtl="0" eaLnBrk="0" fontAlgn="base" hangingPunct="0">
      <a:spcBef>
        <a:spcPct val="0"/>
      </a:spcBef>
      <a:spcAft>
        <a:spcPct val="0"/>
      </a:spcAft>
      <a:defRPr sz="6124" kern="1200">
        <a:solidFill>
          <a:schemeClr val="tx1"/>
        </a:solidFill>
        <a:latin typeface="Arial" panose="020B0604020202020204" pitchFamily="34" charset="0"/>
        <a:ea typeface="+mn-ea"/>
        <a:cs typeface="Arial" panose="020B0604020202020204" pitchFamily="34" charset="0"/>
      </a:defRPr>
    </a:lvl1pPr>
    <a:lvl2pPr marL="1565485" indent="-994054" algn="l" defTabSz="1565485" rtl="0" eaLnBrk="0" fontAlgn="base" hangingPunct="0">
      <a:spcBef>
        <a:spcPct val="0"/>
      </a:spcBef>
      <a:spcAft>
        <a:spcPct val="0"/>
      </a:spcAft>
      <a:defRPr sz="6124" kern="1200">
        <a:solidFill>
          <a:schemeClr val="tx1"/>
        </a:solidFill>
        <a:latin typeface="Arial" panose="020B0604020202020204" pitchFamily="34" charset="0"/>
        <a:ea typeface="+mn-ea"/>
        <a:cs typeface="Arial" panose="020B0604020202020204" pitchFamily="34" charset="0"/>
      </a:defRPr>
    </a:lvl2pPr>
    <a:lvl3pPr marL="3132953" indent="-1990090" algn="l" defTabSz="1565485" rtl="0" eaLnBrk="0" fontAlgn="base" hangingPunct="0">
      <a:spcBef>
        <a:spcPct val="0"/>
      </a:spcBef>
      <a:spcAft>
        <a:spcPct val="0"/>
      </a:spcAft>
      <a:defRPr sz="6124" kern="1200">
        <a:solidFill>
          <a:schemeClr val="tx1"/>
        </a:solidFill>
        <a:latin typeface="Arial" panose="020B0604020202020204" pitchFamily="34" charset="0"/>
        <a:ea typeface="+mn-ea"/>
        <a:cs typeface="Arial" panose="020B0604020202020204" pitchFamily="34" charset="0"/>
      </a:defRPr>
    </a:lvl3pPr>
    <a:lvl4pPr marL="4700421" indent="-2986127" algn="l" defTabSz="1565485" rtl="0" eaLnBrk="0" fontAlgn="base" hangingPunct="0">
      <a:spcBef>
        <a:spcPct val="0"/>
      </a:spcBef>
      <a:spcAft>
        <a:spcPct val="0"/>
      </a:spcAft>
      <a:defRPr sz="6124" kern="1200">
        <a:solidFill>
          <a:schemeClr val="tx1"/>
        </a:solidFill>
        <a:latin typeface="Arial" panose="020B0604020202020204" pitchFamily="34" charset="0"/>
        <a:ea typeface="+mn-ea"/>
        <a:cs typeface="Arial" panose="020B0604020202020204" pitchFamily="34" charset="0"/>
      </a:defRPr>
    </a:lvl4pPr>
    <a:lvl5pPr marL="6267889" indent="-3982164" algn="l" defTabSz="1565485" rtl="0" eaLnBrk="0" fontAlgn="base" hangingPunct="0">
      <a:spcBef>
        <a:spcPct val="0"/>
      </a:spcBef>
      <a:spcAft>
        <a:spcPct val="0"/>
      </a:spcAft>
      <a:defRPr sz="6124" kern="1200">
        <a:solidFill>
          <a:schemeClr val="tx1"/>
        </a:solidFill>
        <a:latin typeface="Arial" panose="020B0604020202020204" pitchFamily="34" charset="0"/>
        <a:ea typeface="+mn-ea"/>
        <a:cs typeface="Arial" panose="020B0604020202020204" pitchFamily="34" charset="0"/>
      </a:defRPr>
    </a:lvl5pPr>
    <a:lvl6pPr marL="2857157" algn="l" defTabSz="1142863" rtl="0" eaLnBrk="1" latinLnBrk="0" hangingPunct="1">
      <a:defRPr sz="6124" kern="1200">
        <a:solidFill>
          <a:schemeClr val="tx1"/>
        </a:solidFill>
        <a:latin typeface="Arial" panose="020B0604020202020204" pitchFamily="34" charset="0"/>
        <a:ea typeface="+mn-ea"/>
        <a:cs typeface="Arial" panose="020B0604020202020204" pitchFamily="34" charset="0"/>
      </a:defRPr>
    </a:lvl6pPr>
    <a:lvl7pPr marL="3428589" algn="l" defTabSz="1142863" rtl="0" eaLnBrk="1" latinLnBrk="0" hangingPunct="1">
      <a:defRPr sz="6124" kern="1200">
        <a:solidFill>
          <a:schemeClr val="tx1"/>
        </a:solidFill>
        <a:latin typeface="Arial" panose="020B0604020202020204" pitchFamily="34" charset="0"/>
        <a:ea typeface="+mn-ea"/>
        <a:cs typeface="Arial" panose="020B0604020202020204" pitchFamily="34" charset="0"/>
      </a:defRPr>
    </a:lvl7pPr>
    <a:lvl8pPr marL="4000020" algn="l" defTabSz="1142863" rtl="0" eaLnBrk="1" latinLnBrk="0" hangingPunct="1">
      <a:defRPr sz="6124" kern="1200">
        <a:solidFill>
          <a:schemeClr val="tx1"/>
        </a:solidFill>
        <a:latin typeface="Arial" panose="020B0604020202020204" pitchFamily="34" charset="0"/>
        <a:ea typeface="+mn-ea"/>
        <a:cs typeface="Arial" panose="020B0604020202020204" pitchFamily="34" charset="0"/>
      </a:defRPr>
    </a:lvl8pPr>
    <a:lvl9pPr marL="4571451" algn="l" defTabSz="1142863" rtl="0" eaLnBrk="1" latinLnBrk="0" hangingPunct="1">
      <a:defRPr sz="6124"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26"/>
  </p:normalViewPr>
  <p:slideViewPr>
    <p:cSldViewPr snapToObjects="1">
      <p:cViewPr>
        <p:scale>
          <a:sx n="34" d="100"/>
          <a:sy n="34" d="100"/>
        </p:scale>
        <p:origin x="528" y="376"/>
      </p:cViewPr>
      <p:guideLst>
        <p:guide orient="horz" pos="6912"/>
        <p:guide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42C63C-1BED-D14F-BEB3-0E8C23045CEB}" type="datetimeFigureOut">
              <a:rPr lang="en-US" smtClean="0"/>
              <a:t>5/2/25</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D15327-92F0-4041-9ECA-A9746BE635C5}" type="slidenum">
              <a:rPr lang="en-US" smtClean="0"/>
              <a:t>‹#›</a:t>
            </a:fld>
            <a:endParaRPr lang="en-US"/>
          </a:p>
        </p:txBody>
      </p:sp>
    </p:spTree>
    <p:extLst>
      <p:ext uri="{BB962C8B-B14F-4D97-AF65-F5344CB8AC3E}">
        <p14:creationId xmlns:p14="http://schemas.microsoft.com/office/powerpoint/2010/main" val="2214687324"/>
      </p:ext>
    </p:extLst>
  </p:cSld>
  <p:clrMap bg1="lt1" tx1="dk1" bg2="lt2" tx2="dk2" accent1="accent1" accent2="accent2" accent3="accent3" accent4="accent4" accent5="accent5" accent6="accent6" hlink="hlink" folHlink="folHlink"/>
  <p:notesStyle>
    <a:lvl1pPr marL="0" algn="l" defTabSz="1142863" rtl="0" eaLnBrk="1" latinLnBrk="0" hangingPunct="1">
      <a:defRPr sz="1500" kern="1200">
        <a:solidFill>
          <a:schemeClr val="tx1"/>
        </a:solidFill>
        <a:latin typeface="+mn-lt"/>
        <a:ea typeface="+mn-ea"/>
        <a:cs typeface="+mn-cs"/>
      </a:defRPr>
    </a:lvl1pPr>
    <a:lvl2pPr marL="571431" algn="l" defTabSz="1142863" rtl="0" eaLnBrk="1" latinLnBrk="0" hangingPunct="1">
      <a:defRPr sz="1500" kern="1200">
        <a:solidFill>
          <a:schemeClr val="tx1"/>
        </a:solidFill>
        <a:latin typeface="+mn-lt"/>
        <a:ea typeface="+mn-ea"/>
        <a:cs typeface="+mn-cs"/>
      </a:defRPr>
    </a:lvl2pPr>
    <a:lvl3pPr marL="1142863" algn="l" defTabSz="1142863" rtl="0" eaLnBrk="1" latinLnBrk="0" hangingPunct="1">
      <a:defRPr sz="1500" kern="1200">
        <a:solidFill>
          <a:schemeClr val="tx1"/>
        </a:solidFill>
        <a:latin typeface="+mn-lt"/>
        <a:ea typeface="+mn-ea"/>
        <a:cs typeface="+mn-cs"/>
      </a:defRPr>
    </a:lvl3pPr>
    <a:lvl4pPr marL="1714294" algn="l" defTabSz="1142863" rtl="0" eaLnBrk="1" latinLnBrk="0" hangingPunct="1">
      <a:defRPr sz="1500" kern="1200">
        <a:solidFill>
          <a:schemeClr val="tx1"/>
        </a:solidFill>
        <a:latin typeface="+mn-lt"/>
        <a:ea typeface="+mn-ea"/>
        <a:cs typeface="+mn-cs"/>
      </a:defRPr>
    </a:lvl4pPr>
    <a:lvl5pPr marL="2285726" algn="l" defTabSz="1142863" rtl="0" eaLnBrk="1" latinLnBrk="0" hangingPunct="1">
      <a:defRPr sz="1500" kern="1200">
        <a:solidFill>
          <a:schemeClr val="tx1"/>
        </a:solidFill>
        <a:latin typeface="+mn-lt"/>
        <a:ea typeface="+mn-ea"/>
        <a:cs typeface="+mn-cs"/>
      </a:defRPr>
    </a:lvl5pPr>
    <a:lvl6pPr marL="2857157" algn="l" defTabSz="1142863" rtl="0" eaLnBrk="1" latinLnBrk="0" hangingPunct="1">
      <a:defRPr sz="1500" kern="1200">
        <a:solidFill>
          <a:schemeClr val="tx1"/>
        </a:solidFill>
        <a:latin typeface="+mn-lt"/>
        <a:ea typeface="+mn-ea"/>
        <a:cs typeface="+mn-cs"/>
      </a:defRPr>
    </a:lvl6pPr>
    <a:lvl7pPr marL="3428589" algn="l" defTabSz="1142863" rtl="0" eaLnBrk="1" latinLnBrk="0" hangingPunct="1">
      <a:defRPr sz="1500" kern="1200">
        <a:solidFill>
          <a:schemeClr val="tx1"/>
        </a:solidFill>
        <a:latin typeface="+mn-lt"/>
        <a:ea typeface="+mn-ea"/>
        <a:cs typeface="+mn-cs"/>
      </a:defRPr>
    </a:lvl7pPr>
    <a:lvl8pPr marL="4000020" algn="l" defTabSz="1142863" rtl="0" eaLnBrk="1" latinLnBrk="0" hangingPunct="1">
      <a:defRPr sz="1500" kern="1200">
        <a:solidFill>
          <a:schemeClr val="tx1"/>
        </a:solidFill>
        <a:latin typeface="+mn-lt"/>
        <a:ea typeface="+mn-ea"/>
        <a:cs typeface="+mn-cs"/>
      </a:defRPr>
    </a:lvl8pPr>
    <a:lvl9pPr marL="4571451" algn="l" defTabSz="1142863" rtl="0" eaLnBrk="1" latinLnBrk="0" hangingPunct="1">
      <a:defRPr sz="1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143000"/>
            <a:ext cx="462915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D15327-92F0-4041-9ECA-A9746BE635C5}" type="slidenum">
              <a:rPr lang="en-US" smtClean="0"/>
              <a:t>1</a:t>
            </a:fld>
            <a:endParaRPr lang="en-US"/>
          </a:p>
        </p:txBody>
      </p:sp>
    </p:spTree>
    <p:extLst>
      <p:ext uri="{BB962C8B-B14F-4D97-AF65-F5344CB8AC3E}">
        <p14:creationId xmlns:p14="http://schemas.microsoft.com/office/powerpoint/2010/main" val="2672407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6817361"/>
            <a:ext cx="27980640" cy="4704080"/>
          </a:xfrm>
        </p:spPr>
        <p:txBody>
          <a:bodyPr/>
          <a:lstStyle/>
          <a:p>
            <a:r>
              <a:rPr lang="en-US"/>
              <a:t>Click to edit Master title style</a:t>
            </a:r>
          </a:p>
        </p:txBody>
      </p:sp>
      <p:sp>
        <p:nvSpPr>
          <p:cNvPr id="3" name="Subtitle 2"/>
          <p:cNvSpPr>
            <a:spLocks noGrp="1"/>
          </p:cNvSpPr>
          <p:nvPr>
            <p:ph type="subTitle" idx="1"/>
          </p:nvPr>
        </p:nvSpPr>
        <p:spPr>
          <a:xfrm>
            <a:off x="4937760" y="12435840"/>
            <a:ext cx="23042880" cy="5608320"/>
          </a:xfrm>
        </p:spPr>
        <p:txBody>
          <a:bodyPr/>
          <a:lstStyle>
            <a:lvl1pPr marL="0" indent="0" algn="ctr">
              <a:buNone/>
              <a:defRPr>
                <a:solidFill>
                  <a:schemeClr val="tx1">
                    <a:tint val="75000"/>
                  </a:schemeClr>
                </a:solidFill>
              </a:defRPr>
            </a:lvl1pPr>
            <a:lvl2pPr marL="1337676" indent="0" algn="ctr">
              <a:buNone/>
              <a:defRPr>
                <a:solidFill>
                  <a:schemeClr val="tx1">
                    <a:tint val="75000"/>
                  </a:schemeClr>
                </a:solidFill>
              </a:defRPr>
            </a:lvl2pPr>
            <a:lvl3pPr marL="2675351" indent="0" algn="ctr">
              <a:buNone/>
              <a:defRPr>
                <a:solidFill>
                  <a:schemeClr val="tx1">
                    <a:tint val="75000"/>
                  </a:schemeClr>
                </a:solidFill>
              </a:defRPr>
            </a:lvl3pPr>
            <a:lvl4pPr marL="4013026" indent="0" algn="ctr">
              <a:buNone/>
              <a:defRPr>
                <a:solidFill>
                  <a:schemeClr val="tx1">
                    <a:tint val="75000"/>
                  </a:schemeClr>
                </a:solidFill>
              </a:defRPr>
            </a:lvl4pPr>
            <a:lvl5pPr marL="5350703" indent="0" algn="ctr">
              <a:buNone/>
              <a:defRPr>
                <a:solidFill>
                  <a:schemeClr val="tx1">
                    <a:tint val="75000"/>
                  </a:schemeClr>
                </a:solidFill>
              </a:defRPr>
            </a:lvl5pPr>
            <a:lvl6pPr marL="6688378" indent="0" algn="ctr">
              <a:buNone/>
              <a:defRPr>
                <a:solidFill>
                  <a:schemeClr val="tx1">
                    <a:tint val="75000"/>
                  </a:schemeClr>
                </a:solidFill>
              </a:defRPr>
            </a:lvl6pPr>
            <a:lvl7pPr marL="8026053" indent="0" algn="ctr">
              <a:buNone/>
              <a:defRPr>
                <a:solidFill>
                  <a:schemeClr val="tx1">
                    <a:tint val="75000"/>
                  </a:schemeClr>
                </a:solidFill>
              </a:defRPr>
            </a:lvl7pPr>
            <a:lvl8pPr marL="9363729" indent="0" algn="ctr">
              <a:buNone/>
              <a:defRPr>
                <a:solidFill>
                  <a:schemeClr val="tx1">
                    <a:tint val="75000"/>
                  </a:schemeClr>
                </a:solidFill>
              </a:defRPr>
            </a:lvl8pPr>
            <a:lvl9pPr marL="10701404"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117CC4CE-0F45-873A-C62D-F2780BDF1FE1}"/>
              </a:ext>
            </a:extLst>
          </p:cNvPr>
          <p:cNvSpPr>
            <a:spLocks noGrp="1"/>
          </p:cNvSpPr>
          <p:nvPr>
            <p:ph type="dt" sz="half" idx="10"/>
          </p:nvPr>
        </p:nvSpPr>
        <p:spPr/>
        <p:txBody>
          <a:bodyPr/>
          <a:lstStyle>
            <a:lvl1pPr>
              <a:defRPr/>
            </a:lvl1pPr>
          </a:lstStyle>
          <a:p>
            <a:pPr>
              <a:defRPr/>
            </a:pPr>
            <a:fld id="{0F0C815E-EE4F-1A43-A736-79D07E5465BC}" type="datetime1">
              <a:rPr lang="en-US" altLang="en-US"/>
              <a:pPr>
                <a:defRPr/>
              </a:pPr>
              <a:t>5/2/25</a:t>
            </a:fld>
            <a:endParaRPr lang="en-US" altLang="en-US"/>
          </a:p>
        </p:txBody>
      </p:sp>
      <p:sp>
        <p:nvSpPr>
          <p:cNvPr id="5" name="Footer Placeholder 4">
            <a:extLst>
              <a:ext uri="{FF2B5EF4-FFF2-40B4-BE49-F238E27FC236}">
                <a16:creationId xmlns:a16="http://schemas.microsoft.com/office/drawing/2014/main" id="{9E3999E0-66C5-5F1F-60FD-F03A698EAE8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18B1F90-FFE0-95EF-91F0-46967971CF49}"/>
              </a:ext>
            </a:extLst>
          </p:cNvPr>
          <p:cNvSpPr>
            <a:spLocks noGrp="1"/>
          </p:cNvSpPr>
          <p:nvPr>
            <p:ph type="sldNum" sz="quarter" idx="12"/>
          </p:nvPr>
        </p:nvSpPr>
        <p:spPr/>
        <p:txBody>
          <a:bodyPr/>
          <a:lstStyle>
            <a:lvl1pPr>
              <a:defRPr/>
            </a:lvl1pPr>
          </a:lstStyle>
          <a:p>
            <a:fld id="{D55A6323-98FF-0D44-8572-0ADFDAE3C10C}" type="slidenum">
              <a:rPr lang="en-US" altLang="en-US"/>
              <a:pPr/>
              <a:t>‹#›</a:t>
            </a:fld>
            <a:endParaRPr lang="en-US" altLang="en-US"/>
          </a:p>
        </p:txBody>
      </p:sp>
    </p:spTree>
    <p:extLst>
      <p:ext uri="{BB962C8B-B14F-4D97-AF65-F5344CB8AC3E}">
        <p14:creationId xmlns:p14="http://schemas.microsoft.com/office/powerpoint/2010/main" val="3502200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351299-B2D2-5886-3119-2EF006939BDB}"/>
              </a:ext>
            </a:extLst>
          </p:cNvPr>
          <p:cNvSpPr>
            <a:spLocks noGrp="1"/>
          </p:cNvSpPr>
          <p:nvPr>
            <p:ph type="dt" sz="half" idx="10"/>
          </p:nvPr>
        </p:nvSpPr>
        <p:spPr/>
        <p:txBody>
          <a:bodyPr/>
          <a:lstStyle>
            <a:lvl1pPr>
              <a:defRPr/>
            </a:lvl1pPr>
          </a:lstStyle>
          <a:p>
            <a:pPr>
              <a:defRPr/>
            </a:pPr>
            <a:fld id="{30D6B5AF-08D7-0E4E-9D94-719619D4068B}" type="datetime1">
              <a:rPr lang="en-US" altLang="en-US"/>
              <a:pPr>
                <a:defRPr/>
              </a:pPr>
              <a:t>5/2/25</a:t>
            </a:fld>
            <a:endParaRPr lang="en-US" altLang="en-US"/>
          </a:p>
        </p:txBody>
      </p:sp>
      <p:sp>
        <p:nvSpPr>
          <p:cNvPr id="5" name="Footer Placeholder 4">
            <a:extLst>
              <a:ext uri="{FF2B5EF4-FFF2-40B4-BE49-F238E27FC236}">
                <a16:creationId xmlns:a16="http://schemas.microsoft.com/office/drawing/2014/main" id="{C18BE056-1AB8-148E-72DE-FDE73F459A2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8CC6AE8-AE55-2ABE-45D6-518139A345B9}"/>
              </a:ext>
            </a:extLst>
          </p:cNvPr>
          <p:cNvSpPr>
            <a:spLocks noGrp="1"/>
          </p:cNvSpPr>
          <p:nvPr>
            <p:ph type="sldNum" sz="quarter" idx="12"/>
          </p:nvPr>
        </p:nvSpPr>
        <p:spPr/>
        <p:txBody>
          <a:bodyPr/>
          <a:lstStyle>
            <a:lvl1pPr>
              <a:defRPr/>
            </a:lvl1pPr>
          </a:lstStyle>
          <a:p>
            <a:fld id="{B76A52BE-8ADC-3148-B4EB-E7EDEF05AE14}" type="slidenum">
              <a:rPr lang="en-US" altLang="en-US"/>
              <a:pPr/>
              <a:t>‹#›</a:t>
            </a:fld>
            <a:endParaRPr lang="en-US" altLang="en-US"/>
          </a:p>
        </p:txBody>
      </p:sp>
    </p:spTree>
    <p:extLst>
      <p:ext uri="{BB962C8B-B14F-4D97-AF65-F5344CB8AC3E}">
        <p14:creationId xmlns:p14="http://schemas.microsoft.com/office/powerpoint/2010/main" val="936104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6" y="14102081"/>
            <a:ext cx="27980640" cy="4358640"/>
          </a:xfrm>
        </p:spPr>
        <p:txBody>
          <a:bodyPr anchor="t"/>
          <a:lstStyle>
            <a:lvl1pPr algn="l">
              <a:defRPr sz="11734" b="1" cap="all"/>
            </a:lvl1pPr>
          </a:lstStyle>
          <a:p>
            <a:r>
              <a:rPr lang="en-US"/>
              <a:t>Click to edit Master title style</a:t>
            </a:r>
          </a:p>
        </p:txBody>
      </p:sp>
      <p:sp>
        <p:nvSpPr>
          <p:cNvPr id="3" name="Text Placeholder 2"/>
          <p:cNvSpPr>
            <a:spLocks noGrp="1"/>
          </p:cNvSpPr>
          <p:nvPr>
            <p:ph type="body" idx="1"/>
          </p:nvPr>
        </p:nvSpPr>
        <p:spPr>
          <a:xfrm>
            <a:off x="2600326" y="9301483"/>
            <a:ext cx="27980640" cy="4800599"/>
          </a:xfrm>
        </p:spPr>
        <p:txBody>
          <a:bodyPr anchor="b"/>
          <a:lstStyle>
            <a:lvl1pPr marL="0" indent="0">
              <a:buNone/>
              <a:defRPr sz="5867">
                <a:solidFill>
                  <a:schemeClr val="tx1">
                    <a:tint val="75000"/>
                  </a:schemeClr>
                </a:solidFill>
              </a:defRPr>
            </a:lvl1pPr>
            <a:lvl2pPr marL="1337676" indent="0">
              <a:buNone/>
              <a:defRPr sz="5227">
                <a:solidFill>
                  <a:schemeClr val="tx1">
                    <a:tint val="75000"/>
                  </a:schemeClr>
                </a:solidFill>
              </a:defRPr>
            </a:lvl2pPr>
            <a:lvl3pPr marL="2675351" indent="0">
              <a:buNone/>
              <a:defRPr sz="4694">
                <a:solidFill>
                  <a:schemeClr val="tx1">
                    <a:tint val="75000"/>
                  </a:schemeClr>
                </a:solidFill>
              </a:defRPr>
            </a:lvl3pPr>
            <a:lvl4pPr marL="4013026" indent="0">
              <a:buNone/>
              <a:defRPr sz="4054">
                <a:solidFill>
                  <a:schemeClr val="tx1">
                    <a:tint val="75000"/>
                  </a:schemeClr>
                </a:solidFill>
              </a:defRPr>
            </a:lvl4pPr>
            <a:lvl5pPr marL="5350703" indent="0">
              <a:buNone/>
              <a:defRPr sz="4054">
                <a:solidFill>
                  <a:schemeClr val="tx1">
                    <a:tint val="75000"/>
                  </a:schemeClr>
                </a:solidFill>
              </a:defRPr>
            </a:lvl5pPr>
            <a:lvl6pPr marL="6688378" indent="0">
              <a:buNone/>
              <a:defRPr sz="4054">
                <a:solidFill>
                  <a:schemeClr val="tx1">
                    <a:tint val="75000"/>
                  </a:schemeClr>
                </a:solidFill>
              </a:defRPr>
            </a:lvl6pPr>
            <a:lvl7pPr marL="8026053" indent="0">
              <a:buNone/>
              <a:defRPr sz="4054">
                <a:solidFill>
                  <a:schemeClr val="tx1">
                    <a:tint val="75000"/>
                  </a:schemeClr>
                </a:solidFill>
              </a:defRPr>
            </a:lvl7pPr>
            <a:lvl8pPr marL="9363729" indent="0">
              <a:buNone/>
              <a:defRPr sz="4054">
                <a:solidFill>
                  <a:schemeClr val="tx1">
                    <a:tint val="75000"/>
                  </a:schemeClr>
                </a:solidFill>
              </a:defRPr>
            </a:lvl8pPr>
            <a:lvl9pPr marL="10701404" indent="0">
              <a:buNone/>
              <a:defRPr sz="4054">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E16D4E-8FCB-CFEB-4DA8-05AEA2AB183F}"/>
              </a:ext>
            </a:extLst>
          </p:cNvPr>
          <p:cNvSpPr>
            <a:spLocks noGrp="1"/>
          </p:cNvSpPr>
          <p:nvPr>
            <p:ph type="dt" sz="half" idx="10"/>
          </p:nvPr>
        </p:nvSpPr>
        <p:spPr/>
        <p:txBody>
          <a:bodyPr/>
          <a:lstStyle>
            <a:lvl1pPr>
              <a:defRPr/>
            </a:lvl1pPr>
          </a:lstStyle>
          <a:p>
            <a:pPr>
              <a:defRPr/>
            </a:pPr>
            <a:fld id="{8173EAEF-5F68-0B48-AD14-11BE05E29179}" type="datetime1">
              <a:rPr lang="en-US" altLang="en-US"/>
              <a:pPr>
                <a:defRPr/>
              </a:pPr>
              <a:t>5/2/25</a:t>
            </a:fld>
            <a:endParaRPr lang="en-US" altLang="en-US"/>
          </a:p>
        </p:txBody>
      </p:sp>
      <p:sp>
        <p:nvSpPr>
          <p:cNvPr id="5" name="Footer Placeholder 4">
            <a:extLst>
              <a:ext uri="{FF2B5EF4-FFF2-40B4-BE49-F238E27FC236}">
                <a16:creationId xmlns:a16="http://schemas.microsoft.com/office/drawing/2014/main" id="{6DC7B554-FFD2-2C6C-0368-EFA6425D36B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739D4DC-4F18-AE3F-8F39-CDC571B1037A}"/>
              </a:ext>
            </a:extLst>
          </p:cNvPr>
          <p:cNvSpPr>
            <a:spLocks noGrp="1"/>
          </p:cNvSpPr>
          <p:nvPr>
            <p:ph type="sldNum" sz="quarter" idx="12"/>
          </p:nvPr>
        </p:nvSpPr>
        <p:spPr/>
        <p:txBody>
          <a:bodyPr/>
          <a:lstStyle>
            <a:lvl1pPr>
              <a:defRPr/>
            </a:lvl1pPr>
          </a:lstStyle>
          <a:p>
            <a:fld id="{8B964991-3F47-3D44-82E1-24E53E809071}" type="slidenum">
              <a:rPr lang="en-US" altLang="en-US"/>
              <a:pPr/>
              <a:t>‹#›</a:t>
            </a:fld>
            <a:endParaRPr lang="en-US" altLang="en-US"/>
          </a:p>
        </p:txBody>
      </p:sp>
    </p:spTree>
    <p:extLst>
      <p:ext uri="{BB962C8B-B14F-4D97-AF65-F5344CB8AC3E}">
        <p14:creationId xmlns:p14="http://schemas.microsoft.com/office/powerpoint/2010/main" val="2997089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937760" y="12288522"/>
            <a:ext cx="44165520" cy="34762439"/>
          </a:xfrm>
        </p:spPr>
        <p:txBody>
          <a:bodyPr/>
          <a:lstStyle>
            <a:lvl1pPr>
              <a:defRPr sz="8214"/>
            </a:lvl1pPr>
            <a:lvl2pPr>
              <a:defRPr sz="7040"/>
            </a:lvl2pPr>
            <a:lvl3pPr>
              <a:defRPr sz="5867"/>
            </a:lvl3pPr>
            <a:lvl4pPr>
              <a:defRPr sz="5227"/>
            </a:lvl4pPr>
            <a:lvl5pPr>
              <a:defRPr sz="5227"/>
            </a:lvl5pPr>
            <a:lvl6pPr>
              <a:defRPr sz="5227"/>
            </a:lvl6pPr>
            <a:lvl7pPr>
              <a:defRPr sz="5227"/>
            </a:lvl7pPr>
            <a:lvl8pPr>
              <a:defRPr sz="5227"/>
            </a:lvl8pPr>
            <a:lvl9pPr>
              <a:defRPr sz="522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651920" y="12288522"/>
            <a:ext cx="44165520" cy="34762439"/>
          </a:xfrm>
        </p:spPr>
        <p:txBody>
          <a:bodyPr/>
          <a:lstStyle>
            <a:lvl1pPr>
              <a:defRPr sz="8214"/>
            </a:lvl1pPr>
            <a:lvl2pPr>
              <a:defRPr sz="7040"/>
            </a:lvl2pPr>
            <a:lvl3pPr>
              <a:defRPr sz="5867"/>
            </a:lvl3pPr>
            <a:lvl4pPr>
              <a:defRPr sz="5227"/>
            </a:lvl4pPr>
            <a:lvl5pPr>
              <a:defRPr sz="5227"/>
            </a:lvl5pPr>
            <a:lvl6pPr>
              <a:defRPr sz="5227"/>
            </a:lvl6pPr>
            <a:lvl7pPr>
              <a:defRPr sz="5227"/>
            </a:lvl7pPr>
            <a:lvl8pPr>
              <a:defRPr sz="5227"/>
            </a:lvl8pPr>
            <a:lvl9pPr>
              <a:defRPr sz="522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3B58E96-8BE8-580D-24AD-CA16B1E22218}"/>
              </a:ext>
            </a:extLst>
          </p:cNvPr>
          <p:cNvSpPr>
            <a:spLocks noGrp="1"/>
          </p:cNvSpPr>
          <p:nvPr>
            <p:ph type="dt" sz="half" idx="10"/>
          </p:nvPr>
        </p:nvSpPr>
        <p:spPr/>
        <p:txBody>
          <a:bodyPr/>
          <a:lstStyle>
            <a:lvl1pPr>
              <a:defRPr/>
            </a:lvl1pPr>
          </a:lstStyle>
          <a:p>
            <a:pPr>
              <a:defRPr/>
            </a:pPr>
            <a:fld id="{7B83AFB2-FB8D-7F42-87A3-77F0BD92E2F5}" type="datetime1">
              <a:rPr lang="en-US" altLang="en-US"/>
              <a:pPr>
                <a:defRPr/>
              </a:pPr>
              <a:t>5/2/25</a:t>
            </a:fld>
            <a:endParaRPr lang="en-US" altLang="en-US"/>
          </a:p>
        </p:txBody>
      </p:sp>
      <p:sp>
        <p:nvSpPr>
          <p:cNvPr id="6" name="Footer Placeholder 4">
            <a:extLst>
              <a:ext uri="{FF2B5EF4-FFF2-40B4-BE49-F238E27FC236}">
                <a16:creationId xmlns:a16="http://schemas.microsoft.com/office/drawing/2014/main" id="{FC6B688C-C1BD-2A5C-1D61-00C03BC33EE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5D0C98D-D5A3-720B-1E9D-0E6FE7195C21}"/>
              </a:ext>
            </a:extLst>
          </p:cNvPr>
          <p:cNvSpPr>
            <a:spLocks noGrp="1"/>
          </p:cNvSpPr>
          <p:nvPr>
            <p:ph type="sldNum" sz="quarter" idx="12"/>
          </p:nvPr>
        </p:nvSpPr>
        <p:spPr/>
        <p:txBody>
          <a:bodyPr/>
          <a:lstStyle>
            <a:lvl1pPr>
              <a:defRPr/>
            </a:lvl1pPr>
          </a:lstStyle>
          <a:p>
            <a:fld id="{EC017F09-E0B3-6E4F-9F3F-07ED1BC5A6D8}" type="slidenum">
              <a:rPr lang="en-US" altLang="en-US"/>
              <a:pPr/>
              <a:t>‹#›</a:t>
            </a:fld>
            <a:endParaRPr lang="en-US" altLang="en-US"/>
          </a:p>
        </p:txBody>
      </p:sp>
    </p:spTree>
    <p:extLst>
      <p:ext uri="{BB962C8B-B14F-4D97-AF65-F5344CB8AC3E}">
        <p14:creationId xmlns:p14="http://schemas.microsoft.com/office/powerpoint/2010/main" val="3894017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920" y="878841"/>
            <a:ext cx="29626560" cy="36576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45920" y="4912362"/>
            <a:ext cx="14544677" cy="2047239"/>
          </a:xfrm>
        </p:spPr>
        <p:txBody>
          <a:bodyPr anchor="b"/>
          <a:lstStyle>
            <a:lvl1pPr marL="0" indent="0">
              <a:buNone/>
              <a:defRPr sz="7040" b="1"/>
            </a:lvl1pPr>
            <a:lvl2pPr marL="1337676" indent="0">
              <a:buNone/>
              <a:defRPr sz="5867" b="1"/>
            </a:lvl2pPr>
            <a:lvl3pPr marL="2675351" indent="0">
              <a:buNone/>
              <a:defRPr sz="5227" b="1"/>
            </a:lvl3pPr>
            <a:lvl4pPr marL="4013026" indent="0">
              <a:buNone/>
              <a:defRPr sz="4694" b="1"/>
            </a:lvl4pPr>
            <a:lvl5pPr marL="5350703" indent="0">
              <a:buNone/>
              <a:defRPr sz="4694" b="1"/>
            </a:lvl5pPr>
            <a:lvl6pPr marL="6688378" indent="0">
              <a:buNone/>
              <a:defRPr sz="4694" b="1"/>
            </a:lvl6pPr>
            <a:lvl7pPr marL="8026053" indent="0">
              <a:buNone/>
              <a:defRPr sz="4694" b="1"/>
            </a:lvl7pPr>
            <a:lvl8pPr marL="9363729" indent="0">
              <a:buNone/>
              <a:defRPr sz="4694" b="1"/>
            </a:lvl8pPr>
            <a:lvl9pPr marL="10701404" indent="0">
              <a:buNone/>
              <a:defRPr sz="4694" b="1"/>
            </a:lvl9pPr>
          </a:lstStyle>
          <a:p>
            <a:pPr lvl="0"/>
            <a:r>
              <a:rPr lang="en-US"/>
              <a:t>Click to edit Master text styles</a:t>
            </a:r>
          </a:p>
        </p:txBody>
      </p:sp>
      <p:sp>
        <p:nvSpPr>
          <p:cNvPr id="4" name="Content Placeholder 3"/>
          <p:cNvSpPr>
            <a:spLocks noGrp="1"/>
          </p:cNvSpPr>
          <p:nvPr>
            <p:ph sz="half" idx="2"/>
          </p:nvPr>
        </p:nvSpPr>
        <p:spPr>
          <a:xfrm>
            <a:off x="1645920" y="6959601"/>
            <a:ext cx="14544677" cy="12644121"/>
          </a:xfrm>
        </p:spPr>
        <p:txBody>
          <a:bodyPr/>
          <a:lstStyle>
            <a:lvl1pPr>
              <a:defRPr sz="7040"/>
            </a:lvl1pPr>
            <a:lvl2pPr>
              <a:defRPr sz="5867"/>
            </a:lvl2pPr>
            <a:lvl3pPr>
              <a:defRPr sz="5227"/>
            </a:lvl3pPr>
            <a:lvl4pPr>
              <a:defRPr sz="4694"/>
            </a:lvl4pPr>
            <a:lvl5pPr>
              <a:defRPr sz="4694"/>
            </a:lvl5pPr>
            <a:lvl6pPr>
              <a:defRPr sz="4694"/>
            </a:lvl6pPr>
            <a:lvl7pPr>
              <a:defRPr sz="4694"/>
            </a:lvl7pPr>
            <a:lvl8pPr>
              <a:defRPr sz="4694"/>
            </a:lvl8pPr>
            <a:lvl9pPr>
              <a:defRPr sz="469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093" y="4912362"/>
            <a:ext cx="14550390" cy="2047239"/>
          </a:xfrm>
        </p:spPr>
        <p:txBody>
          <a:bodyPr anchor="b"/>
          <a:lstStyle>
            <a:lvl1pPr marL="0" indent="0">
              <a:buNone/>
              <a:defRPr sz="7040" b="1"/>
            </a:lvl1pPr>
            <a:lvl2pPr marL="1337676" indent="0">
              <a:buNone/>
              <a:defRPr sz="5867" b="1"/>
            </a:lvl2pPr>
            <a:lvl3pPr marL="2675351" indent="0">
              <a:buNone/>
              <a:defRPr sz="5227" b="1"/>
            </a:lvl3pPr>
            <a:lvl4pPr marL="4013026" indent="0">
              <a:buNone/>
              <a:defRPr sz="4694" b="1"/>
            </a:lvl4pPr>
            <a:lvl5pPr marL="5350703" indent="0">
              <a:buNone/>
              <a:defRPr sz="4694" b="1"/>
            </a:lvl5pPr>
            <a:lvl6pPr marL="6688378" indent="0">
              <a:buNone/>
              <a:defRPr sz="4694" b="1"/>
            </a:lvl6pPr>
            <a:lvl7pPr marL="8026053" indent="0">
              <a:buNone/>
              <a:defRPr sz="4694" b="1"/>
            </a:lvl7pPr>
            <a:lvl8pPr marL="9363729" indent="0">
              <a:buNone/>
              <a:defRPr sz="4694" b="1"/>
            </a:lvl8pPr>
            <a:lvl9pPr marL="10701404" indent="0">
              <a:buNone/>
              <a:defRPr sz="4694" b="1"/>
            </a:lvl9pPr>
          </a:lstStyle>
          <a:p>
            <a:pPr lvl="0"/>
            <a:r>
              <a:rPr lang="en-US"/>
              <a:t>Click to edit Master text styles</a:t>
            </a:r>
          </a:p>
        </p:txBody>
      </p:sp>
      <p:sp>
        <p:nvSpPr>
          <p:cNvPr id="6" name="Content Placeholder 5"/>
          <p:cNvSpPr>
            <a:spLocks noGrp="1"/>
          </p:cNvSpPr>
          <p:nvPr>
            <p:ph sz="quarter" idx="4"/>
          </p:nvPr>
        </p:nvSpPr>
        <p:spPr>
          <a:xfrm>
            <a:off x="16722093" y="6959601"/>
            <a:ext cx="14550390" cy="12644121"/>
          </a:xfrm>
        </p:spPr>
        <p:txBody>
          <a:bodyPr/>
          <a:lstStyle>
            <a:lvl1pPr>
              <a:defRPr sz="7040"/>
            </a:lvl1pPr>
            <a:lvl2pPr>
              <a:defRPr sz="5867"/>
            </a:lvl2pPr>
            <a:lvl3pPr>
              <a:defRPr sz="5227"/>
            </a:lvl3pPr>
            <a:lvl4pPr>
              <a:defRPr sz="4694"/>
            </a:lvl4pPr>
            <a:lvl5pPr>
              <a:defRPr sz="4694"/>
            </a:lvl5pPr>
            <a:lvl6pPr>
              <a:defRPr sz="4694"/>
            </a:lvl6pPr>
            <a:lvl7pPr>
              <a:defRPr sz="4694"/>
            </a:lvl7pPr>
            <a:lvl8pPr>
              <a:defRPr sz="4694"/>
            </a:lvl8pPr>
            <a:lvl9pPr>
              <a:defRPr sz="469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149C865-DF94-8CBF-131C-6F4E6F769CE5}"/>
              </a:ext>
            </a:extLst>
          </p:cNvPr>
          <p:cNvSpPr>
            <a:spLocks noGrp="1"/>
          </p:cNvSpPr>
          <p:nvPr>
            <p:ph type="dt" sz="half" idx="10"/>
          </p:nvPr>
        </p:nvSpPr>
        <p:spPr/>
        <p:txBody>
          <a:bodyPr/>
          <a:lstStyle>
            <a:lvl1pPr>
              <a:defRPr/>
            </a:lvl1pPr>
          </a:lstStyle>
          <a:p>
            <a:pPr>
              <a:defRPr/>
            </a:pPr>
            <a:fld id="{C23EC765-C2C8-A342-A53E-011844841353}" type="datetime1">
              <a:rPr lang="en-US" altLang="en-US"/>
              <a:pPr>
                <a:defRPr/>
              </a:pPr>
              <a:t>5/2/25</a:t>
            </a:fld>
            <a:endParaRPr lang="en-US" altLang="en-US"/>
          </a:p>
        </p:txBody>
      </p:sp>
      <p:sp>
        <p:nvSpPr>
          <p:cNvPr id="8" name="Footer Placeholder 4">
            <a:extLst>
              <a:ext uri="{FF2B5EF4-FFF2-40B4-BE49-F238E27FC236}">
                <a16:creationId xmlns:a16="http://schemas.microsoft.com/office/drawing/2014/main" id="{1240EFF7-7870-B4D8-D1BE-3A231A6A126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A25EC451-CE1B-B040-0F87-1486E2D00BDE}"/>
              </a:ext>
            </a:extLst>
          </p:cNvPr>
          <p:cNvSpPr>
            <a:spLocks noGrp="1"/>
          </p:cNvSpPr>
          <p:nvPr>
            <p:ph type="sldNum" sz="quarter" idx="12"/>
          </p:nvPr>
        </p:nvSpPr>
        <p:spPr/>
        <p:txBody>
          <a:bodyPr/>
          <a:lstStyle>
            <a:lvl1pPr>
              <a:defRPr/>
            </a:lvl1pPr>
          </a:lstStyle>
          <a:p>
            <a:fld id="{80F04ECA-8644-934E-85F4-FA191A5B6422}" type="slidenum">
              <a:rPr lang="en-US" altLang="en-US"/>
              <a:pPr/>
              <a:t>‹#›</a:t>
            </a:fld>
            <a:endParaRPr lang="en-US" altLang="en-US"/>
          </a:p>
        </p:txBody>
      </p:sp>
    </p:spTree>
    <p:extLst>
      <p:ext uri="{BB962C8B-B14F-4D97-AF65-F5344CB8AC3E}">
        <p14:creationId xmlns:p14="http://schemas.microsoft.com/office/powerpoint/2010/main" val="3344691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EB797602-805B-D7DA-30A9-D511C23F10E3}"/>
              </a:ext>
            </a:extLst>
          </p:cNvPr>
          <p:cNvSpPr>
            <a:spLocks noGrp="1"/>
          </p:cNvSpPr>
          <p:nvPr>
            <p:ph type="dt" sz="half" idx="10"/>
          </p:nvPr>
        </p:nvSpPr>
        <p:spPr/>
        <p:txBody>
          <a:bodyPr/>
          <a:lstStyle>
            <a:lvl1pPr>
              <a:defRPr/>
            </a:lvl1pPr>
          </a:lstStyle>
          <a:p>
            <a:pPr>
              <a:defRPr/>
            </a:pPr>
            <a:fld id="{CCF8EE51-2724-5C4F-81F0-7D99D7711126}" type="datetime1">
              <a:rPr lang="en-US" altLang="en-US"/>
              <a:pPr>
                <a:defRPr/>
              </a:pPr>
              <a:t>5/2/25</a:t>
            </a:fld>
            <a:endParaRPr lang="en-US" altLang="en-US"/>
          </a:p>
        </p:txBody>
      </p:sp>
      <p:sp>
        <p:nvSpPr>
          <p:cNvPr id="4" name="Footer Placeholder 4">
            <a:extLst>
              <a:ext uri="{FF2B5EF4-FFF2-40B4-BE49-F238E27FC236}">
                <a16:creationId xmlns:a16="http://schemas.microsoft.com/office/drawing/2014/main" id="{E2CF9970-5195-668C-D3A8-2539B5BD94E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6BF1445-4ECD-5C48-B0D8-2E518D2AE36E}"/>
              </a:ext>
            </a:extLst>
          </p:cNvPr>
          <p:cNvSpPr>
            <a:spLocks noGrp="1"/>
          </p:cNvSpPr>
          <p:nvPr>
            <p:ph type="sldNum" sz="quarter" idx="12"/>
          </p:nvPr>
        </p:nvSpPr>
        <p:spPr/>
        <p:txBody>
          <a:bodyPr/>
          <a:lstStyle>
            <a:lvl1pPr>
              <a:defRPr/>
            </a:lvl1pPr>
          </a:lstStyle>
          <a:p>
            <a:fld id="{61C1F45E-ED12-CC4D-A297-2F53F533E41B}" type="slidenum">
              <a:rPr lang="en-US" altLang="en-US"/>
              <a:pPr/>
              <a:t>‹#›</a:t>
            </a:fld>
            <a:endParaRPr lang="en-US" altLang="en-US"/>
          </a:p>
        </p:txBody>
      </p:sp>
    </p:spTree>
    <p:extLst>
      <p:ext uri="{BB962C8B-B14F-4D97-AF65-F5344CB8AC3E}">
        <p14:creationId xmlns:p14="http://schemas.microsoft.com/office/powerpoint/2010/main" val="2193039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4AB897F-2544-5F16-558F-462AE42F94D0}"/>
              </a:ext>
            </a:extLst>
          </p:cNvPr>
          <p:cNvSpPr>
            <a:spLocks noGrp="1"/>
          </p:cNvSpPr>
          <p:nvPr>
            <p:ph type="dt" sz="half" idx="10"/>
          </p:nvPr>
        </p:nvSpPr>
        <p:spPr/>
        <p:txBody>
          <a:bodyPr/>
          <a:lstStyle>
            <a:lvl1pPr>
              <a:defRPr/>
            </a:lvl1pPr>
          </a:lstStyle>
          <a:p>
            <a:pPr>
              <a:defRPr/>
            </a:pPr>
            <a:fld id="{D353FCBA-B6C9-E446-9B1B-FE8745165FA9}" type="datetime1">
              <a:rPr lang="en-US" altLang="en-US"/>
              <a:pPr>
                <a:defRPr/>
              </a:pPr>
              <a:t>5/2/25</a:t>
            </a:fld>
            <a:endParaRPr lang="en-US" altLang="en-US"/>
          </a:p>
        </p:txBody>
      </p:sp>
      <p:sp>
        <p:nvSpPr>
          <p:cNvPr id="3" name="Footer Placeholder 4">
            <a:extLst>
              <a:ext uri="{FF2B5EF4-FFF2-40B4-BE49-F238E27FC236}">
                <a16:creationId xmlns:a16="http://schemas.microsoft.com/office/drawing/2014/main" id="{11D12925-7793-F6BA-305B-11FFA43C5A32}"/>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9356223-FAA6-C37C-DBBB-D088D7C8AAC9}"/>
              </a:ext>
            </a:extLst>
          </p:cNvPr>
          <p:cNvSpPr>
            <a:spLocks noGrp="1"/>
          </p:cNvSpPr>
          <p:nvPr>
            <p:ph type="sldNum" sz="quarter" idx="12"/>
          </p:nvPr>
        </p:nvSpPr>
        <p:spPr/>
        <p:txBody>
          <a:bodyPr/>
          <a:lstStyle>
            <a:lvl1pPr>
              <a:defRPr/>
            </a:lvl1pPr>
          </a:lstStyle>
          <a:p>
            <a:fld id="{EB52CC1C-765A-3B4E-8DDC-C49045D16B46}" type="slidenum">
              <a:rPr lang="en-US" altLang="en-US"/>
              <a:pPr/>
              <a:t>‹#›</a:t>
            </a:fld>
            <a:endParaRPr lang="en-US" altLang="en-US"/>
          </a:p>
        </p:txBody>
      </p:sp>
    </p:spTree>
    <p:extLst>
      <p:ext uri="{BB962C8B-B14F-4D97-AF65-F5344CB8AC3E}">
        <p14:creationId xmlns:p14="http://schemas.microsoft.com/office/powerpoint/2010/main" val="593428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3" y="873760"/>
            <a:ext cx="10829927" cy="3718560"/>
          </a:xfrm>
        </p:spPr>
        <p:txBody>
          <a:bodyPr anchor="b"/>
          <a:lstStyle>
            <a:lvl1pPr algn="l">
              <a:defRPr sz="5867" b="1"/>
            </a:lvl1pPr>
          </a:lstStyle>
          <a:p>
            <a:r>
              <a:rPr lang="en-US"/>
              <a:t>Click to edit Master title style</a:t>
            </a:r>
          </a:p>
        </p:txBody>
      </p:sp>
      <p:sp>
        <p:nvSpPr>
          <p:cNvPr id="3" name="Content Placeholder 2"/>
          <p:cNvSpPr>
            <a:spLocks noGrp="1"/>
          </p:cNvSpPr>
          <p:nvPr>
            <p:ph idx="1"/>
          </p:nvPr>
        </p:nvSpPr>
        <p:spPr>
          <a:xfrm>
            <a:off x="12870180" y="873762"/>
            <a:ext cx="18402300" cy="18729961"/>
          </a:xfrm>
        </p:spPr>
        <p:txBody>
          <a:bodyPr/>
          <a:lstStyle>
            <a:lvl1pPr>
              <a:defRPr sz="9387"/>
            </a:lvl1pPr>
            <a:lvl2pPr>
              <a:defRPr sz="8214"/>
            </a:lvl2pPr>
            <a:lvl3pPr>
              <a:defRPr sz="7040"/>
            </a:lvl3pPr>
            <a:lvl4pPr>
              <a:defRPr sz="5867"/>
            </a:lvl4pPr>
            <a:lvl5pPr>
              <a:defRPr sz="5867"/>
            </a:lvl5pPr>
            <a:lvl6pPr>
              <a:defRPr sz="5867"/>
            </a:lvl6pPr>
            <a:lvl7pPr>
              <a:defRPr sz="5867"/>
            </a:lvl7pPr>
            <a:lvl8pPr>
              <a:defRPr sz="5867"/>
            </a:lvl8pPr>
            <a:lvl9pPr>
              <a:defRPr sz="5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923" y="4592322"/>
            <a:ext cx="10829927" cy="15011401"/>
          </a:xfrm>
        </p:spPr>
        <p:txBody>
          <a:bodyPr/>
          <a:lstStyle>
            <a:lvl1pPr marL="0" indent="0">
              <a:buNone/>
              <a:defRPr sz="4054"/>
            </a:lvl1pPr>
            <a:lvl2pPr marL="1337676" indent="0">
              <a:buNone/>
              <a:defRPr sz="3520"/>
            </a:lvl2pPr>
            <a:lvl3pPr marL="2675351" indent="0">
              <a:buNone/>
              <a:defRPr sz="2880"/>
            </a:lvl3pPr>
            <a:lvl4pPr marL="4013026" indent="0">
              <a:buNone/>
              <a:defRPr sz="2667"/>
            </a:lvl4pPr>
            <a:lvl5pPr marL="5350703" indent="0">
              <a:buNone/>
              <a:defRPr sz="2667"/>
            </a:lvl5pPr>
            <a:lvl6pPr marL="6688378" indent="0">
              <a:buNone/>
              <a:defRPr sz="2667"/>
            </a:lvl6pPr>
            <a:lvl7pPr marL="8026053" indent="0">
              <a:buNone/>
              <a:defRPr sz="2667"/>
            </a:lvl7pPr>
            <a:lvl8pPr marL="9363729" indent="0">
              <a:buNone/>
              <a:defRPr sz="2667"/>
            </a:lvl8pPr>
            <a:lvl9pPr marL="10701404" indent="0">
              <a:buNone/>
              <a:defRPr sz="2667"/>
            </a:lvl9pPr>
          </a:lstStyle>
          <a:p>
            <a:pPr lvl="0"/>
            <a:r>
              <a:rPr lang="en-US"/>
              <a:t>Click to edit Master text styles</a:t>
            </a:r>
          </a:p>
        </p:txBody>
      </p:sp>
      <p:sp>
        <p:nvSpPr>
          <p:cNvPr id="5" name="Date Placeholder 3">
            <a:extLst>
              <a:ext uri="{FF2B5EF4-FFF2-40B4-BE49-F238E27FC236}">
                <a16:creationId xmlns:a16="http://schemas.microsoft.com/office/drawing/2014/main" id="{C32813BD-83EF-23B1-F117-5AF8826A430D}"/>
              </a:ext>
            </a:extLst>
          </p:cNvPr>
          <p:cNvSpPr>
            <a:spLocks noGrp="1"/>
          </p:cNvSpPr>
          <p:nvPr>
            <p:ph type="dt" sz="half" idx="10"/>
          </p:nvPr>
        </p:nvSpPr>
        <p:spPr/>
        <p:txBody>
          <a:bodyPr/>
          <a:lstStyle>
            <a:lvl1pPr>
              <a:defRPr/>
            </a:lvl1pPr>
          </a:lstStyle>
          <a:p>
            <a:pPr>
              <a:defRPr/>
            </a:pPr>
            <a:fld id="{D8D1F4A0-9401-2540-903A-9008FDBB5CB3}" type="datetime1">
              <a:rPr lang="en-US" altLang="en-US"/>
              <a:pPr>
                <a:defRPr/>
              </a:pPr>
              <a:t>5/2/25</a:t>
            </a:fld>
            <a:endParaRPr lang="en-US" altLang="en-US"/>
          </a:p>
        </p:txBody>
      </p:sp>
      <p:sp>
        <p:nvSpPr>
          <p:cNvPr id="6" name="Footer Placeholder 4">
            <a:extLst>
              <a:ext uri="{FF2B5EF4-FFF2-40B4-BE49-F238E27FC236}">
                <a16:creationId xmlns:a16="http://schemas.microsoft.com/office/drawing/2014/main" id="{D205AA83-158B-0BED-20B0-A87CF6805F6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E5CD9E1-A0F4-7B37-35C2-D61A03C7A4DC}"/>
              </a:ext>
            </a:extLst>
          </p:cNvPr>
          <p:cNvSpPr>
            <a:spLocks noGrp="1"/>
          </p:cNvSpPr>
          <p:nvPr>
            <p:ph type="sldNum" sz="quarter" idx="12"/>
          </p:nvPr>
        </p:nvSpPr>
        <p:spPr/>
        <p:txBody>
          <a:bodyPr/>
          <a:lstStyle>
            <a:lvl1pPr>
              <a:defRPr/>
            </a:lvl1pPr>
          </a:lstStyle>
          <a:p>
            <a:fld id="{342F442D-C018-8346-9654-5F951D21826A}" type="slidenum">
              <a:rPr lang="en-US" altLang="en-US"/>
              <a:pPr/>
              <a:t>‹#›</a:t>
            </a:fld>
            <a:endParaRPr lang="en-US" altLang="en-US"/>
          </a:p>
        </p:txBody>
      </p:sp>
    </p:spTree>
    <p:extLst>
      <p:ext uri="{BB962C8B-B14F-4D97-AF65-F5344CB8AC3E}">
        <p14:creationId xmlns:p14="http://schemas.microsoft.com/office/powerpoint/2010/main" val="758317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237" y="15361921"/>
            <a:ext cx="19751040" cy="1813561"/>
          </a:xfrm>
        </p:spPr>
        <p:txBody>
          <a:bodyPr anchor="b"/>
          <a:lstStyle>
            <a:lvl1pPr algn="l">
              <a:defRPr sz="5867" b="1"/>
            </a:lvl1pPr>
          </a:lstStyle>
          <a:p>
            <a:r>
              <a:rPr lang="en-US"/>
              <a:t>Click to edit Master title style</a:t>
            </a:r>
          </a:p>
        </p:txBody>
      </p:sp>
      <p:sp>
        <p:nvSpPr>
          <p:cNvPr id="3" name="Picture Placeholder 2"/>
          <p:cNvSpPr>
            <a:spLocks noGrp="1"/>
          </p:cNvSpPr>
          <p:nvPr>
            <p:ph type="pic" idx="1"/>
          </p:nvPr>
        </p:nvSpPr>
        <p:spPr>
          <a:xfrm>
            <a:off x="6452237" y="1960880"/>
            <a:ext cx="19751040" cy="13167360"/>
          </a:xfrm>
        </p:spPr>
        <p:txBody>
          <a:bodyPr rtlCol="0">
            <a:normAutofit/>
          </a:bodyPr>
          <a:lstStyle>
            <a:lvl1pPr marL="0" indent="0">
              <a:buNone/>
              <a:defRPr sz="9387"/>
            </a:lvl1pPr>
            <a:lvl2pPr marL="1337676" indent="0">
              <a:buNone/>
              <a:defRPr sz="8214"/>
            </a:lvl2pPr>
            <a:lvl3pPr marL="2675351" indent="0">
              <a:buNone/>
              <a:defRPr sz="7040"/>
            </a:lvl3pPr>
            <a:lvl4pPr marL="4013026" indent="0">
              <a:buNone/>
              <a:defRPr sz="5867"/>
            </a:lvl4pPr>
            <a:lvl5pPr marL="5350703" indent="0">
              <a:buNone/>
              <a:defRPr sz="5867"/>
            </a:lvl5pPr>
            <a:lvl6pPr marL="6688378" indent="0">
              <a:buNone/>
              <a:defRPr sz="5867"/>
            </a:lvl6pPr>
            <a:lvl7pPr marL="8026053" indent="0">
              <a:buNone/>
              <a:defRPr sz="5867"/>
            </a:lvl7pPr>
            <a:lvl8pPr marL="9363729" indent="0">
              <a:buNone/>
              <a:defRPr sz="5867"/>
            </a:lvl8pPr>
            <a:lvl9pPr marL="10701404" indent="0">
              <a:buNone/>
              <a:defRPr sz="5867"/>
            </a:lvl9pPr>
          </a:lstStyle>
          <a:p>
            <a:pPr lvl="0"/>
            <a:endParaRPr lang="en-US" noProof="0"/>
          </a:p>
        </p:txBody>
      </p:sp>
      <p:sp>
        <p:nvSpPr>
          <p:cNvPr id="4" name="Text Placeholder 3"/>
          <p:cNvSpPr>
            <a:spLocks noGrp="1"/>
          </p:cNvSpPr>
          <p:nvPr>
            <p:ph type="body" sz="half" idx="2"/>
          </p:nvPr>
        </p:nvSpPr>
        <p:spPr>
          <a:xfrm>
            <a:off x="6452237" y="17175482"/>
            <a:ext cx="19751040" cy="2575559"/>
          </a:xfrm>
        </p:spPr>
        <p:txBody>
          <a:bodyPr/>
          <a:lstStyle>
            <a:lvl1pPr marL="0" indent="0">
              <a:buNone/>
              <a:defRPr sz="4054"/>
            </a:lvl1pPr>
            <a:lvl2pPr marL="1337676" indent="0">
              <a:buNone/>
              <a:defRPr sz="3520"/>
            </a:lvl2pPr>
            <a:lvl3pPr marL="2675351" indent="0">
              <a:buNone/>
              <a:defRPr sz="2880"/>
            </a:lvl3pPr>
            <a:lvl4pPr marL="4013026" indent="0">
              <a:buNone/>
              <a:defRPr sz="2667"/>
            </a:lvl4pPr>
            <a:lvl5pPr marL="5350703" indent="0">
              <a:buNone/>
              <a:defRPr sz="2667"/>
            </a:lvl5pPr>
            <a:lvl6pPr marL="6688378" indent="0">
              <a:buNone/>
              <a:defRPr sz="2667"/>
            </a:lvl6pPr>
            <a:lvl7pPr marL="8026053" indent="0">
              <a:buNone/>
              <a:defRPr sz="2667"/>
            </a:lvl7pPr>
            <a:lvl8pPr marL="9363729" indent="0">
              <a:buNone/>
              <a:defRPr sz="2667"/>
            </a:lvl8pPr>
            <a:lvl9pPr marL="10701404" indent="0">
              <a:buNone/>
              <a:defRPr sz="2667"/>
            </a:lvl9pPr>
          </a:lstStyle>
          <a:p>
            <a:pPr lvl="0"/>
            <a:r>
              <a:rPr lang="en-US"/>
              <a:t>Click to edit Master text styles</a:t>
            </a:r>
          </a:p>
        </p:txBody>
      </p:sp>
      <p:sp>
        <p:nvSpPr>
          <p:cNvPr id="5" name="Date Placeholder 3">
            <a:extLst>
              <a:ext uri="{FF2B5EF4-FFF2-40B4-BE49-F238E27FC236}">
                <a16:creationId xmlns:a16="http://schemas.microsoft.com/office/drawing/2014/main" id="{F534D249-5F41-7CC6-A370-B7F99E1DEC5F}"/>
              </a:ext>
            </a:extLst>
          </p:cNvPr>
          <p:cNvSpPr>
            <a:spLocks noGrp="1"/>
          </p:cNvSpPr>
          <p:nvPr>
            <p:ph type="dt" sz="half" idx="10"/>
          </p:nvPr>
        </p:nvSpPr>
        <p:spPr/>
        <p:txBody>
          <a:bodyPr/>
          <a:lstStyle>
            <a:lvl1pPr>
              <a:defRPr/>
            </a:lvl1pPr>
          </a:lstStyle>
          <a:p>
            <a:pPr>
              <a:defRPr/>
            </a:pPr>
            <a:fld id="{F53C8F38-EFE2-7849-808E-BADED1C2E2AD}" type="datetime1">
              <a:rPr lang="en-US" altLang="en-US"/>
              <a:pPr>
                <a:defRPr/>
              </a:pPr>
              <a:t>5/2/25</a:t>
            </a:fld>
            <a:endParaRPr lang="en-US" altLang="en-US"/>
          </a:p>
        </p:txBody>
      </p:sp>
      <p:sp>
        <p:nvSpPr>
          <p:cNvPr id="6" name="Footer Placeholder 4">
            <a:extLst>
              <a:ext uri="{FF2B5EF4-FFF2-40B4-BE49-F238E27FC236}">
                <a16:creationId xmlns:a16="http://schemas.microsoft.com/office/drawing/2014/main" id="{82EE0ACC-ABB2-2D3A-B495-C602C0F0590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9C8759A-5FB3-1066-DA3A-A0BD55CB4ABB}"/>
              </a:ext>
            </a:extLst>
          </p:cNvPr>
          <p:cNvSpPr>
            <a:spLocks noGrp="1"/>
          </p:cNvSpPr>
          <p:nvPr>
            <p:ph type="sldNum" sz="quarter" idx="12"/>
          </p:nvPr>
        </p:nvSpPr>
        <p:spPr/>
        <p:txBody>
          <a:bodyPr/>
          <a:lstStyle>
            <a:lvl1pPr>
              <a:defRPr/>
            </a:lvl1pPr>
          </a:lstStyle>
          <a:p>
            <a:fld id="{5FB275E1-35F5-644D-A0AA-B256B5C8CD93}" type="slidenum">
              <a:rPr lang="en-US" altLang="en-US"/>
              <a:pPr/>
              <a:t>‹#›</a:t>
            </a:fld>
            <a:endParaRPr lang="en-US" altLang="en-US"/>
          </a:p>
        </p:txBody>
      </p:sp>
    </p:spTree>
    <p:extLst>
      <p:ext uri="{BB962C8B-B14F-4D97-AF65-F5344CB8AC3E}">
        <p14:creationId xmlns:p14="http://schemas.microsoft.com/office/powerpoint/2010/main" val="3357499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F53D4-6EFA-A1DA-3EA1-7E74F2172678}"/>
              </a:ext>
            </a:extLst>
          </p:cNvPr>
          <p:cNvSpPr>
            <a:spLocks noGrp="1"/>
          </p:cNvSpPr>
          <p:nvPr>
            <p:ph type="dt" sz="half" idx="10"/>
          </p:nvPr>
        </p:nvSpPr>
        <p:spPr/>
        <p:txBody>
          <a:bodyPr/>
          <a:lstStyle>
            <a:lvl1pPr>
              <a:defRPr/>
            </a:lvl1pPr>
          </a:lstStyle>
          <a:p>
            <a:pPr>
              <a:defRPr/>
            </a:pPr>
            <a:fld id="{C8A4D78D-0F6D-934E-905A-624F54FD35E3}" type="datetime1">
              <a:rPr lang="en-US" altLang="en-US"/>
              <a:pPr>
                <a:defRPr/>
              </a:pPr>
              <a:t>5/2/25</a:t>
            </a:fld>
            <a:endParaRPr lang="en-US" altLang="en-US"/>
          </a:p>
        </p:txBody>
      </p:sp>
      <p:sp>
        <p:nvSpPr>
          <p:cNvPr id="5" name="Footer Placeholder 4">
            <a:extLst>
              <a:ext uri="{FF2B5EF4-FFF2-40B4-BE49-F238E27FC236}">
                <a16:creationId xmlns:a16="http://schemas.microsoft.com/office/drawing/2014/main" id="{1936C5D4-C42D-B8F3-3D28-3A9C709E291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C5E1DB0-B245-3324-9B0A-3A96D35308EF}"/>
              </a:ext>
            </a:extLst>
          </p:cNvPr>
          <p:cNvSpPr>
            <a:spLocks noGrp="1"/>
          </p:cNvSpPr>
          <p:nvPr>
            <p:ph type="sldNum" sz="quarter" idx="12"/>
          </p:nvPr>
        </p:nvSpPr>
        <p:spPr/>
        <p:txBody>
          <a:bodyPr/>
          <a:lstStyle>
            <a:lvl1pPr>
              <a:defRPr/>
            </a:lvl1pPr>
          </a:lstStyle>
          <a:p>
            <a:fld id="{54135D92-5AE8-1141-B359-3B6A76F4CC07}" type="slidenum">
              <a:rPr lang="en-US" altLang="en-US"/>
              <a:pPr/>
              <a:t>‹#›</a:t>
            </a:fld>
            <a:endParaRPr lang="en-US" altLang="en-US"/>
          </a:p>
        </p:txBody>
      </p:sp>
    </p:spTree>
    <p:extLst>
      <p:ext uri="{BB962C8B-B14F-4D97-AF65-F5344CB8AC3E}">
        <p14:creationId xmlns:p14="http://schemas.microsoft.com/office/powerpoint/2010/main" val="2906135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597520" y="2108202"/>
            <a:ext cx="22219920" cy="4494275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937760" y="2108202"/>
            <a:ext cx="66111120" cy="4494275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B539E5-AEDF-C7B5-4A51-F639AF3DF853}"/>
              </a:ext>
            </a:extLst>
          </p:cNvPr>
          <p:cNvSpPr>
            <a:spLocks noGrp="1"/>
          </p:cNvSpPr>
          <p:nvPr>
            <p:ph type="dt" sz="half" idx="10"/>
          </p:nvPr>
        </p:nvSpPr>
        <p:spPr/>
        <p:txBody>
          <a:bodyPr/>
          <a:lstStyle>
            <a:lvl1pPr>
              <a:defRPr/>
            </a:lvl1pPr>
          </a:lstStyle>
          <a:p>
            <a:pPr>
              <a:defRPr/>
            </a:pPr>
            <a:fld id="{2A6D8220-7043-2F4C-A535-BA5801DE30A2}" type="datetime1">
              <a:rPr lang="en-US" altLang="en-US"/>
              <a:pPr>
                <a:defRPr/>
              </a:pPr>
              <a:t>5/2/25</a:t>
            </a:fld>
            <a:endParaRPr lang="en-US" altLang="en-US"/>
          </a:p>
        </p:txBody>
      </p:sp>
      <p:sp>
        <p:nvSpPr>
          <p:cNvPr id="5" name="Footer Placeholder 4">
            <a:extLst>
              <a:ext uri="{FF2B5EF4-FFF2-40B4-BE49-F238E27FC236}">
                <a16:creationId xmlns:a16="http://schemas.microsoft.com/office/drawing/2014/main" id="{AE0B28AD-660F-B9FC-6F71-AC09AADCB4F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CCAA249-9003-E67E-9ABD-BAEA68E280A8}"/>
              </a:ext>
            </a:extLst>
          </p:cNvPr>
          <p:cNvSpPr>
            <a:spLocks noGrp="1"/>
          </p:cNvSpPr>
          <p:nvPr>
            <p:ph type="sldNum" sz="quarter" idx="12"/>
          </p:nvPr>
        </p:nvSpPr>
        <p:spPr/>
        <p:txBody>
          <a:bodyPr/>
          <a:lstStyle>
            <a:lvl1pPr>
              <a:defRPr/>
            </a:lvl1pPr>
          </a:lstStyle>
          <a:p>
            <a:fld id="{0D590F8A-7166-904E-9400-384748F22D3E}" type="slidenum">
              <a:rPr lang="en-US" altLang="en-US"/>
              <a:pPr/>
              <a:t>‹#›</a:t>
            </a:fld>
            <a:endParaRPr lang="en-US" altLang="en-US"/>
          </a:p>
        </p:txBody>
      </p:sp>
    </p:spTree>
    <p:extLst>
      <p:ext uri="{BB962C8B-B14F-4D97-AF65-F5344CB8AC3E}">
        <p14:creationId xmlns:p14="http://schemas.microsoft.com/office/powerpoint/2010/main" val="2464438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58BC62B-2325-34D9-742A-5B90BDC943EB}"/>
              </a:ext>
            </a:extLst>
          </p:cNvPr>
          <p:cNvSpPr>
            <a:spLocks noGrp="1"/>
          </p:cNvSpPr>
          <p:nvPr>
            <p:ph type="title"/>
          </p:nvPr>
        </p:nvSpPr>
        <p:spPr bwMode="auto">
          <a:xfrm>
            <a:off x="1645920" y="878417"/>
            <a:ext cx="2962656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50802" tIns="125401" rIns="250802" bIns="125401"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45384D65-D232-3444-97BB-53814CA28C91}"/>
              </a:ext>
            </a:extLst>
          </p:cNvPr>
          <p:cNvSpPr>
            <a:spLocks noGrp="1"/>
          </p:cNvSpPr>
          <p:nvPr>
            <p:ph type="body" idx="1"/>
          </p:nvPr>
        </p:nvSpPr>
        <p:spPr bwMode="auto">
          <a:xfrm>
            <a:off x="1645920" y="5120217"/>
            <a:ext cx="29626560" cy="14484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50802" tIns="125401" rIns="250802" bIns="125401"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E999224-6F09-F9AE-CB69-1B3573056901}"/>
              </a:ext>
            </a:extLst>
          </p:cNvPr>
          <p:cNvSpPr>
            <a:spLocks noGrp="1"/>
          </p:cNvSpPr>
          <p:nvPr>
            <p:ph type="dt" sz="half" idx="2"/>
          </p:nvPr>
        </p:nvSpPr>
        <p:spPr>
          <a:xfrm>
            <a:off x="1645920" y="20341167"/>
            <a:ext cx="7680960" cy="1168400"/>
          </a:xfrm>
          <a:prstGeom prst="rect">
            <a:avLst/>
          </a:prstGeom>
        </p:spPr>
        <p:txBody>
          <a:bodyPr vert="horz" wrap="square" lIns="250802" tIns="125401" rIns="250802" bIns="125401" numCol="1" anchor="ctr" anchorCtr="0" compatLnSpc="1">
            <a:prstTxWarp prst="textNoShape">
              <a:avLst/>
            </a:prstTxWarp>
          </a:bodyPr>
          <a:lstStyle>
            <a:lvl1pPr eaLnBrk="1" hangingPunct="1">
              <a:defRPr sz="3520">
                <a:solidFill>
                  <a:srgbClr val="898989"/>
                </a:solidFill>
                <a:latin typeface="Arial" charset="0"/>
                <a:cs typeface="Arial" charset="0"/>
              </a:defRPr>
            </a:lvl1pPr>
          </a:lstStyle>
          <a:p>
            <a:pPr>
              <a:defRPr/>
            </a:pPr>
            <a:fld id="{CA8AAC4C-ABE0-6041-AF35-2B27B2EC9939}" type="datetime1">
              <a:rPr lang="en-US" altLang="en-US"/>
              <a:pPr>
                <a:defRPr/>
              </a:pPr>
              <a:t>5/2/25</a:t>
            </a:fld>
            <a:endParaRPr lang="en-US" altLang="en-US"/>
          </a:p>
        </p:txBody>
      </p:sp>
      <p:sp>
        <p:nvSpPr>
          <p:cNvPr id="5" name="Footer Placeholder 4">
            <a:extLst>
              <a:ext uri="{FF2B5EF4-FFF2-40B4-BE49-F238E27FC236}">
                <a16:creationId xmlns:a16="http://schemas.microsoft.com/office/drawing/2014/main" id="{48D27847-D159-9B6C-6859-CB975353238F}"/>
              </a:ext>
            </a:extLst>
          </p:cNvPr>
          <p:cNvSpPr>
            <a:spLocks noGrp="1"/>
          </p:cNvSpPr>
          <p:nvPr>
            <p:ph type="ftr" sz="quarter" idx="3"/>
          </p:nvPr>
        </p:nvSpPr>
        <p:spPr>
          <a:xfrm>
            <a:off x="11247120" y="20341167"/>
            <a:ext cx="10424160" cy="1168400"/>
          </a:xfrm>
          <a:prstGeom prst="rect">
            <a:avLst/>
          </a:prstGeom>
        </p:spPr>
        <p:txBody>
          <a:bodyPr vert="horz" lIns="250802" tIns="125401" rIns="250802" bIns="125401" rtlCol="0" anchor="ctr"/>
          <a:lstStyle>
            <a:lvl1pPr algn="ctr" defTabSz="1337676" eaLnBrk="1" fontAlgn="auto" hangingPunct="1">
              <a:spcBef>
                <a:spcPts val="0"/>
              </a:spcBef>
              <a:spcAft>
                <a:spcPts val="0"/>
              </a:spcAft>
              <a:defRPr sz="3520">
                <a:solidFill>
                  <a:schemeClr val="tx1">
                    <a:tint val="75000"/>
                  </a:schemeClr>
                </a:solidFill>
                <a:latin typeface="Arial"/>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BDD7857D-6176-63F0-3594-52F5C75864F7}"/>
              </a:ext>
            </a:extLst>
          </p:cNvPr>
          <p:cNvSpPr>
            <a:spLocks noGrp="1"/>
          </p:cNvSpPr>
          <p:nvPr>
            <p:ph type="sldNum" sz="quarter" idx="4"/>
          </p:nvPr>
        </p:nvSpPr>
        <p:spPr>
          <a:xfrm>
            <a:off x="23591520" y="20341167"/>
            <a:ext cx="7680960" cy="1168400"/>
          </a:xfrm>
          <a:prstGeom prst="rect">
            <a:avLst/>
          </a:prstGeom>
        </p:spPr>
        <p:txBody>
          <a:bodyPr vert="horz" wrap="square" lIns="250802" tIns="125401" rIns="250802" bIns="125401" numCol="1" anchor="ctr" anchorCtr="0" compatLnSpc="1">
            <a:prstTxWarp prst="textNoShape">
              <a:avLst/>
            </a:prstTxWarp>
          </a:bodyPr>
          <a:lstStyle>
            <a:lvl1pPr algn="r" eaLnBrk="1" hangingPunct="1">
              <a:defRPr sz="3520">
                <a:solidFill>
                  <a:srgbClr val="898989"/>
                </a:solidFill>
              </a:defRPr>
            </a:lvl1pPr>
          </a:lstStyle>
          <a:p>
            <a:fld id="{84F26B1A-6A64-264E-920D-760EA309053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336107" rtl="0" eaLnBrk="0" fontAlgn="base" hangingPunct="0">
        <a:spcBef>
          <a:spcPct val="0"/>
        </a:spcBef>
        <a:spcAft>
          <a:spcPct val="0"/>
        </a:spcAft>
        <a:defRPr sz="12907" kern="1200">
          <a:solidFill>
            <a:schemeClr val="tx1"/>
          </a:solidFill>
          <a:latin typeface="Arial"/>
          <a:ea typeface="ＭＳ Ｐゴシック" charset="-128"/>
          <a:cs typeface="+mj-cs"/>
        </a:defRPr>
      </a:lvl1pPr>
      <a:lvl2pPr algn="ctr" defTabSz="1336107" rtl="0" eaLnBrk="0" fontAlgn="base" hangingPunct="0">
        <a:spcBef>
          <a:spcPct val="0"/>
        </a:spcBef>
        <a:spcAft>
          <a:spcPct val="0"/>
        </a:spcAft>
        <a:defRPr sz="12907">
          <a:solidFill>
            <a:schemeClr val="tx1"/>
          </a:solidFill>
          <a:latin typeface="Arial" charset="0"/>
          <a:ea typeface="ＭＳ Ｐゴシック" charset="-128"/>
        </a:defRPr>
      </a:lvl2pPr>
      <a:lvl3pPr algn="ctr" defTabSz="1336107" rtl="0" eaLnBrk="0" fontAlgn="base" hangingPunct="0">
        <a:spcBef>
          <a:spcPct val="0"/>
        </a:spcBef>
        <a:spcAft>
          <a:spcPct val="0"/>
        </a:spcAft>
        <a:defRPr sz="12907">
          <a:solidFill>
            <a:schemeClr val="tx1"/>
          </a:solidFill>
          <a:latin typeface="Arial" charset="0"/>
          <a:ea typeface="ＭＳ Ｐゴシック" charset="-128"/>
        </a:defRPr>
      </a:lvl3pPr>
      <a:lvl4pPr algn="ctr" defTabSz="1336107" rtl="0" eaLnBrk="0" fontAlgn="base" hangingPunct="0">
        <a:spcBef>
          <a:spcPct val="0"/>
        </a:spcBef>
        <a:spcAft>
          <a:spcPct val="0"/>
        </a:spcAft>
        <a:defRPr sz="12907">
          <a:solidFill>
            <a:schemeClr val="tx1"/>
          </a:solidFill>
          <a:latin typeface="Arial" charset="0"/>
          <a:ea typeface="ＭＳ Ｐゴシック" charset="-128"/>
        </a:defRPr>
      </a:lvl4pPr>
      <a:lvl5pPr algn="ctr" defTabSz="1336107" rtl="0" eaLnBrk="0" fontAlgn="base" hangingPunct="0">
        <a:spcBef>
          <a:spcPct val="0"/>
        </a:spcBef>
        <a:spcAft>
          <a:spcPct val="0"/>
        </a:spcAft>
        <a:defRPr sz="12907">
          <a:solidFill>
            <a:schemeClr val="tx1"/>
          </a:solidFill>
          <a:latin typeface="Arial" charset="0"/>
          <a:ea typeface="ＭＳ Ｐゴシック" charset="-128"/>
        </a:defRPr>
      </a:lvl5pPr>
      <a:lvl6pPr marL="487704" algn="ctr" defTabSz="1336107" rtl="0" fontAlgn="base">
        <a:spcBef>
          <a:spcPct val="0"/>
        </a:spcBef>
        <a:spcAft>
          <a:spcPct val="0"/>
        </a:spcAft>
        <a:defRPr sz="12907">
          <a:solidFill>
            <a:schemeClr val="tx1"/>
          </a:solidFill>
          <a:latin typeface="Arial" charset="0"/>
        </a:defRPr>
      </a:lvl6pPr>
      <a:lvl7pPr marL="975409" algn="ctr" defTabSz="1336107" rtl="0" fontAlgn="base">
        <a:spcBef>
          <a:spcPct val="0"/>
        </a:spcBef>
        <a:spcAft>
          <a:spcPct val="0"/>
        </a:spcAft>
        <a:defRPr sz="12907">
          <a:solidFill>
            <a:schemeClr val="tx1"/>
          </a:solidFill>
          <a:latin typeface="Arial" charset="0"/>
        </a:defRPr>
      </a:lvl7pPr>
      <a:lvl8pPr marL="1463113" algn="ctr" defTabSz="1336107" rtl="0" fontAlgn="base">
        <a:spcBef>
          <a:spcPct val="0"/>
        </a:spcBef>
        <a:spcAft>
          <a:spcPct val="0"/>
        </a:spcAft>
        <a:defRPr sz="12907">
          <a:solidFill>
            <a:schemeClr val="tx1"/>
          </a:solidFill>
          <a:latin typeface="Arial" charset="0"/>
        </a:defRPr>
      </a:lvl8pPr>
      <a:lvl9pPr marL="1950818" algn="ctr" defTabSz="1336107" rtl="0" fontAlgn="base">
        <a:spcBef>
          <a:spcPct val="0"/>
        </a:spcBef>
        <a:spcAft>
          <a:spcPct val="0"/>
        </a:spcAft>
        <a:defRPr sz="12907">
          <a:solidFill>
            <a:schemeClr val="tx1"/>
          </a:solidFill>
          <a:latin typeface="Arial" charset="0"/>
        </a:defRPr>
      </a:lvl9pPr>
    </p:titleStyle>
    <p:bodyStyle>
      <a:lvl1pPr marL="1002503" indent="-1002503" algn="l" defTabSz="1336107" rtl="0" eaLnBrk="0" fontAlgn="base" hangingPunct="0">
        <a:spcBef>
          <a:spcPct val="20000"/>
        </a:spcBef>
        <a:spcAft>
          <a:spcPct val="0"/>
        </a:spcAft>
        <a:buFont typeface="Arial" panose="020B0604020202020204" pitchFamily="34" charset="0"/>
        <a:buChar char="•"/>
        <a:defRPr sz="9387" kern="1200">
          <a:solidFill>
            <a:schemeClr val="tx1"/>
          </a:solidFill>
          <a:latin typeface="Arial"/>
          <a:ea typeface="ＭＳ Ｐゴシック" charset="-128"/>
          <a:cs typeface="+mn-cs"/>
        </a:defRPr>
      </a:lvl1pPr>
      <a:lvl2pPr marL="2172656" indent="-834856" algn="l" defTabSz="1336107" rtl="0" eaLnBrk="0" fontAlgn="base" hangingPunct="0">
        <a:spcBef>
          <a:spcPct val="20000"/>
        </a:spcBef>
        <a:spcAft>
          <a:spcPct val="0"/>
        </a:spcAft>
        <a:buFont typeface="Arial" panose="020B0604020202020204" pitchFamily="34" charset="0"/>
        <a:buChar char="–"/>
        <a:defRPr sz="8214" kern="1200">
          <a:solidFill>
            <a:schemeClr val="tx1"/>
          </a:solidFill>
          <a:latin typeface="Arial"/>
          <a:ea typeface="ＭＳ Ｐゴシック" charset="-128"/>
          <a:cs typeface="+mn-cs"/>
        </a:defRPr>
      </a:lvl2pPr>
      <a:lvl3pPr marL="3342807" indent="-667207" algn="l" defTabSz="1336107" rtl="0" eaLnBrk="0" fontAlgn="base" hangingPunct="0">
        <a:spcBef>
          <a:spcPct val="20000"/>
        </a:spcBef>
        <a:spcAft>
          <a:spcPct val="0"/>
        </a:spcAft>
        <a:buFont typeface="Arial" panose="020B0604020202020204" pitchFamily="34" charset="0"/>
        <a:buChar char="•"/>
        <a:defRPr sz="7040" kern="1200">
          <a:solidFill>
            <a:schemeClr val="tx1"/>
          </a:solidFill>
          <a:latin typeface="Arial"/>
          <a:ea typeface="ＭＳ Ｐゴシック" charset="-128"/>
          <a:cs typeface="+mn-cs"/>
        </a:defRPr>
      </a:lvl3pPr>
      <a:lvl4pPr marL="4680607" indent="-667207" algn="l" defTabSz="1336107" rtl="0" eaLnBrk="0" fontAlgn="base" hangingPunct="0">
        <a:spcBef>
          <a:spcPct val="20000"/>
        </a:spcBef>
        <a:spcAft>
          <a:spcPct val="0"/>
        </a:spcAft>
        <a:buFont typeface="Arial" panose="020B0604020202020204" pitchFamily="34" charset="0"/>
        <a:buChar char="–"/>
        <a:defRPr sz="5867" kern="1200">
          <a:solidFill>
            <a:schemeClr val="tx1"/>
          </a:solidFill>
          <a:latin typeface="Arial"/>
          <a:ea typeface="ＭＳ Ｐゴシック" charset="-128"/>
          <a:cs typeface="+mn-cs"/>
        </a:defRPr>
      </a:lvl4pPr>
      <a:lvl5pPr marL="6018408" indent="-667207" algn="l" defTabSz="1336107" rtl="0" eaLnBrk="0" fontAlgn="base" hangingPunct="0">
        <a:spcBef>
          <a:spcPct val="20000"/>
        </a:spcBef>
        <a:spcAft>
          <a:spcPct val="0"/>
        </a:spcAft>
        <a:buFont typeface="Arial" panose="020B0604020202020204" pitchFamily="34" charset="0"/>
        <a:buChar char="»"/>
        <a:defRPr sz="5867" kern="1200">
          <a:solidFill>
            <a:schemeClr val="tx1"/>
          </a:solidFill>
          <a:latin typeface="Arial"/>
          <a:ea typeface="ＭＳ Ｐゴシック" charset="-128"/>
          <a:cs typeface="+mn-cs"/>
        </a:defRPr>
      </a:lvl5pPr>
      <a:lvl6pPr marL="7357216" indent="-668837" algn="l" defTabSz="1337676" rtl="0" eaLnBrk="1" latinLnBrk="0" hangingPunct="1">
        <a:spcBef>
          <a:spcPct val="20000"/>
        </a:spcBef>
        <a:buFont typeface="Arial"/>
        <a:buChar char="•"/>
        <a:defRPr sz="5867" kern="1200">
          <a:solidFill>
            <a:schemeClr val="tx1"/>
          </a:solidFill>
          <a:latin typeface="+mn-lt"/>
          <a:ea typeface="+mn-ea"/>
          <a:cs typeface="+mn-cs"/>
        </a:defRPr>
      </a:lvl6pPr>
      <a:lvl7pPr marL="8694891" indent="-668837" algn="l" defTabSz="1337676" rtl="0" eaLnBrk="1" latinLnBrk="0" hangingPunct="1">
        <a:spcBef>
          <a:spcPct val="20000"/>
        </a:spcBef>
        <a:buFont typeface="Arial"/>
        <a:buChar char="•"/>
        <a:defRPr sz="5867" kern="1200">
          <a:solidFill>
            <a:schemeClr val="tx1"/>
          </a:solidFill>
          <a:latin typeface="+mn-lt"/>
          <a:ea typeface="+mn-ea"/>
          <a:cs typeface="+mn-cs"/>
        </a:defRPr>
      </a:lvl7pPr>
      <a:lvl8pPr marL="10032567" indent="-668837" algn="l" defTabSz="1337676" rtl="0" eaLnBrk="1" latinLnBrk="0" hangingPunct="1">
        <a:spcBef>
          <a:spcPct val="20000"/>
        </a:spcBef>
        <a:buFont typeface="Arial"/>
        <a:buChar char="•"/>
        <a:defRPr sz="5867" kern="1200">
          <a:solidFill>
            <a:schemeClr val="tx1"/>
          </a:solidFill>
          <a:latin typeface="+mn-lt"/>
          <a:ea typeface="+mn-ea"/>
          <a:cs typeface="+mn-cs"/>
        </a:defRPr>
      </a:lvl8pPr>
      <a:lvl9pPr marL="11370242" indent="-668837" algn="l" defTabSz="1337676" rtl="0" eaLnBrk="1" latinLnBrk="0" hangingPunct="1">
        <a:spcBef>
          <a:spcPct val="20000"/>
        </a:spcBef>
        <a:buFont typeface="Arial"/>
        <a:buChar char="•"/>
        <a:defRPr sz="5867" kern="1200">
          <a:solidFill>
            <a:schemeClr val="tx1"/>
          </a:solidFill>
          <a:latin typeface="+mn-lt"/>
          <a:ea typeface="+mn-ea"/>
          <a:cs typeface="+mn-cs"/>
        </a:defRPr>
      </a:lvl9pPr>
    </p:bodyStyle>
    <p:otherStyle>
      <a:defPPr>
        <a:defRPr lang="en-US"/>
      </a:defPPr>
      <a:lvl1pPr marL="0" algn="l" defTabSz="1337676" rtl="0" eaLnBrk="1" latinLnBrk="0" hangingPunct="1">
        <a:defRPr sz="5227" kern="1200">
          <a:solidFill>
            <a:schemeClr val="tx1"/>
          </a:solidFill>
          <a:latin typeface="+mn-lt"/>
          <a:ea typeface="+mn-ea"/>
          <a:cs typeface="+mn-cs"/>
        </a:defRPr>
      </a:lvl1pPr>
      <a:lvl2pPr marL="1337676" algn="l" defTabSz="1337676" rtl="0" eaLnBrk="1" latinLnBrk="0" hangingPunct="1">
        <a:defRPr sz="5227" kern="1200">
          <a:solidFill>
            <a:schemeClr val="tx1"/>
          </a:solidFill>
          <a:latin typeface="+mn-lt"/>
          <a:ea typeface="+mn-ea"/>
          <a:cs typeface="+mn-cs"/>
        </a:defRPr>
      </a:lvl2pPr>
      <a:lvl3pPr marL="2675351" algn="l" defTabSz="1337676" rtl="0" eaLnBrk="1" latinLnBrk="0" hangingPunct="1">
        <a:defRPr sz="5227" kern="1200">
          <a:solidFill>
            <a:schemeClr val="tx1"/>
          </a:solidFill>
          <a:latin typeface="+mn-lt"/>
          <a:ea typeface="+mn-ea"/>
          <a:cs typeface="+mn-cs"/>
        </a:defRPr>
      </a:lvl3pPr>
      <a:lvl4pPr marL="4013026" algn="l" defTabSz="1337676" rtl="0" eaLnBrk="1" latinLnBrk="0" hangingPunct="1">
        <a:defRPr sz="5227" kern="1200">
          <a:solidFill>
            <a:schemeClr val="tx1"/>
          </a:solidFill>
          <a:latin typeface="+mn-lt"/>
          <a:ea typeface="+mn-ea"/>
          <a:cs typeface="+mn-cs"/>
        </a:defRPr>
      </a:lvl4pPr>
      <a:lvl5pPr marL="5350703" algn="l" defTabSz="1337676" rtl="0" eaLnBrk="1" latinLnBrk="0" hangingPunct="1">
        <a:defRPr sz="5227" kern="1200">
          <a:solidFill>
            <a:schemeClr val="tx1"/>
          </a:solidFill>
          <a:latin typeface="+mn-lt"/>
          <a:ea typeface="+mn-ea"/>
          <a:cs typeface="+mn-cs"/>
        </a:defRPr>
      </a:lvl5pPr>
      <a:lvl6pPr marL="6688378" algn="l" defTabSz="1337676" rtl="0" eaLnBrk="1" latinLnBrk="0" hangingPunct="1">
        <a:defRPr sz="5227" kern="1200">
          <a:solidFill>
            <a:schemeClr val="tx1"/>
          </a:solidFill>
          <a:latin typeface="+mn-lt"/>
          <a:ea typeface="+mn-ea"/>
          <a:cs typeface="+mn-cs"/>
        </a:defRPr>
      </a:lvl6pPr>
      <a:lvl7pPr marL="8026053" algn="l" defTabSz="1337676" rtl="0" eaLnBrk="1" latinLnBrk="0" hangingPunct="1">
        <a:defRPr sz="5227" kern="1200">
          <a:solidFill>
            <a:schemeClr val="tx1"/>
          </a:solidFill>
          <a:latin typeface="+mn-lt"/>
          <a:ea typeface="+mn-ea"/>
          <a:cs typeface="+mn-cs"/>
        </a:defRPr>
      </a:lvl7pPr>
      <a:lvl8pPr marL="9363729" algn="l" defTabSz="1337676" rtl="0" eaLnBrk="1" latinLnBrk="0" hangingPunct="1">
        <a:defRPr sz="5227" kern="1200">
          <a:solidFill>
            <a:schemeClr val="tx1"/>
          </a:solidFill>
          <a:latin typeface="+mn-lt"/>
          <a:ea typeface="+mn-ea"/>
          <a:cs typeface="+mn-cs"/>
        </a:defRPr>
      </a:lvl8pPr>
      <a:lvl9pPr marL="10701404" algn="l" defTabSz="1337676" rtl="0" eaLnBrk="1" latinLnBrk="0" hangingPunct="1">
        <a:defRPr sz="522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03" name="Picture 55">
            <a:extLst>
              <a:ext uri="{FF2B5EF4-FFF2-40B4-BE49-F238E27FC236}">
                <a16:creationId xmlns:a16="http://schemas.microsoft.com/office/drawing/2014/main" id="{730C4E88-25B5-263F-E0D7-FE1BE6E4F2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231"/>
          <a:stretch/>
        </p:blipFill>
        <p:spPr bwMode="auto">
          <a:xfrm>
            <a:off x="16607140" y="13322672"/>
            <a:ext cx="4751192" cy="6381234"/>
          </a:xfrm>
          <a:prstGeom prst="rect">
            <a:avLst/>
          </a:prstGeom>
          <a:noFill/>
          <a:extLst>
            <a:ext uri="{909E8E84-426E-40DD-AFC4-6F175D3DCCD1}">
              <a14:hiddenFill xmlns:a14="http://schemas.microsoft.com/office/drawing/2010/main">
                <a:solidFill>
                  <a:srgbClr val="FFFFFF"/>
                </a:solidFill>
              </a14:hiddenFill>
            </a:ext>
          </a:extLst>
        </p:spPr>
      </p:pic>
      <p:pic>
        <p:nvPicPr>
          <p:cNvPr id="2091" name="Picture 43">
            <a:extLst>
              <a:ext uri="{FF2B5EF4-FFF2-40B4-BE49-F238E27FC236}">
                <a16:creationId xmlns:a16="http://schemas.microsoft.com/office/drawing/2014/main" id="{48830155-6E84-CDC9-30A2-D8929825AE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36174" y="11431824"/>
            <a:ext cx="3140618" cy="4035146"/>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60">
            <a:extLst>
              <a:ext uri="{FF2B5EF4-FFF2-40B4-BE49-F238E27FC236}">
                <a16:creationId xmlns:a16="http://schemas.microsoft.com/office/drawing/2014/main" id="{E4E59A43-6B5B-3BD7-00B5-77FA4475974F}"/>
              </a:ext>
            </a:extLst>
          </p:cNvPr>
          <p:cNvSpPr>
            <a:spLocks noChangeArrowheads="1"/>
          </p:cNvSpPr>
          <p:nvPr/>
        </p:nvSpPr>
        <p:spPr bwMode="auto">
          <a:xfrm>
            <a:off x="2106507" y="20022844"/>
            <a:ext cx="2877312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5" name="AutoShape 66">
            <a:extLst>
              <a:ext uri="{FF2B5EF4-FFF2-40B4-BE49-F238E27FC236}">
                <a16:creationId xmlns:a16="http://schemas.microsoft.com/office/drawing/2014/main" id="{890C0C4F-45C5-3956-0359-58CAF253B761}"/>
              </a:ext>
            </a:extLst>
          </p:cNvPr>
          <p:cNvSpPr>
            <a:spLocks noChangeArrowheads="1"/>
          </p:cNvSpPr>
          <p:nvPr/>
        </p:nvSpPr>
        <p:spPr bwMode="auto">
          <a:xfrm>
            <a:off x="23957279" y="13976163"/>
            <a:ext cx="682752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6" name="AutoShape 65">
            <a:extLst>
              <a:ext uri="{FF2B5EF4-FFF2-40B4-BE49-F238E27FC236}">
                <a16:creationId xmlns:a16="http://schemas.microsoft.com/office/drawing/2014/main" id="{B1D852B4-5588-DF5F-FD02-AB89D0BCACED}"/>
              </a:ext>
            </a:extLst>
          </p:cNvPr>
          <p:cNvSpPr>
            <a:spLocks noChangeArrowheads="1"/>
          </p:cNvSpPr>
          <p:nvPr/>
        </p:nvSpPr>
        <p:spPr bwMode="auto">
          <a:xfrm>
            <a:off x="23984373" y="10031520"/>
            <a:ext cx="6827520" cy="767079"/>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7" name="AutoShape 64">
            <a:extLst>
              <a:ext uri="{FF2B5EF4-FFF2-40B4-BE49-F238E27FC236}">
                <a16:creationId xmlns:a16="http://schemas.microsoft.com/office/drawing/2014/main" id="{D673353C-402A-0C61-A936-377A660D193F}"/>
              </a:ext>
            </a:extLst>
          </p:cNvPr>
          <p:cNvSpPr>
            <a:spLocks noChangeArrowheads="1"/>
          </p:cNvSpPr>
          <p:nvPr/>
        </p:nvSpPr>
        <p:spPr bwMode="auto">
          <a:xfrm>
            <a:off x="23984373" y="3753146"/>
            <a:ext cx="682752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8" name="AutoShape 63">
            <a:extLst>
              <a:ext uri="{FF2B5EF4-FFF2-40B4-BE49-F238E27FC236}">
                <a16:creationId xmlns:a16="http://schemas.microsoft.com/office/drawing/2014/main" id="{81C9B381-477B-2142-9AEC-4283EBBB7AE2}"/>
              </a:ext>
            </a:extLst>
          </p:cNvPr>
          <p:cNvSpPr>
            <a:spLocks noChangeArrowheads="1"/>
          </p:cNvSpPr>
          <p:nvPr/>
        </p:nvSpPr>
        <p:spPr bwMode="auto">
          <a:xfrm>
            <a:off x="16813953" y="3759095"/>
            <a:ext cx="682752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9" name="AutoShape 62">
            <a:extLst>
              <a:ext uri="{FF2B5EF4-FFF2-40B4-BE49-F238E27FC236}">
                <a16:creationId xmlns:a16="http://schemas.microsoft.com/office/drawing/2014/main" id="{CB10F872-3305-4814-B7E7-5093C23E21CB}"/>
              </a:ext>
            </a:extLst>
          </p:cNvPr>
          <p:cNvSpPr>
            <a:spLocks noChangeArrowheads="1"/>
          </p:cNvSpPr>
          <p:nvPr/>
        </p:nvSpPr>
        <p:spPr bwMode="auto">
          <a:xfrm>
            <a:off x="9276929" y="3759095"/>
            <a:ext cx="682752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r>
              <a:rPr lang="en-US" sz="3840" b="1" dirty="0">
                <a:solidFill>
                  <a:schemeClr val="lt1"/>
                </a:solidFill>
                <a:latin typeface="Arial"/>
                <a:cs typeface="+mn-cs"/>
              </a:rPr>
              <a:t>Case Presentation Part 2</a:t>
            </a:r>
          </a:p>
        </p:txBody>
      </p:sp>
      <p:sp>
        <p:nvSpPr>
          <p:cNvPr id="10" name="AutoShape 61">
            <a:extLst>
              <a:ext uri="{FF2B5EF4-FFF2-40B4-BE49-F238E27FC236}">
                <a16:creationId xmlns:a16="http://schemas.microsoft.com/office/drawing/2014/main" id="{3D894CE8-7F32-3D3B-22FC-1D00AB730002}"/>
              </a:ext>
            </a:extLst>
          </p:cNvPr>
          <p:cNvSpPr>
            <a:spLocks noChangeArrowheads="1"/>
          </p:cNvSpPr>
          <p:nvPr/>
        </p:nvSpPr>
        <p:spPr bwMode="auto">
          <a:xfrm>
            <a:off x="2075245" y="8012520"/>
            <a:ext cx="6827520" cy="767079"/>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r>
              <a:rPr lang="en-US" sz="3840" b="1" dirty="0">
                <a:solidFill>
                  <a:schemeClr val="lt1"/>
                </a:solidFill>
                <a:latin typeface="Arial"/>
                <a:cs typeface="+mn-cs"/>
              </a:rPr>
              <a:t>Case Presentation Part 1</a:t>
            </a:r>
          </a:p>
        </p:txBody>
      </p:sp>
      <p:sp>
        <p:nvSpPr>
          <p:cNvPr id="11" name="AutoShape 59">
            <a:extLst>
              <a:ext uri="{FF2B5EF4-FFF2-40B4-BE49-F238E27FC236}">
                <a16:creationId xmlns:a16="http://schemas.microsoft.com/office/drawing/2014/main" id="{B782DD94-AC76-A449-5101-1741B539645B}"/>
              </a:ext>
            </a:extLst>
          </p:cNvPr>
          <p:cNvSpPr>
            <a:spLocks noChangeArrowheads="1"/>
          </p:cNvSpPr>
          <p:nvPr/>
        </p:nvSpPr>
        <p:spPr bwMode="auto">
          <a:xfrm>
            <a:off x="2072640" y="3772747"/>
            <a:ext cx="7071360" cy="731520"/>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12" name="AutoShape 55">
            <a:extLst>
              <a:ext uri="{FF2B5EF4-FFF2-40B4-BE49-F238E27FC236}">
                <a16:creationId xmlns:a16="http://schemas.microsoft.com/office/drawing/2014/main" id="{10FAD712-45A4-9D5D-3C25-DB2330529864}"/>
              </a:ext>
            </a:extLst>
          </p:cNvPr>
          <p:cNvSpPr>
            <a:spLocks noChangeArrowheads="1"/>
          </p:cNvSpPr>
          <p:nvPr/>
        </p:nvSpPr>
        <p:spPr bwMode="auto">
          <a:xfrm>
            <a:off x="2133601" y="442070"/>
            <a:ext cx="28695226" cy="3214041"/>
          </a:xfrm>
          <a:prstGeom prst="roundRect">
            <a:avLst>
              <a:gd name="adj" fmla="val 16667"/>
            </a:avLst>
          </a:prstGeom>
          <a:solidFill>
            <a:srgbClr val="0054A4"/>
          </a:solidFill>
          <a:ln w="38100">
            <a:solidFill>
              <a:schemeClr val="bg1"/>
            </a:solidFill>
            <a:round/>
            <a:headEnd/>
            <a:tailEnd/>
          </a:ln>
          <a:effectLst>
            <a:outerShdw blurRad="63500" dist="20000" dir="5400000" rotWithShape="0">
              <a:srgbClr val="000000">
                <a:alpha val="37999"/>
              </a:srgbClr>
            </a:outerShdw>
          </a:effectLst>
        </p:spPr>
        <p:txBody>
          <a:bodyPr wrap="none" lIns="97525" tIns="48763" rIns="97525" bIns="48763" anchor="ctr"/>
          <a:lstStyle/>
          <a:p>
            <a:pPr defTabSz="1337676" eaLnBrk="1" fontAlgn="auto" hangingPunct="1">
              <a:spcBef>
                <a:spcPts val="0"/>
              </a:spcBef>
              <a:spcAft>
                <a:spcPts val="0"/>
              </a:spcAft>
              <a:defRPr/>
            </a:pPr>
            <a:endParaRPr lang="en-US" sz="9147" dirty="0">
              <a:solidFill>
                <a:schemeClr val="lt1"/>
              </a:solidFill>
              <a:latin typeface="Arial"/>
              <a:cs typeface="+mn-cs"/>
            </a:endParaRPr>
          </a:p>
        </p:txBody>
      </p:sp>
      <p:sp>
        <p:nvSpPr>
          <p:cNvPr id="2059" name="Rectangle 2">
            <a:extLst>
              <a:ext uri="{FF2B5EF4-FFF2-40B4-BE49-F238E27FC236}">
                <a16:creationId xmlns:a16="http://schemas.microsoft.com/office/drawing/2014/main" id="{EB2B99A1-0150-FBC5-3C5E-545F7A19715A}"/>
              </a:ext>
            </a:extLst>
          </p:cNvPr>
          <p:cNvSpPr txBox="1">
            <a:spLocks noChangeArrowheads="1"/>
          </p:cNvSpPr>
          <p:nvPr/>
        </p:nvSpPr>
        <p:spPr bwMode="auto">
          <a:xfrm>
            <a:off x="4522963" y="633339"/>
            <a:ext cx="24597360" cy="3158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25" tIns="48763" rIns="97525" bIns="48763" anchor="ct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sz="4400" b="1" dirty="0">
                <a:solidFill>
                  <a:schemeClr val="bg1"/>
                </a:solidFill>
              </a:rPr>
              <a:t>Framing Bias and Life-Changing Decisions: A Rare Airway Neoplasm </a:t>
            </a:r>
          </a:p>
          <a:p>
            <a:pPr algn="ctr" eaLnBrk="1" hangingPunct="1">
              <a:spcBef>
                <a:spcPct val="0"/>
              </a:spcBef>
              <a:buFontTx/>
              <a:buNone/>
            </a:pPr>
            <a:r>
              <a:rPr lang="en-US" sz="4400" b="1" dirty="0">
                <a:solidFill>
                  <a:schemeClr val="bg1"/>
                </a:solidFill>
              </a:rPr>
              <a:t>Presenting as a One-Way Ball Valve During Emergent Bronchoscopy</a:t>
            </a:r>
          </a:p>
          <a:p>
            <a:pPr algn="ctr" eaLnBrk="1" hangingPunct="1">
              <a:spcBef>
                <a:spcPct val="0"/>
              </a:spcBef>
              <a:buFontTx/>
              <a:buNone/>
            </a:pPr>
            <a:r>
              <a:rPr lang="en-US" altLang="en-US" sz="3334" b="1" dirty="0">
                <a:solidFill>
                  <a:schemeClr val="bg1"/>
                </a:solidFill>
              </a:rPr>
              <a:t> </a:t>
            </a:r>
            <a:r>
              <a:rPr lang="en-US" altLang="en-US" sz="3334" b="1" dirty="0">
                <a:solidFill>
                  <a:schemeClr val="bg1">
                    <a:lumMod val="85000"/>
                  </a:schemeClr>
                </a:solidFill>
              </a:rPr>
              <a:t>Robert A. Price, Hamna S. Javed, Talal M. Arab </a:t>
            </a:r>
          </a:p>
          <a:p>
            <a:pPr algn="ctr" eaLnBrk="1" hangingPunct="1">
              <a:spcBef>
                <a:spcPct val="0"/>
              </a:spcBef>
              <a:buFontTx/>
              <a:buNone/>
            </a:pPr>
            <a:r>
              <a:rPr lang="en-US" altLang="en-US" sz="3334" b="1" dirty="0">
                <a:solidFill>
                  <a:schemeClr val="bg1">
                    <a:lumMod val="85000"/>
                  </a:schemeClr>
                </a:solidFill>
              </a:rPr>
              <a:t>Saint Agnes Medical Center, Fresno CA </a:t>
            </a:r>
            <a:br>
              <a:rPr lang="en-US" altLang="en-US" sz="6934" b="1" dirty="0">
                <a:solidFill>
                  <a:schemeClr val="bg1"/>
                </a:solidFill>
              </a:rPr>
            </a:br>
            <a:endParaRPr lang="en-US" altLang="en-US" sz="2987" b="1" dirty="0">
              <a:solidFill>
                <a:schemeClr val="bg1"/>
              </a:solidFill>
            </a:endParaRPr>
          </a:p>
        </p:txBody>
      </p:sp>
      <p:sp>
        <p:nvSpPr>
          <p:cNvPr id="2061" name="Text Box 5">
            <a:extLst>
              <a:ext uri="{FF2B5EF4-FFF2-40B4-BE49-F238E27FC236}">
                <a16:creationId xmlns:a16="http://schemas.microsoft.com/office/drawing/2014/main" id="{0E4BC9A7-C315-EAEC-4B7C-8A5333C302EC}"/>
              </a:ext>
            </a:extLst>
          </p:cNvPr>
          <p:cNvSpPr txBox="1">
            <a:spLocks noChangeArrowheads="1"/>
          </p:cNvSpPr>
          <p:nvPr/>
        </p:nvSpPr>
        <p:spPr bwMode="auto">
          <a:xfrm>
            <a:off x="2133601" y="3754175"/>
            <a:ext cx="6827520" cy="1575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3840" b="1" dirty="0">
                <a:solidFill>
                  <a:schemeClr val="bg1"/>
                </a:solidFill>
              </a:rPr>
              <a:t>Introduction</a:t>
            </a:r>
          </a:p>
          <a:p>
            <a:pPr eaLnBrk="1" hangingPunct="1">
              <a:spcBef>
                <a:spcPct val="50000"/>
              </a:spcBef>
              <a:buFontTx/>
              <a:buNone/>
            </a:pPr>
            <a:endParaRPr lang="en-US" altLang="en-US" sz="3840" b="1" dirty="0">
              <a:solidFill>
                <a:schemeClr val="bg1"/>
              </a:solidFill>
            </a:endParaRPr>
          </a:p>
        </p:txBody>
      </p:sp>
      <p:sp>
        <p:nvSpPr>
          <p:cNvPr id="2063" name="Text Box 7">
            <a:extLst>
              <a:ext uri="{FF2B5EF4-FFF2-40B4-BE49-F238E27FC236}">
                <a16:creationId xmlns:a16="http://schemas.microsoft.com/office/drawing/2014/main" id="{C30947AA-9584-50F1-3EA0-1D0F96ACC143}"/>
              </a:ext>
            </a:extLst>
          </p:cNvPr>
          <p:cNvSpPr txBox="1">
            <a:spLocks noChangeArrowheads="1"/>
          </p:cNvSpPr>
          <p:nvPr/>
        </p:nvSpPr>
        <p:spPr bwMode="auto">
          <a:xfrm>
            <a:off x="16865600" y="3732002"/>
            <a:ext cx="6827520" cy="68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3840" b="1" dirty="0">
                <a:solidFill>
                  <a:schemeClr val="bg1"/>
                </a:solidFill>
              </a:rPr>
              <a:t>Discussion</a:t>
            </a:r>
          </a:p>
        </p:txBody>
      </p:sp>
      <p:sp>
        <p:nvSpPr>
          <p:cNvPr id="2064" name="Text Box 8">
            <a:extLst>
              <a:ext uri="{FF2B5EF4-FFF2-40B4-BE49-F238E27FC236}">
                <a16:creationId xmlns:a16="http://schemas.microsoft.com/office/drawing/2014/main" id="{15B6601C-B967-471D-B64F-20B1B519D363}"/>
              </a:ext>
            </a:extLst>
          </p:cNvPr>
          <p:cNvSpPr txBox="1">
            <a:spLocks noChangeArrowheads="1"/>
          </p:cNvSpPr>
          <p:nvPr/>
        </p:nvSpPr>
        <p:spPr bwMode="auto">
          <a:xfrm>
            <a:off x="23984373" y="10063124"/>
            <a:ext cx="6827520" cy="68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3840" b="1" dirty="0">
                <a:solidFill>
                  <a:schemeClr val="bg1"/>
                </a:solidFill>
              </a:rPr>
              <a:t>Future Considerations</a:t>
            </a:r>
          </a:p>
        </p:txBody>
      </p:sp>
      <p:sp>
        <p:nvSpPr>
          <p:cNvPr id="2065" name="Text Box 9">
            <a:extLst>
              <a:ext uri="{FF2B5EF4-FFF2-40B4-BE49-F238E27FC236}">
                <a16:creationId xmlns:a16="http://schemas.microsoft.com/office/drawing/2014/main" id="{B6B948F8-ADC6-78C7-7683-54D8B5D5982C}"/>
              </a:ext>
            </a:extLst>
          </p:cNvPr>
          <p:cNvSpPr txBox="1">
            <a:spLocks noChangeArrowheads="1"/>
          </p:cNvSpPr>
          <p:nvPr/>
        </p:nvSpPr>
        <p:spPr bwMode="auto">
          <a:xfrm>
            <a:off x="24018240" y="14052024"/>
            <a:ext cx="6827520" cy="68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3840" b="1" dirty="0">
                <a:solidFill>
                  <a:schemeClr val="bg1"/>
                </a:solidFill>
              </a:rPr>
              <a:t>References</a:t>
            </a:r>
          </a:p>
        </p:txBody>
      </p:sp>
      <p:sp>
        <p:nvSpPr>
          <p:cNvPr id="2066" name="Rectangle 10">
            <a:extLst>
              <a:ext uri="{FF2B5EF4-FFF2-40B4-BE49-F238E27FC236}">
                <a16:creationId xmlns:a16="http://schemas.microsoft.com/office/drawing/2014/main" id="{DF73DF3A-A5E0-DCBD-DDBD-646DADB2553E}"/>
              </a:ext>
            </a:extLst>
          </p:cNvPr>
          <p:cNvSpPr>
            <a:spLocks noChangeArrowheads="1"/>
          </p:cNvSpPr>
          <p:nvPr/>
        </p:nvSpPr>
        <p:spPr bwMode="auto">
          <a:xfrm>
            <a:off x="23984373" y="15013978"/>
            <a:ext cx="6827520" cy="12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lstStyle>
            <a:lvl1pPr marL="230188" indent="-230188"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r>
              <a:rPr lang="en-US" sz="1667" dirty="0"/>
              <a:t>Armitage JO, Gascoyne RD, Lunning MA, Cavalli F. Non-Hodgkin lymphoma. </a:t>
            </a:r>
            <a:r>
              <a:rPr lang="en-US" sz="1667" i="1" dirty="0"/>
              <a:t>Lancet</a:t>
            </a:r>
            <a:r>
              <a:rPr lang="en-US" sz="1667" dirty="0"/>
              <a:t>. 2017;390(10091):298-310. doi:10.1016/S0140-6736(16)32407-2</a:t>
            </a:r>
          </a:p>
          <a:p>
            <a:r>
              <a:rPr lang="en-US" sz="1667" dirty="0"/>
              <a:t>Swerdlow SH, Campo E, </a:t>
            </a:r>
            <a:r>
              <a:rPr lang="en-US" sz="1667" dirty="0" err="1"/>
              <a:t>Pileri</a:t>
            </a:r>
            <a:r>
              <a:rPr lang="en-US" sz="1667" dirty="0"/>
              <a:t> SA, et al. The 2016 revision of the World Health Organization classification of lymphoid neoplasms. </a:t>
            </a:r>
            <a:r>
              <a:rPr lang="en-US" sz="1667" i="1" dirty="0"/>
              <a:t>Blood</a:t>
            </a:r>
            <a:r>
              <a:rPr lang="en-US" sz="1667" dirty="0"/>
              <a:t>. 2016;127(20):2375-2390. doi:10.1182/blood-2016-01-643569</a:t>
            </a:r>
          </a:p>
          <a:p>
            <a:r>
              <a:rPr lang="en-US" sz="1667" dirty="0"/>
              <a:t>Attygalle AD, </a:t>
            </a:r>
            <a:r>
              <a:rPr lang="en-US" sz="1667" dirty="0" err="1"/>
              <a:t>Cabeçadas</a:t>
            </a:r>
            <a:r>
              <a:rPr lang="en-US" sz="1667" dirty="0"/>
              <a:t> J, </a:t>
            </a:r>
            <a:r>
              <a:rPr lang="en-US" sz="1667" dirty="0" err="1"/>
              <a:t>Gaulard</a:t>
            </a:r>
            <a:r>
              <a:rPr lang="en-US" sz="1667" dirty="0"/>
              <a:t> P, et al. Peripheral T-cell and NK-cell lymphomas and their mimics; taking a step forward - report on the lymphoma workshop of the </a:t>
            </a:r>
            <a:r>
              <a:rPr lang="en-US" sz="1667" dirty="0" err="1"/>
              <a:t>XVIth</a:t>
            </a:r>
            <a:r>
              <a:rPr lang="en-US" sz="1667" dirty="0"/>
              <a:t> meeting of the European Association for </a:t>
            </a:r>
            <a:r>
              <a:rPr lang="en-US" sz="1667" dirty="0" err="1"/>
              <a:t>Haematopathology</a:t>
            </a:r>
            <a:r>
              <a:rPr lang="en-US" sz="1667" dirty="0"/>
              <a:t> and the Society for Hematopathology. </a:t>
            </a:r>
            <a:r>
              <a:rPr lang="en-US" sz="1667" i="1" dirty="0"/>
              <a:t>Histopathology</a:t>
            </a:r>
            <a:r>
              <a:rPr lang="en-US" sz="1667" dirty="0"/>
              <a:t>. 2014;64(2):171-199. </a:t>
            </a:r>
          </a:p>
          <a:p>
            <a:r>
              <a:rPr lang="en-US" sz="1667" dirty="0"/>
              <a:t>Kinney MC, Higgins RA, Medina EA. Anaplastic large cell lymphoma: twenty-five years of discovery. </a:t>
            </a:r>
            <a:r>
              <a:rPr lang="en-US" sz="1667" i="1" dirty="0"/>
              <a:t>Arch </a:t>
            </a:r>
            <a:r>
              <a:rPr lang="en-US" sz="1667" i="1" dirty="0" err="1"/>
              <a:t>Pathol</a:t>
            </a:r>
            <a:r>
              <a:rPr lang="en-US" sz="1667" i="1" dirty="0"/>
              <a:t> Lab Med</a:t>
            </a:r>
            <a:r>
              <a:rPr lang="en-US" sz="1667" dirty="0"/>
              <a:t>. 2011;135(1):19-43. doi:10.5858/2010-0507-RAR.1</a:t>
            </a:r>
          </a:p>
          <a:p>
            <a:r>
              <a:rPr lang="en-US" sz="1667" dirty="0"/>
              <a:t>Pavlov N, Pavlov V, </a:t>
            </a:r>
            <a:r>
              <a:rPr lang="en-US" sz="1667" dirty="0" err="1"/>
              <a:t>Culić</a:t>
            </a:r>
            <a:r>
              <a:rPr lang="en-US" sz="1667" dirty="0"/>
              <a:t> S, et al. Endobronchial ALK+ anaplastic large-cell lymphoma resembling asthma in a 13-year-old girl. </a:t>
            </a:r>
            <a:r>
              <a:rPr lang="en-US" sz="1667" i="1" dirty="0"/>
              <a:t>J </a:t>
            </a:r>
            <a:r>
              <a:rPr lang="en-US" sz="1667" i="1" dirty="0" err="1"/>
              <a:t>Pediatr</a:t>
            </a:r>
            <a:r>
              <a:rPr lang="en-US" sz="1667" i="1" dirty="0"/>
              <a:t> </a:t>
            </a:r>
            <a:r>
              <a:rPr lang="en-US" sz="1667" i="1" dirty="0" err="1"/>
              <a:t>Hematol</a:t>
            </a:r>
            <a:r>
              <a:rPr lang="en-US" sz="1667" i="1" dirty="0"/>
              <a:t> Oncol</a:t>
            </a:r>
            <a:r>
              <a:rPr lang="en-US" sz="1667" dirty="0"/>
              <a:t>. 2013;35(1):e4-e6. doi:10.1097/MPH.0b013e31827076c4</a:t>
            </a:r>
            <a:endParaRPr lang="en-US" altLang="en-US" sz="1667" dirty="0"/>
          </a:p>
        </p:txBody>
      </p:sp>
      <p:sp>
        <p:nvSpPr>
          <p:cNvPr id="2067" name="Rectangle 13">
            <a:extLst>
              <a:ext uri="{FF2B5EF4-FFF2-40B4-BE49-F238E27FC236}">
                <a16:creationId xmlns:a16="http://schemas.microsoft.com/office/drawing/2014/main" id="{F2143394-F27D-D0A5-F0BD-CEC119CF8F7E}"/>
              </a:ext>
            </a:extLst>
          </p:cNvPr>
          <p:cNvSpPr>
            <a:spLocks noChangeArrowheads="1"/>
          </p:cNvSpPr>
          <p:nvPr/>
        </p:nvSpPr>
        <p:spPr bwMode="auto">
          <a:xfrm>
            <a:off x="2133601" y="12273280"/>
            <a:ext cx="9311641"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lstStyle>
            <a:lvl1pPr marL="820738" indent="-820738"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buFontTx/>
              <a:buNone/>
            </a:pPr>
            <a:endParaRPr lang="de-DE" altLang="en-US" sz="1813"/>
          </a:p>
        </p:txBody>
      </p:sp>
      <p:sp>
        <p:nvSpPr>
          <p:cNvPr id="2069" name="Text Box 15">
            <a:extLst>
              <a:ext uri="{FF2B5EF4-FFF2-40B4-BE49-F238E27FC236}">
                <a16:creationId xmlns:a16="http://schemas.microsoft.com/office/drawing/2014/main" id="{D8E01F10-71EB-B861-4F09-4B77E587B932}"/>
              </a:ext>
            </a:extLst>
          </p:cNvPr>
          <p:cNvSpPr txBox="1">
            <a:spLocks noChangeArrowheads="1"/>
          </p:cNvSpPr>
          <p:nvPr/>
        </p:nvSpPr>
        <p:spPr bwMode="auto">
          <a:xfrm>
            <a:off x="2075245" y="8864483"/>
            <a:ext cx="6827520" cy="3422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5330825">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5330825">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5330825">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533082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533082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sz="1800" dirty="0">
                <a:solidFill>
                  <a:srgbClr val="000000"/>
                </a:solidFill>
              </a:rPr>
              <a:t>In the emergency department our patient discussed an abnormal feeling in her throat that prompted a chest x-ray (1A) and neck ultrasound (1B). These studies detected enlarged paratracheal and jugulodigastric lymph nodes that were not considered causative despite airway proximity. After eight hospital days the patient developed acute hypercarbic respiratory failure and stridor was heard. During transfer to the ICU a CT scan (1D,1F) revealed an endotracheal mass, but before this was reported, an emergent endotracheal intubation was completed. Surprisingly, this intubation failed to provide adequate ventilatory volumes. Due to this imminent life threat, a bronchoscopy was completed and a mass acting as a one-way ball valve was visualized (1C).</a:t>
            </a:r>
            <a:endParaRPr lang="en-US" altLang="en-US" sz="1800" dirty="0">
              <a:latin typeface="Calibri" panose="020F0502020204030204" pitchFamily="34" charset="0"/>
            </a:endParaRPr>
          </a:p>
        </p:txBody>
      </p:sp>
      <p:sp>
        <p:nvSpPr>
          <p:cNvPr id="2070" name="Text Box 21">
            <a:extLst>
              <a:ext uri="{FF2B5EF4-FFF2-40B4-BE49-F238E27FC236}">
                <a16:creationId xmlns:a16="http://schemas.microsoft.com/office/drawing/2014/main" id="{CBB8DBE3-CCC4-FFA4-F2A7-20B85D365143}"/>
              </a:ext>
            </a:extLst>
          </p:cNvPr>
          <p:cNvSpPr txBox="1">
            <a:spLocks noChangeArrowheads="1"/>
          </p:cNvSpPr>
          <p:nvPr/>
        </p:nvSpPr>
        <p:spPr bwMode="auto">
          <a:xfrm>
            <a:off x="2072640" y="4610085"/>
            <a:ext cx="6686129" cy="3750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7511" tIns="48755" rIns="97511" bIns="48755">
            <a:spAutoFit/>
          </a:bodyPr>
          <a:lstStyle>
            <a:lvl1pPr defTabSz="2665413">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665413">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665413">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665413">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665413">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algn="l" rtl="0">
              <a:buNone/>
            </a:pPr>
            <a:r>
              <a:rPr lang="en-US" sz="1800" dirty="0">
                <a:solidFill>
                  <a:srgbClr val="000000"/>
                </a:solidFill>
              </a:rPr>
              <a:t>The estimated global incidence of Non-Hodgkin’s lymphoma (NHL) in 2018 was 509,590. Fortunately for those affected by NHL, airway involvement is rare. There are, however, cases of secondary airway invasion, but less than thirty cases have been reported in the last five years. Thus, it is crucial for those treating patients with asthma history to avoid framing bias when shortness of breath is a chief complaint, and invasive neoplasms are under consideration. Here, we describe a case where a forty-four-year-old, obese, Spanish-speaking woman with a month-long history of coughing attributed to asthma, presented with shortness of breath refractory to steroids and bronchodilators. </a:t>
            </a:r>
            <a:br>
              <a:rPr lang="en-US" sz="533" dirty="0"/>
            </a:br>
            <a:endParaRPr lang="en-US" altLang="en-US" sz="2133" dirty="0">
              <a:latin typeface="Calibri" panose="020F0502020204030204" pitchFamily="34" charset="0"/>
            </a:endParaRPr>
          </a:p>
        </p:txBody>
      </p:sp>
      <p:sp>
        <p:nvSpPr>
          <p:cNvPr id="2071" name="Text Box 25">
            <a:extLst>
              <a:ext uri="{FF2B5EF4-FFF2-40B4-BE49-F238E27FC236}">
                <a16:creationId xmlns:a16="http://schemas.microsoft.com/office/drawing/2014/main" id="{5B209104-4E7B-838D-61AC-1206F066A335}"/>
              </a:ext>
            </a:extLst>
          </p:cNvPr>
          <p:cNvSpPr txBox="1">
            <a:spLocks noChangeArrowheads="1"/>
          </p:cNvSpPr>
          <p:nvPr/>
        </p:nvSpPr>
        <p:spPr bwMode="auto">
          <a:xfrm>
            <a:off x="23984373" y="10937267"/>
            <a:ext cx="6827520" cy="3222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665413">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665413">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665413">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665413">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665413">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665413"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dirty="0">
                <a:latin typeface="Calibri" panose="020F0502020204030204" pitchFamily="34" charset="0"/>
              </a:rPr>
              <a:t>Future approaches for similar cases in the future may consider the following steps to avoid high risk intubations when invasive airway neoplasms are considered: </a:t>
            </a:r>
          </a:p>
          <a:p>
            <a:pPr marL="342917" indent="-342917" eaLnBrk="1" hangingPunct="1">
              <a:spcBef>
                <a:spcPct val="50000"/>
              </a:spcBef>
              <a:buFontTx/>
              <a:buAutoNum type="arabicPeriod"/>
            </a:pPr>
            <a:r>
              <a:rPr lang="en-US" altLang="en-US" sz="1800" dirty="0">
                <a:latin typeface="Calibri" panose="020F0502020204030204" pitchFamily="34" charset="0"/>
              </a:rPr>
              <a:t>In-person translation to avoid confusion related to airway history </a:t>
            </a:r>
          </a:p>
          <a:p>
            <a:pPr marL="342917" indent="-342917" eaLnBrk="1" hangingPunct="1">
              <a:spcBef>
                <a:spcPct val="50000"/>
              </a:spcBef>
              <a:buFontTx/>
              <a:buAutoNum type="arabicPeriod"/>
            </a:pPr>
            <a:r>
              <a:rPr lang="en-US" altLang="en-US" sz="1800" dirty="0">
                <a:latin typeface="Calibri" panose="020F0502020204030204" pitchFamily="34" charset="0"/>
              </a:rPr>
              <a:t>Direct imaging review with radiology to clarify airway patency </a:t>
            </a:r>
          </a:p>
          <a:p>
            <a:pPr marL="342917" indent="-342917" eaLnBrk="1" hangingPunct="1">
              <a:spcBef>
                <a:spcPct val="50000"/>
              </a:spcBef>
              <a:buFontTx/>
              <a:buAutoNum type="arabicPeriod"/>
            </a:pPr>
            <a:r>
              <a:rPr lang="en-US" altLang="en-US" sz="1800" dirty="0">
                <a:latin typeface="Calibri" panose="020F0502020204030204" pitchFamily="34" charset="0"/>
              </a:rPr>
              <a:t>Consider refractoriness of shortness of breath suggestive of alternative diagnosis to asthma and/or other obstructive lung pathology --especially in patients without smoking history. </a:t>
            </a:r>
          </a:p>
          <a:p>
            <a:pPr marL="342917" indent="-342917" eaLnBrk="1" hangingPunct="1">
              <a:spcBef>
                <a:spcPct val="50000"/>
              </a:spcBef>
              <a:buFontTx/>
              <a:buAutoNum type="arabicPeriod"/>
            </a:pPr>
            <a:endParaRPr lang="en-US" altLang="en-US" sz="2133" dirty="0">
              <a:latin typeface="Calibri" panose="020F0502020204030204" pitchFamily="34" charset="0"/>
            </a:endParaRPr>
          </a:p>
        </p:txBody>
      </p:sp>
      <p:sp>
        <p:nvSpPr>
          <p:cNvPr id="2072" name="Rectangle 27">
            <a:extLst>
              <a:ext uri="{FF2B5EF4-FFF2-40B4-BE49-F238E27FC236}">
                <a16:creationId xmlns:a16="http://schemas.microsoft.com/office/drawing/2014/main" id="{DCD4F2C4-D588-E793-9A14-BF1992CC8E44}"/>
              </a:ext>
            </a:extLst>
          </p:cNvPr>
          <p:cNvSpPr>
            <a:spLocks noChangeArrowheads="1"/>
          </p:cNvSpPr>
          <p:nvPr/>
        </p:nvSpPr>
        <p:spPr bwMode="auto">
          <a:xfrm>
            <a:off x="2014389" y="19996415"/>
            <a:ext cx="24384000" cy="767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7511" tIns="48755" rIns="97511" bIns="48755" anchor="ct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560" b="1" dirty="0">
                <a:solidFill>
                  <a:schemeClr val="bg1"/>
                </a:solidFill>
              </a:rPr>
              <a:t>                 Saint Agnes Medical Center, Fresno California, 1303 E Herndon Avenue</a:t>
            </a:r>
            <a:endParaRPr lang="en-US" altLang="en-US" sz="2560" b="1" i="1" dirty="0">
              <a:solidFill>
                <a:schemeClr val="bg1"/>
              </a:solidFill>
            </a:endParaRPr>
          </a:p>
        </p:txBody>
      </p:sp>
      <p:sp>
        <p:nvSpPr>
          <p:cNvPr id="2073" name="Text Box 34">
            <a:extLst>
              <a:ext uri="{FF2B5EF4-FFF2-40B4-BE49-F238E27FC236}">
                <a16:creationId xmlns:a16="http://schemas.microsoft.com/office/drawing/2014/main" id="{4F98F816-401F-D96A-9AF8-29A47442A129}"/>
              </a:ext>
            </a:extLst>
          </p:cNvPr>
          <p:cNvSpPr txBox="1">
            <a:spLocks noChangeArrowheads="1"/>
          </p:cNvSpPr>
          <p:nvPr/>
        </p:nvSpPr>
        <p:spPr bwMode="auto">
          <a:xfrm>
            <a:off x="9326880" y="4610085"/>
            <a:ext cx="6827520" cy="660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5330825">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5330825">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5330825">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533082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533082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5330825"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sz="1800" dirty="0">
                <a:solidFill>
                  <a:srgbClr val="000000"/>
                </a:solidFill>
              </a:rPr>
              <a:t>Availability of interventional pulmonology limited management in our community hospital and in the evening a second emergent bronchoscopy was completed to guide advancement of the ET tube past the tumor and restore airway patency (1E). Ultimately, due to concerns about decompensation, the patient was transferred to a tertiary referral facility with interventional pulmonology and subsequent resection of the tumor allowed for histopathologic analysis, revealing a CD30+, Anaplastic Lymphoma Kinase – negative Anaplastic Large Cell Lymphoma (ALK- ALCL) (1G,1H). After resection, the patient was discharged from the hospital with improved ventilation and plans for oncology follow up.</a:t>
            </a:r>
          </a:p>
          <a:p>
            <a:pPr eaLnBrk="1" hangingPunct="1">
              <a:spcBef>
                <a:spcPct val="50000"/>
              </a:spcBef>
              <a:buFontTx/>
              <a:buNone/>
            </a:pPr>
            <a:r>
              <a:rPr lang="en-US" altLang="en-US" sz="1800" dirty="0">
                <a:solidFill>
                  <a:srgbClr val="000000"/>
                </a:solidFill>
                <a:latin typeface="Calibri" panose="020F0502020204030204" pitchFamily="34" charset="0"/>
              </a:rPr>
              <a:t>Ultimately, after oncology follow up with the patient weeks after her initial presentation the patient was readmitted to the hospital with concerns about repeat invasion of the airway and new imaging demonstrated sustained local growth of the tumor. A theoretical risk of local seeding through the early emergent intubation was considered at that time and, in hindsight, a more controlled intubation with interventional pulmonology may have made reemergence of the lymphoma less likely. Nevertheless, as of the most recent follow up, the patient has been started on an appropriate chemoradiotherapy regimen and curative management was, most recently, regarded as an appropriate goal despite the challenges of early management. </a:t>
            </a:r>
          </a:p>
        </p:txBody>
      </p:sp>
      <p:sp>
        <p:nvSpPr>
          <p:cNvPr id="2074" name="Text Box 37">
            <a:extLst>
              <a:ext uri="{FF2B5EF4-FFF2-40B4-BE49-F238E27FC236}">
                <a16:creationId xmlns:a16="http://schemas.microsoft.com/office/drawing/2014/main" id="{73B790E1-CF0A-EE28-3AD3-AE7992DAB496}"/>
              </a:ext>
            </a:extLst>
          </p:cNvPr>
          <p:cNvSpPr txBox="1">
            <a:spLocks noChangeArrowheads="1"/>
          </p:cNvSpPr>
          <p:nvPr/>
        </p:nvSpPr>
        <p:spPr bwMode="auto">
          <a:xfrm>
            <a:off x="24068194" y="3759095"/>
            <a:ext cx="6827520" cy="68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511" tIns="48755" rIns="97511" bIns="48755">
            <a:spAutoFit/>
          </a:bodyPr>
          <a:lstStyle>
            <a:lvl1pPr defTabSz="2192338">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defTabSz="2192338">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defTabSz="2192338">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defTabSz="2192338">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21923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3840" b="1" dirty="0">
                <a:solidFill>
                  <a:schemeClr val="bg1"/>
                </a:solidFill>
              </a:rPr>
              <a:t>Conclusions</a:t>
            </a:r>
          </a:p>
        </p:txBody>
      </p:sp>
      <p:sp>
        <p:nvSpPr>
          <p:cNvPr id="2075" name="AutoShape 51">
            <a:extLst>
              <a:ext uri="{FF2B5EF4-FFF2-40B4-BE49-F238E27FC236}">
                <a16:creationId xmlns:a16="http://schemas.microsoft.com/office/drawing/2014/main" id="{A1C2786D-6CD7-7F83-5FF9-EBE544647507}"/>
              </a:ext>
            </a:extLst>
          </p:cNvPr>
          <p:cNvSpPr>
            <a:spLocks noChangeArrowheads="1"/>
          </p:cNvSpPr>
          <p:nvPr/>
        </p:nvSpPr>
        <p:spPr bwMode="auto">
          <a:xfrm>
            <a:off x="2804160" y="2821094"/>
            <a:ext cx="3657600" cy="1881294"/>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7525" tIns="48763" rIns="97525" bIns="48763" anchor="ctr"/>
          <a:lstStyle>
            <a:lvl1pPr>
              <a:spcBef>
                <a:spcPct val="20000"/>
              </a:spcBef>
              <a:buFont typeface="Arial" panose="020B0604020202020204" pitchFamily="34" charset="0"/>
              <a:buChar char="•"/>
              <a:defRPr sz="8800">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Font typeface="Arial" panose="020B0604020202020204" pitchFamily="34" charset="0"/>
              <a:buChar char="–"/>
              <a:defRPr sz="7700">
                <a:solidFill>
                  <a:schemeClr val="tx1"/>
                </a:solidFill>
                <a:latin typeface="Arial" panose="020B0604020202020204" pitchFamily="34" charset="0"/>
                <a:ea typeface="ＭＳ Ｐゴシック" panose="020B0600070205080204" pitchFamily="34" charset="-128"/>
              </a:defRPr>
            </a:lvl2pPr>
            <a:lvl3pPr marL="3133725" indent="-625475">
              <a:spcBef>
                <a:spcPct val="20000"/>
              </a:spcBef>
              <a:buFont typeface="Arial" panose="020B0604020202020204" pitchFamily="34" charset="0"/>
              <a:buChar char="•"/>
              <a:defRPr sz="6600">
                <a:solidFill>
                  <a:schemeClr val="tx1"/>
                </a:solidFill>
                <a:latin typeface="Arial" panose="020B0604020202020204" pitchFamily="34" charset="0"/>
                <a:ea typeface="ＭＳ Ｐゴシック" panose="020B0600070205080204" pitchFamily="34" charset="-128"/>
              </a:defRPr>
            </a:lvl3pPr>
            <a:lvl4pPr marL="4387850" indent="-62547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4pPr>
            <a:lvl5pPr marL="5641975" indent="-625475">
              <a:spcBef>
                <a:spcPct val="20000"/>
              </a:spcBef>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5pPr>
            <a:lvl6pPr marL="6099175" indent="-625475" defTabSz="12525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6pPr>
            <a:lvl7pPr marL="6556375" indent="-625475" defTabSz="12525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7pPr>
            <a:lvl8pPr marL="7013575" indent="-625475" defTabSz="12525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8pPr>
            <a:lvl9pPr marL="7470775" indent="-625475" defTabSz="1252538" eaLnBrk="0" fontAlgn="base" hangingPunct="0">
              <a:spcBef>
                <a:spcPct val="20000"/>
              </a:spcBef>
              <a:spcAft>
                <a:spcPct val="0"/>
              </a:spcAft>
              <a:buFont typeface="Arial" panose="020B0604020202020204" pitchFamily="34" charset="0"/>
              <a:buChar char="»"/>
              <a:defRPr sz="55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de-DE" altLang="en-US" sz="5227"/>
          </a:p>
        </p:txBody>
      </p:sp>
      <p:pic>
        <p:nvPicPr>
          <p:cNvPr id="2087" name="Picture 39">
            <a:extLst>
              <a:ext uri="{FF2B5EF4-FFF2-40B4-BE49-F238E27FC236}">
                <a16:creationId xmlns:a16="http://schemas.microsoft.com/office/drawing/2014/main" id="{0907DB59-A42E-E123-D19F-1CFF7418CB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6507" y="15029117"/>
            <a:ext cx="6086801" cy="4674789"/>
          </a:xfrm>
          <a:prstGeom prst="rect">
            <a:avLst/>
          </a:prstGeom>
          <a:noFill/>
          <a:extLst>
            <a:ext uri="{909E8E84-426E-40DD-AFC4-6F175D3DCCD1}">
              <a14:hiddenFill xmlns:a14="http://schemas.microsoft.com/office/drawing/2010/main">
                <a:solidFill>
                  <a:srgbClr val="FFFFFF"/>
                </a:solidFill>
              </a14:hiddenFill>
            </a:ext>
          </a:extLst>
        </p:spPr>
      </p:pic>
      <p:pic>
        <p:nvPicPr>
          <p:cNvPr id="2089" name="Picture 41">
            <a:extLst>
              <a:ext uri="{FF2B5EF4-FFF2-40B4-BE49-F238E27FC236}">
                <a16:creationId xmlns:a16="http://schemas.microsoft.com/office/drawing/2014/main" id="{4DB37CB5-BF67-D376-8BEA-FEFB28F587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1" y="12522660"/>
            <a:ext cx="2998579" cy="2544169"/>
          </a:xfrm>
          <a:prstGeom prst="rect">
            <a:avLst/>
          </a:prstGeom>
          <a:noFill/>
          <a:extLst>
            <a:ext uri="{909E8E84-426E-40DD-AFC4-6F175D3DCCD1}">
              <a14:hiddenFill xmlns:a14="http://schemas.microsoft.com/office/drawing/2010/main">
                <a:solidFill>
                  <a:srgbClr val="FFFFFF"/>
                </a:solidFill>
              </a14:hiddenFill>
            </a:ext>
          </a:extLst>
        </p:spPr>
      </p:pic>
      <p:pic>
        <p:nvPicPr>
          <p:cNvPr id="2093" name="Picture 45">
            <a:extLst>
              <a:ext uri="{FF2B5EF4-FFF2-40B4-BE49-F238E27FC236}">
                <a16:creationId xmlns:a16="http://schemas.microsoft.com/office/drawing/2014/main" id="{2995C695-752D-E50F-3C1F-55F84346A0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24284" y="11649896"/>
            <a:ext cx="6466658" cy="8107205"/>
          </a:xfrm>
          <a:prstGeom prst="rect">
            <a:avLst/>
          </a:prstGeom>
          <a:noFill/>
          <a:extLst>
            <a:ext uri="{909E8E84-426E-40DD-AFC4-6F175D3DCCD1}">
              <a14:hiddenFill xmlns:a14="http://schemas.microsoft.com/office/drawing/2010/main">
                <a:solidFill>
                  <a:srgbClr val="FFFFFF"/>
                </a:solidFill>
              </a14:hiddenFill>
            </a:ext>
          </a:extLst>
        </p:spPr>
      </p:pic>
      <p:pic>
        <p:nvPicPr>
          <p:cNvPr id="2097" name="Picture 49">
            <a:extLst>
              <a:ext uri="{FF2B5EF4-FFF2-40B4-BE49-F238E27FC236}">
                <a16:creationId xmlns:a16="http://schemas.microsoft.com/office/drawing/2014/main" id="{4058027B-4FC3-1096-2D79-9C73077A46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35083" y="7262704"/>
            <a:ext cx="3545657" cy="2551866"/>
          </a:xfrm>
          <a:prstGeom prst="rect">
            <a:avLst/>
          </a:prstGeom>
          <a:noFill/>
          <a:extLst>
            <a:ext uri="{909E8E84-426E-40DD-AFC4-6F175D3DCCD1}">
              <a14:hiddenFill xmlns:a14="http://schemas.microsoft.com/office/drawing/2010/main">
                <a:solidFill>
                  <a:srgbClr val="FFFFFF"/>
                </a:solidFill>
              </a14:hiddenFill>
            </a:ext>
          </a:extLst>
        </p:spPr>
      </p:pic>
      <p:pic>
        <p:nvPicPr>
          <p:cNvPr id="2099" name="Picture 51">
            <a:extLst>
              <a:ext uri="{FF2B5EF4-FFF2-40B4-BE49-F238E27FC236}">
                <a16:creationId xmlns:a16="http://schemas.microsoft.com/office/drawing/2014/main" id="{D6B9D52B-0725-A7B8-DFC9-C1F133E2901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465867" y="7232059"/>
            <a:ext cx="3300784" cy="2551866"/>
          </a:xfrm>
          <a:prstGeom prst="rect">
            <a:avLst/>
          </a:prstGeom>
          <a:noFill/>
          <a:extLst>
            <a:ext uri="{909E8E84-426E-40DD-AFC4-6F175D3DCCD1}">
              <a14:hiddenFill xmlns:a14="http://schemas.microsoft.com/office/drawing/2010/main">
                <a:solidFill>
                  <a:srgbClr val="FFFFFF"/>
                </a:solidFill>
              </a14:hiddenFill>
            </a:ext>
          </a:extLst>
        </p:spPr>
      </p:pic>
      <p:pic>
        <p:nvPicPr>
          <p:cNvPr id="2101" name="Picture 53">
            <a:extLst>
              <a:ext uri="{FF2B5EF4-FFF2-40B4-BE49-F238E27FC236}">
                <a16:creationId xmlns:a16="http://schemas.microsoft.com/office/drawing/2014/main" id="{42AE77C0-B63C-D884-558D-58E2E346D05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32180" y="12522660"/>
            <a:ext cx="3088221" cy="257960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01A035D3-B720-DBCC-5E0B-A246729887A1}"/>
              </a:ext>
            </a:extLst>
          </p:cNvPr>
          <p:cNvSpPr txBox="1"/>
          <p:nvPr/>
        </p:nvSpPr>
        <p:spPr>
          <a:xfrm>
            <a:off x="23957280" y="4633238"/>
            <a:ext cx="6809371" cy="3841949"/>
          </a:xfrm>
          <a:prstGeom prst="rect">
            <a:avLst/>
          </a:prstGeom>
          <a:noFill/>
        </p:spPr>
        <p:txBody>
          <a:bodyPr wrap="square" rtlCol="0">
            <a:spAutoFit/>
          </a:bodyPr>
          <a:lstStyle/>
          <a:p>
            <a:r>
              <a:rPr lang="en-US" sz="1800" dirty="0"/>
              <a:t>There are a variety of cognitive errors often made in the workup of airway tumors; chief amongst these is the assumption of asthma as an explanation for shortness of breath. In this rare case of endotracheal ALK-ALCL there were a few red-flag findings that should be watched for in similar future cases including (1) stridor on examination, (2) complaints about ”something stuck in the throat, and (3) refractoriness to early asthma treatments with steroids and inhaled bronchodilators making no difference in work of breathing. </a:t>
            </a:r>
            <a:br>
              <a:rPr lang="en-US" sz="4083" dirty="0"/>
            </a:br>
            <a:br>
              <a:rPr lang="en-US" sz="4083" dirty="0"/>
            </a:br>
            <a:endParaRPr lang="en-US" sz="4083" dirty="0"/>
          </a:p>
        </p:txBody>
      </p:sp>
      <p:sp>
        <p:nvSpPr>
          <p:cNvPr id="20" name="TextBox 19">
            <a:extLst>
              <a:ext uri="{FF2B5EF4-FFF2-40B4-BE49-F238E27FC236}">
                <a16:creationId xmlns:a16="http://schemas.microsoft.com/office/drawing/2014/main" id="{E9EB3540-94E3-A8F5-1E74-E2ACA74E1605}"/>
              </a:ext>
            </a:extLst>
          </p:cNvPr>
          <p:cNvSpPr txBox="1"/>
          <p:nvPr/>
        </p:nvSpPr>
        <p:spPr>
          <a:xfrm>
            <a:off x="7526417" y="19074738"/>
            <a:ext cx="1183640" cy="584775"/>
          </a:xfrm>
          <a:prstGeom prst="rect">
            <a:avLst/>
          </a:prstGeom>
          <a:noFill/>
        </p:spPr>
        <p:txBody>
          <a:bodyPr wrap="square" rtlCol="0">
            <a:spAutoFit/>
          </a:bodyPr>
          <a:lstStyle/>
          <a:p>
            <a:r>
              <a:rPr lang="en-US" sz="3200" dirty="0">
                <a:highlight>
                  <a:srgbClr val="C0C0C0"/>
                </a:highlight>
              </a:rPr>
              <a:t>1A</a:t>
            </a:r>
          </a:p>
        </p:txBody>
      </p:sp>
      <p:sp>
        <p:nvSpPr>
          <p:cNvPr id="22" name="TextBox 21">
            <a:extLst>
              <a:ext uri="{FF2B5EF4-FFF2-40B4-BE49-F238E27FC236}">
                <a16:creationId xmlns:a16="http://schemas.microsoft.com/office/drawing/2014/main" id="{DA59BA12-32B3-0DF7-74D2-FBC93F73810A}"/>
              </a:ext>
            </a:extLst>
          </p:cNvPr>
          <p:cNvSpPr txBox="1"/>
          <p:nvPr/>
        </p:nvSpPr>
        <p:spPr>
          <a:xfrm>
            <a:off x="4166980" y="14341313"/>
            <a:ext cx="965200" cy="584775"/>
          </a:xfrm>
          <a:prstGeom prst="rect">
            <a:avLst/>
          </a:prstGeom>
          <a:noFill/>
        </p:spPr>
        <p:txBody>
          <a:bodyPr wrap="square">
            <a:spAutoFit/>
          </a:bodyPr>
          <a:lstStyle/>
          <a:p>
            <a:r>
              <a:rPr lang="en-US" sz="3200" dirty="0">
                <a:highlight>
                  <a:srgbClr val="C0C0C0"/>
                </a:highlight>
              </a:rPr>
              <a:t>1B</a:t>
            </a:r>
            <a:endParaRPr lang="en-US" sz="3200" dirty="0"/>
          </a:p>
        </p:txBody>
      </p:sp>
      <p:sp>
        <p:nvSpPr>
          <p:cNvPr id="24" name="TextBox 23">
            <a:extLst>
              <a:ext uri="{FF2B5EF4-FFF2-40B4-BE49-F238E27FC236}">
                <a16:creationId xmlns:a16="http://schemas.microsoft.com/office/drawing/2014/main" id="{E14CF617-20C6-7248-57F5-AC48207CAD05}"/>
              </a:ext>
            </a:extLst>
          </p:cNvPr>
          <p:cNvSpPr txBox="1"/>
          <p:nvPr/>
        </p:nvSpPr>
        <p:spPr>
          <a:xfrm>
            <a:off x="7526417" y="14427986"/>
            <a:ext cx="965200" cy="584775"/>
          </a:xfrm>
          <a:prstGeom prst="rect">
            <a:avLst/>
          </a:prstGeom>
          <a:noFill/>
        </p:spPr>
        <p:txBody>
          <a:bodyPr wrap="square">
            <a:spAutoFit/>
          </a:bodyPr>
          <a:lstStyle/>
          <a:p>
            <a:r>
              <a:rPr lang="en-US" sz="3200" dirty="0">
                <a:highlight>
                  <a:srgbClr val="C0C0C0"/>
                </a:highlight>
              </a:rPr>
              <a:t>1C</a:t>
            </a:r>
            <a:endParaRPr lang="en-US" sz="3200" dirty="0"/>
          </a:p>
        </p:txBody>
      </p:sp>
      <p:sp>
        <p:nvSpPr>
          <p:cNvPr id="26" name="TextBox 25">
            <a:extLst>
              <a:ext uri="{FF2B5EF4-FFF2-40B4-BE49-F238E27FC236}">
                <a16:creationId xmlns:a16="http://schemas.microsoft.com/office/drawing/2014/main" id="{907A0B4B-59F5-4E9F-FB83-090EBB52F389}"/>
              </a:ext>
            </a:extLst>
          </p:cNvPr>
          <p:cNvSpPr txBox="1"/>
          <p:nvPr/>
        </p:nvSpPr>
        <p:spPr>
          <a:xfrm>
            <a:off x="16865600" y="4740748"/>
            <a:ext cx="6775873" cy="6186309"/>
          </a:xfrm>
          <a:prstGeom prst="rect">
            <a:avLst/>
          </a:prstGeom>
          <a:noFill/>
        </p:spPr>
        <p:txBody>
          <a:bodyPr wrap="square" rtlCol="0">
            <a:spAutoFit/>
          </a:bodyPr>
          <a:lstStyle/>
          <a:p>
            <a:pPr algn="l" rtl="0">
              <a:buNone/>
            </a:pPr>
            <a:r>
              <a:rPr lang="en-US" sz="1800" dirty="0">
                <a:solidFill>
                  <a:srgbClr val="000000"/>
                </a:solidFill>
              </a:rPr>
              <a:t>This case represents a rare endotracheal presentation of ALK- ALCL. Crucially, while it highlights how framing-bias can prevent early diagnosis of NHL subtypes, it also illustrates how bias can contribute to high-risk intubations. While this case is ongoing, local growth of the tumor may have been contributed to by the unplanned advancement of the ET tube. While such complications cannot always be avoided, it is possible that bias-awareness could promote improved management choices in similar future cases.</a:t>
            </a:r>
          </a:p>
          <a:p>
            <a:pPr algn="l" rtl="0">
              <a:buNone/>
            </a:pPr>
            <a:endParaRPr lang="en-US" sz="1800" dirty="0">
              <a:solidFill>
                <a:srgbClr val="000000"/>
              </a:solidFill>
            </a:endParaRPr>
          </a:p>
          <a:p>
            <a:pPr algn="l" rtl="0">
              <a:buNone/>
            </a:pPr>
            <a:r>
              <a:rPr lang="en-US" sz="1800" dirty="0">
                <a:solidFill>
                  <a:srgbClr val="000000"/>
                </a:solidFill>
              </a:rPr>
              <a:t>There were several instructive lessons from this case. Firstly, the presence of a language barrier in the initial workup may have led to premature conclusions about the simplicity of the shortness of breath and the framing of the case predisposed our team to treat for asthma when alternative diagnoses were prematurely dismissed. Secondly, a preliminary report from radiology that the airway was patent misled our team to continue asthma treatments when an early airway intervention would have been preferable. While language barriers and errors in clinical reasoning and communication are not always possible to avoid greater awareness of their potential to mislead may help practitioners facing similar cases in future</a:t>
            </a:r>
          </a:p>
        </p:txBody>
      </p:sp>
      <p:pic>
        <p:nvPicPr>
          <p:cNvPr id="28" name="Picture 27" descr="A logo for a medical center&#10;&#10;AI-generated content may be incorrect.">
            <a:extLst>
              <a:ext uri="{FF2B5EF4-FFF2-40B4-BE49-F238E27FC236}">
                <a16:creationId xmlns:a16="http://schemas.microsoft.com/office/drawing/2014/main" id="{D99DF879-ED80-DFAF-451C-5ECC9E0C1B7C}"/>
              </a:ext>
            </a:extLst>
          </p:cNvPr>
          <p:cNvPicPr>
            <a:picLocks noChangeAspect="1"/>
          </p:cNvPicPr>
          <p:nvPr/>
        </p:nvPicPr>
        <p:blipFill>
          <a:blip r:embed="rId11"/>
          <a:stretch>
            <a:fillRect/>
          </a:stretch>
        </p:blipFill>
        <p:spPr>
          <a:xfrm>
            <a:off x="2660429" y="954857"/>
            <a:ext cx="2755275" cy="2190313"/>
          </a:xfrm>
          <a:prstGeom prst="rect">
            <a:avLst/>
          </a:prstGeom>
        </p:spPr>
      </p:pic>
      <p:sp>
        <p:nvSpPr>
          <p:cNvPr id="30" name="TextBox 29">
            <a:extLst>
              <a:ext uri="{FF2B5EF4-FFF2-40B4-BE49-F238E27FC236}">
                <a16:creationId xmlns:a16="http://schemas.microsoft.com/office/drawing/2014/main" id="{A63BD267-D8B0-5CA9-8C1D-8E1F1F3E2912}"/>
              </a:ext>
            </a:extLst>
          </p:cNvPr>
          <p:cNvSpPr txBox="1"/>
          <p:nvPr/>
        </p:nvSpPr>
        <p:spPr>
          <a:xfrm>
            <a:off x="20485180" y="19074738"/>
            <a:ext cx="873153" cy="584775"/>
          </a:xfrm>
          <a:prstGeom prst="rect">
            <a:avLst/>
          </a:prstGeom>
          <a:noFill/>
        </p:spPr>
        <p:txBody>
          <a:bodyPr wrap="square">
            <a:spAutoFit/>
          </a:bodyPr>
          <a:lstStyle/>
          <a:p>
            <a:r>
              <a:rPr lang="en-US" sz="3200" dirty="0">
                <a:highlight>
                  <a:srgbClr val="C0C0C0"/>
                </a:highlight>
              </a:rPr>
              <a:t>1E</a:t>
            </a:r>
            <a:endParaRPr lang="en-US" sz="3200" dirty="0"/>
          </a:p>
        </p:txBody>
      </p:sp>
      <p:sp>
        <p:nvSpPr>
          <p:cNvPr id="32" name="TextBox 31">
            <a:extLst>
              <a:ext uri="{FF2B5EF4-FFF2-40B4-BE49-F238E27FC236}">
                <a16:creationId xmlns:a16="http://schemas.microsoft.com/office/drawing/2014/main" id="{25D20D85-216E-3EC2-95AA-C6C4C9FF19B5}"/>
              </a:ext>
            </a:extLst>
          </p:cNvPr>
          <p:cNvSpPr txBox="1"/>
          <p:nvPr/>
        </p:nvSpPr>
        <p:spPr>
          <a:xfrm>
            <a:off x="15036800" y="19033987"/>
            <a:ext cx="754141" cy="584775"/>
          </a:xfrm>
          <a:prstGeom prst="rect">
            <a:avLst/>
          </a:prstGeom>
          <a:noFill/>
        </p:spPr>
        <p:txBody>
          <a:bodyPr wrap="square">
            <a:spAutoFit/>
          </a:bodyPr>
          <a:lstStyle/>
          <a:p>
            <a:r>
              <a:rPr lang="en-US" sz="3200" dirty="0">
                <a:highlight>
                  <a:srgbClr val="C0C0C0"/>
                </a:highlight>
              </a:rPr>
              <a:t>1D</a:t>
            </a:r>
            <a:endParaRPr lang="en-US" sz="3200" dirty="0"/>
          </a:p>
        </p:txBody>
      </p:sp>
      <p:sp>
        <p:nvSpPr>
          <p:cNvPr id="35" name="TextBox 34">
            <a:extLst>
              <a:ext uri="{FF2B5EF4-FFF2-40B4-BE49-F238E27FC236}">
                <a16:creationId xmlns:a16="http://schemas.microsoft.com/office/drawing/2014/main" id="{4FC00554-1493-5E53-457F-2ABC72EC8514}"/>
              </a:ext>
            </a:extLst>
          </p:cNvPr>
          <p:cNvSpPr txBox="1"/>
          <p:nvPr/>
        </p:nvSpPr>
        <p:spPr>
          <a:xfrm>
            <a:off x="22694053" y="14618016"/>
            <a:ext cx="1016001" cy="584775"/>
          </a:xfrm>
          <a:prstGeom prst="rect">
            <a:avLst/>
          </a:prstGeom>
          <a:noFill/>
        </p:spPr>
        <p:txBody>
          <a:bodyPr wrap="square">
            <a:spAutoFit/>
          </a:bodyPr>
          <a:lstStyle/>
          <a:p>
            <a:r>
              <a:rPr lang="en-US" sz="3200" dirty="0">
                <a:highlight>
                  <a:srgbClr val="C0C0C0"/>
                </a:highlight>
              </a:rPr>
              <a:t>1F</a:t>
            </a:r>
            <a:endParaRPr lang="en-US" sz="3200" dirty="0"/>
          </a:p>
        </p:txBody>
      </p:sp>
      <p:sp>
        <p:nvSpPr>
          <p:cNvPr id="36" name="TextBox 35">
            <a:extLst>
              <a:ext uri="{FF2B5EF4-FFF2-40B4-BE49-F238E27FC236}">
                <a16:creationId xmlns:a16="http://schemas.microsoft.com/office/drawing/2014/main" id="{F0FA7F6F-DBF1-A17D-D2B4-8026E495E817}"/>
              </a:ext>
            </a:extLst>
          </p:cNvPr>
          <p:cNvSpPr txBox="1"/>
          <p:nvPr/>
        </p:nvSpPr>
        <p:spPr>
          <a:xfrm>
            <a:off x="29893498" y="9089208"/>
            <a:ext cx="873153" cy="584775"/>
          </a:xfrm>
          <a:prstGeom prst="rect">
            <a:avLst/>
          </a:prstGeom>
          <a:noFill/>
        </p:spPr>
        <p:txBody>
          <a:bodyPr wrap="square">
            <a:spAutoFit/>
          </a:bodyPr>
          <a:lstStyle/>
          <a:p>
            <a:r>
              <a:rPr lang="en-US" sz="3200" dirty="0">
                <a:highlight>
                  <a:srgbClr val="C0C0C0"/>
                </a:highlight>
              </a:rPr>
              <a:t>1H</a:t>
            </a:r>
            <a:endParaRPr lang="en-US" sz="3200" dirty="0"/>
          </a:p>
        </p:txBody>
      </p:sp>
      <p:sp>
        <p:nvSpPr>
          <p:cNvPr id="37" name="TextBox 36">
            <a:extLst>
              <a:ext uri="{FF2B5EF4-FFF2-40B4-BE49-F238E27FC236}">
                <a16:creationId xmlns:a16="http://schemas.microsoft.com/office/drawing/2014/main" id="{7EC5EAED-B6AD-2794-5395-B0A0E60BFA97}"/>
              </a:ext>
            </a:extLst>
          </p:cNvPr>
          <p:cNvSpPr txBox="1"/>
          <p:nvPr/>
        </p:nvSpPr>
        <p:spPr>
          <a:xfrm>
            <a:off x="26634647" y="9074880"/>
            <a:ext cx="873153" cy="584775"/>
          </a:xfrm>
          <a:prstGeom prst="rect">
            <a:avLst/>
          </a:prstGeom>
          <a:noFill/>
        </p:spPr>
        <p:txBody>
          <a:bodyPr wrap="square">
            <a:spAutoFit/>
          </a:bodyPr>
          <a:lstStyle/>
          <a:p>
            <a:r>
              <a:rPr lang="en-US" sz="3200" dirty="0">
                <a:highlight>
                  <a:srgbClr val="C0C0C0"/>
                </a:highlight>
              </a:rPr>
              <a:t>1G</a:t>
            </a:r>
            <a:endParaRPr lang="en-US" sz="3200" dirty="0"/>
          </a:p>
        </p:txBody>
      </p:sp>
      <p:pic>
        <p:nvPicPr>
          <p:cNvPr id="2104" name="Picture 2103" descr="62C.png"/>
          <p:cNvPicPr>
            <a:picLocks noChangeAspect="1"/>
          </p:cNvPicPr>
          <p:nvPr/>
        </p:nvPicPr>
        <p:blipFill>
          <a:blip r:embed="rId12"/>
          <a:stretch>
            <a:fillRect/>
          </a:stretch>
        </p:blipFill>
        <p:spPr>
          <a:xfrm>
            <a:off x="28103667" y="563862"/>
            <a:ext cx="2010573" cy="297215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1877</TotalTime>
  <Words>1111</Words>
  <Application>Microsoft Macintosh PowerPoint</Application>
  <PresentationFormat>Custom</PresentationFormat>
  <Paragraphs>38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Calibri</vt:lpstr>
      <vt:lpstr>Office Theme</vt:lpstr>
      <vt:lpstr>PowerPoint Presentation</vt:lpstr>
    </vt:vector>
  </TitlesOfParts>
  <Company>PSAV Presentation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Lara Gough</dc:creator>
  <cp:lastModifiedBy>Phil Kim</cp:lastModifiedBy>
  <cp:revision>18</cp:revision>
  <cp:lastPrinted>2025-04-21T20:53:46Z</cp:lastPrinted>
  <dcterms:created xsi:type="dcterms:W3CDTF">2010-03-12T15:37:26Z</dcterms:created>
  <dcterms:modified xsi:type="dcterms:W3CDTF">2025-05-02T22:45:09Z</dcterms:modified>
</cp:coreProperties>
</file>