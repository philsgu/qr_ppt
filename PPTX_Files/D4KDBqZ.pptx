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4"/>
  </p:notesMasterIdLst>
  <p:sldIdLst>
    <p:sldId id="256" r:id="rId3"/>
  </p:sldIdLst>
  <p:sldSz cx="32918400" cy="21945600"/>
  <p:notesSz cx="6858000" cy="9144000"/>
  <p:embeddedFontLst>
    <p:embeddedFont>
      <p:font typeface="Libre Baskerville" panose="02000000000000000000" pitchFamily="2" charset="0"/>
      <p:regular r:id="rId5"/>
      <p:bold r:id="rId6"/>
      <p:italic r:id="rId7"/>
    </p:embeddedFont>
    <p:embeddedFont>
      <p:font typeface="Montserrat Light" pitchFamily="2" charset="77"/>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747775"/>
          </p15:clr>
        </p15:guide>
        <p15:guide id="2" pos="1036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061"/>
    <p:restoredTop sz="94742"/>
  </p:normalViewPr>
  <p:slideViewPr>
    <p:cSldViewPr snapToGrid="0">
      <p:cViewPr>
        <p:scale>
          <a:sx n="70" d="100"/>
          <a:sy n="70" d="100"/>
        </p:scale>
        <p:origin x="2680" y="-3320"/>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4cf3750075_2_79:notes"/>
          <p:cNvSpPr txBox="1">
            <a:spLocks noGrp="1"/>
          </p:cNvSpPr>
          <p:nvPr>
            <p:ph type="sldNum" idx="12"/>
          </p:nvPr>
        </p:nvSpPr>
        <p:spPr>
          <a:xfrm>
            <a:off x="3850621" y="8686366"/>
            <a:ext cx="3033616" cy="479344"/>
          </a:xfrm>
          <a:prstGeom prst="rect">
            <a:avLst/>
          </a:prstGeom>
          <a:noFill/>
          <a:ln>
            <a:noFill/>
          </a:ln>
        </p:spPr>
        <p:txBody>
          <a:bodyPr spcFirstLastPara="1" wrap="square" lIns="91750" tIns="45875" rIns="91750" bIns="45875" anchor="b" anchorCtr="0">
            <a:noAutofit/>
          </a:bodyPr>
          <a:lstStyle/>
          <a:p>
            <a:pPr marL="0" lvl="0" indent="0" algn="r" rtl="0">
              <a:spcBef>
                <a:spcPts val="0"/>
              </a:spcBef>
              <a:spcAft>
                <a:spcPts val="0"/>
              </a:spcAft>
              <a:buNone/>
            </a:pPr>
            <a:fld id="{00000000-1234-1234-1234-123412341234}" type="slidenum">
              <a:rPr lang="en" sz="1200" b="0" i="0" u="none" strike="noStrike" cap="none">
                <a:solidFill>
                  <a:schemeClr val="dk1"/>
                </a:solidFill>
                <a:latin typeface="Times New Roman"/>
                <a:ea typeface="Times New Roman"/>
                <a:cs typeface="Times New Roman"/>
                <a:sym typeface="Times New Roman"/>
              </a:rPr>
              <a:t>1</a:t>
            </a:fld>
            <a:endParaRPr sz="1200" b="0" i="0" u="none" strike="noStrike" cap="none">
              <a:solidFill>
                <a:schemeClr val="dk1"/>
              </a:solidFill>
              <a:latin typeface="Times New Roman"/>
              <a:ea typeface="Times New Roman"/>
              <a:cs typeface="Times New Roman"/>
              <a:sym typeface="Times New Roman"/>
            </a:endParaRPr>
          </a:p>
        </p:txBody>
      </p:sp>
      <p:sp>
        <p:nvSpPr>
          <p:cNvPr id="131" name="Google Shape;131;g34cf3750075_2_79:notes"/>
          <p:cNvSpPr>
            <a:spLocks noGrp="1" noRot="1" noChangeAspect="1"/>
          </p:cNvSpPr>
          <p:nvPr>
            <p:ph type="sldImg" idx="2"/>
          </p:nvPr>
        </p:nvSpPr>
        <p:spPr>
          <a:xfrm>
            <a:off x="844550" y="685800"/>
            <a:ext cx="5126038" cy="34178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2" name="Google Shape;132;g34cf3750075_2_79:notes"/>
          <p:cNvSpPr txBox="1">
            <a:spLocks noGrp="1"/>
          </p:cNvSpPr>
          <p:nvPr>
            <p:ph type="body" idx="1"/>
          </p:nvPr>
        </p:nvSpPr>
        <p:spPr>
          <a:xfrm>
            <a:off x="887871" y="4376905"/>
            <a:ext cx="5034222" cy="4104814"/>
          </a:xfrm>
          <a:prstGeom prst="rect">
            <a:avLst/>
          </a:prstGeom>
          <a:noFill/>
          <a:ln>
            <a:noFill/>
          </a:ln>
        </p:spPr>
        <p:txBody>
          <a:bodyPr spcFirstLastPara="1" wrap="square" lIns="91750" tIns="45875" rIns="91750" bIns="45875" anchor="t" anchorCtr="0">
            <a:noAutofit/>
          </a:bodyPr>
          <a:lstStyle/>
          <a:p>
            <a:pPr marL="0" lvl="0" indent="0" algn="l" rtl="0">
              <a:spcBef>
                <a:spcPts val="0"/>
              </a:spcBef>
              <a:spcAft>
                <a:spcPts val="0"/>
              </a:spcAft>
              <a:buNone/>
            </a:pPr>
            <a:endParaRPr sz="2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122149" y="3176853"/>
            <a:ext cx="30674160" cy="875776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18720"/>
            </a:lvl1pPr>
            <a:lvl2pPr lvl="1" algn="ctr">
              <a:spcBef>
                <a:spcPts val="0"/>
              </a:spcBef>
              <a:spcAft>
                <a:spcPts val="0"/>
              </a:spcAft>
              <a:buSzPts val="5200"/>
              <a:buNone/>
              <a:defRPr sz="18720"/>
            </a:lvl2pPr>
            <a:lvl3pPr lvl="2" algn="ctr">
              <a:spcBef>
                <a:spcPts val="0"/>
              </a:spcBef>
              <a:spcAft>
                <a:spcPts val="0"/>
              </a:spcAft>
              <a:buSzPts val="5200"/>
              <a:buNone/>
              <a:defRPr sz="18720"/>
            </a:lvl3pPr>
            <a:lvl4pPr lvl="3" algn="ctr">
              <a:spcBef>
                <a:spcPts val="0"/>
              </a:spcBef>
              <a:spcAft>
                <a:spcPts val="0"/>
              </a:spcAft>
              <a:buSzPts val="5200"/>
              <a:buNone/>
              <a:defRPr sz="18720"/>
            </a:lvl4pPr>
            <a:lvl5pPr lvl="4" algn="ctr">
              <a:spcBef>
                <a:spcPts val="0"/>
              </a:spcBef>
              <a:spcAft>
                <a:spcPts val="0"/>
              </a:spcAft>
              <a:buSzPts val="5200"/>
              <a:buNone/>
              <a:defRPr sz="18720"/>
            </a:lvl5pPr>
            <a:lvl6pPr lvl="5" algn="ctr">
              <a:spcBef>
                <a:spcPts val="0"/>
              </a:spcBef>
              <a:spcAft>
                <a:spcPts val="0"/>
              </a:spcAft>
              <a:buSzPts val="5200"/>
              <a:buNone/>
              <a:defRPr sz="18720"/>
            </a:lvl6pPr>
            <a:lvl7pPr lvl="6" algn="ctr">
              <a:spcBef>
                <a:spcPts val="0"/>
              </a:spcBef>
              <a:spcAft>
                <a:spcPts val="0"/>
              </a:spcAft>
              <a:buSzPts val="5200"/>
              <a:buNone/>
              <a:defRPr sz="18720"/>
            </a:lvl7pPr>
            <a:lvl8pPr lvl="7" algn="ctr">
              <a:spcBef>
                <a:spcPts val="0"/>
              </a:spcBef>
              <a:spcAft>
                <a:spcPts val="0"/>
              </a:spcAft>
              <a:buSzPts val="5200"/>
              <a:buNone/>
              <a:defRPr sz="18720"/>
            </a:lvl8pPr>
            <a:lvl9pPr lvl="8" algn="ctr">
              <a:spcBef>
                <a:spcPts val="0"/>
              </a:spcBef>
              <a:spcAft>
                <a:spcPts val="0"/>
              </a:spcAft>
              <a:buSzPts val="5200"/>
              <a:buNone/>
              <a:defRPr sz="18720"/>
            </a:lvl9pPr>
          </a:lstStyle>
          <a:p>
            <a:endParaRPr/>
          </a:p>
        </p:txBody>
      </p:sp>
      <p:sp>
        <p:nvSpPr>
          <p:cNvPr id="11" name="Google Shape;11;p2"/>
          <p:cNvSpPr txBox="1">
            <a:spLocks noGrp="1"/>
          </p:cNvSpPr>
          <p:nvPr>
            <p:ph type="subTitle" idx="1"/>
          </p:nvPr>
        </p:nvSpPr>
        <p:spPr>
          <a:xfrm>
            <a:off x="1122120" y="12092267"/>
            <a:ext cx="30674160" cy="3381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10080"/>
            </a:lvl1pPr>
            <a:lvl2pPr lvl="1" algn="ctr">
              <a:lnSpc>
                <a:spcPct val="100000"/>
              </a:lnSpc>
              <a:spcBef>
                <a:spcPts val="0"/>
              </a:spcBef>
              <a:spcAft>
                <a:spcPts val="0"/>
              </a:spcAft>
              <a:buSzPts val="2800"/>
              <a:buNone/>
              <a:defRPr sz="10080"/>
            </a:lvl2pPr>
            <a:lvl3pPr lvl="2" algn="ctr">
              <a:lnSpc>
                <a:spcPct val="100000"/>
              </a:lnSpc>
              <a:spcBef>
                <a:spcPts val="0"/>
              </a:spcBef>
              <a:spcAft>
                <a:spcPts val="0"/>
              </a:spcAft>
              <a:buSzPts val="2800"/>
              <a:buNone/>
              <a:defRPr sz="10080"/>
            </a:lvl3pPr>
            <a:lvl4pPr lvl="3" algn="ctr">
              <a:lnSpc>
                <a:spcPct val="100000"/>
              </a:lnSpc>
              <a:spcBef>
                <a:spcPts val="0"/>
              </a:spcBef>
              <a:spcAft>
                <a:spcPts val="0"/>
              </a:spcAft>
              <a:buSzPts val="2800"/>
              <a:buNone/>
              <a:defRPr sz="10080"/>
            </a:lvl4pPr>
            <a:lvl5pPr lvl="4" algn="ctr">
              <a:lnSpc>
                <a:spcPct val="100000"/>
              </a:lnSpc>
              <a:spcBef>
                <a:spcPts val="0"/>
              </a:spcBef>
              <a:spcAft>
                <a:spcPts val="0"/>
              </a:spcAft>
              <a:buSzPts val="2800"/>
              <a:buNone/>
              <a:defRPr sz="10080"/>
            </a:lvl5pPr>
            <a:lvl6pPr lvl="5" algn="ctr">
              <a:lnSpc>
                <a:spcPct val="100000"/>
              </a:lnSpc>
              <a:spcBef>
                <a:spcPts val="0"/>
              </a:spcBef>
              <a:spcAft>
                <a:spcPts val="0"/>
              </a:spcAft>
              <a:buSzPts val="2800"/>
              <a:buNone/>
              <a:defRPr sz="10080"/>
            </a:lvl6pPr>
            <a:lvl7pPr lvl="6" algn="ctr">
              <a:lnSpc>
                <a:spcPct val="100000"/>
              </a:lnSpc>
              <a:spcBef>
                <a:spcPts val="0"/>
              </a:spcBef>
              <a:spcAft>
                <a:spcPts val="0"/>
              </a:spcAft>
              <a:buSzPts val="2800"/>
              <a:buNone/>
              <a:defRPr sz="10080"/>
            </a:lvl7pPr>
            <a:lvl8pPr lvl="7" algn="ctr">
              <a:lnSpc>
                <a:spcPct val="100000"/>
              </a:lnSpc>
              <a:spcBef>
                <a:spcPts val="0"/>
              </a:spcBef>
              <a:spcAft>
                <a:spcPts val="0"/>
              </a:spcAft>
              <a:buSzPts val="2800"/>
              <a:buNone/>
              <a:defRPr sz="10080"/>
            </a:lvl8pPr>
            <a:lvl9pPr lvl="8" algn="ctr">
              <a:lnSpc>
                <a:spcPct val="100000"/>
              </a:lnSpc>
              <a:spcBef>
                <a:spcPts val="0"/>
              </a:spcBef>
              <a:spcAft>
                <a:spcPts val="0"/>
              </a:spcAft>
              <a:buSzPts val="2800"/>
              <a:buNone/>
              <a:defRPr sz="10080"/>
            </a:lvl9pPr>
          </a:lstStyle>
          <a:p>
            <a:endParaRPr/>
          </a:p>
        </p:txBody>
      </p:sp>
      <p:sp>
        <p:nvSpPr>
          <p:cNvPr id="12" name="Google Shape;12;p2"/>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122120" y="9176960"/>
            <a:ext cx="30674160" cy="359168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12960"/>
            </a:lvl1pPr>
            <a:lvl2pPr lvl="1" algn="ctr">
              <a:spcBef>
                <a:spcPts val="0"/>
              </a:spcBef>
              <a:spcAft>
                <a:spcPts val="0"/>
              </a:spcAft>
              <a:buSzPts val="3600"/>
              <a:buNone/>
              <a:defRPr sz="12960"/>
            </a:lvl2pPr>
            <a:lvl3pPr lvl="2" algn="ctr">
              <a:spcBef>
                <a:spcPts val="0"/>
              </a:spcBef>
              <a:spcAft>
                <a:spcPts val="0"/>
              </a:spcAft>
              <a:buSzPts val="3600"/>
              <a:buNone/>
              <a:defRPr sz="12960"/>
            </a:lvl3pPr>
            <a:lvl4pPr lvl="3" algn="ctr">
              <a:spcBef>
                <a:spcPts val="0"/>
              </a:spcBef>
              <a:spcAft>
                <a:spcPts val="0"/>
              </a:spcAft>
              <a:buSzPts val="3600"/>
              <a:buNone/>
              <a:defRPr sz="12960"/>
            </a:lvl4pPr>
            <a:lvl5pPr lvl="4" algn="ctr">
              <a:spcBef>
                <a:spcPts val="0"/>
              </a:spcBef>
              <a:spcAft>
                <a:spcPts val="0"/>
              </a:spcAft>
              <a:buSzPts val="3600"/>
              <a:buNone/>
              <a:defRPr sz="12960"/>
            </a:lvl5pPr>
            <a:lvl6pPr lvl="5" algn="ctr">
              <a:spcBef>
                <a:spcPts val="0"/>
              </a:spcBef>
              <a:spcAft>
                <a:spcPts val="0"/>
              </a:spcAft>
              <a:buSzPts val="3600"/>
              <a:buNone/>
              <a:defRPr sz="12960"/>
            </a:lvl6pPr>
            <a:lvl7pPr lvl="6" algn="ctr">
              <a:spcBef>
                <a:spcPts val="0"/>
              </a:spcBef>
              <a:spcAft>
                <a:spcPts val="0"/>
              </a:spcAft>
              <a:buSzPts val="3600"/>
              <a:buNone/>
              <a:defRPr sz="12960"/>
            </a:lvl7pPr>
            <a:lvl8pPr lvl="7" algn="ctr">
              <a:spcBef>
                <a:spcPts val="0"/>
              </a:spcBef>
              <a:spcAft>
                <a:spcPts val="0"/>
              </a:spcAft>
              <a:buSzPts val="3600"/>
              <a:buNone/>
              <a:defRPr sz="12960"/>
            </a:lvl8pPr>
            <a:lvl9pPr lvl="8" algn="ctr">
              <a:spcBef>
                <a:spcPts val="0"/>
              </a:spcBef>
              <a:spcAft>
                <a:spcPts val="0"/>
              </a:spcAft>
              <a:buSzPts val="3600"/>
              <a:buNone/>
              <a:defRPr sz="12960"/>
            </a:lvl9pPr>
          </a:lstStyle>
          <a:p>
            <a:endParaRPr/>
          </a:p>
        </p:txBody>
      </p:sp>
      <p:sp>
        <p:nvSpPr>
          <p:cNvPr id="15" name="Google Shape;15;p3"/>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1122120" y="4917227"/>
            <a:ext cx="30674160" cy="14576640"/>
          </a:xfrm>
          <a:prstGeom prst="rect">
            <a:avLst/>
          </a:prstGeom>
        </p:spPr>
        <p:txBody>
          <a:bodyPr spcFirstLastPara="1" wrap="square" lIns="91425" tIns="91425" rIns="91425" bIns="91425" anchor="t" anchorCtr="0">
            <a:normAutofit/>
          </a:bodyPr>
          <a:lstStyle>
            <a:lvl1pPr marL="1645920" lvl="0" indent="-1234440">
              <a:spcBef>
                <a:spcPts val="0"/>
              </a:spcBef>
              <a:spcAft>
                <a:spcPts val="0"/>
              </a:spcAft>
              <a:buSzPts val="1800"/>
              <a:buChar char="●"/>
              <a:defRPr/>
            </a:lvl1pPr>
            <a:lvl2pPr marL="3291840" lvl="1" indent="-1143000">
              <a:spcBef>
                <a:spcPts val="0"/>
              </a:spcBef>
              <a:spcAft>
                <a:spcPts val="0"/>
              </a:spcAft>
              <a:buSzPts val="1400"/>
              <a:buChar char="○"/>
              <a:defRPr/>
            </a:lvl2pPr>
            <a:lvl3pPr marL="4937760" lvl="2" indent="-1143000">
              <a:spcBef>
                <a:spcPts val="0"/>
              </a:spcBef>
              <a:spcAft>
                <a:spcPts val="0"/>
              </a:spcAft>
              <a:buSzPts val="1400"/>
              <a:buChar char="■"/>
              <a:defRPr/>
            </a:lvl3pPr>
            <a:lvl4pPr marL="6583680" lvl="3" indent="-1143000">
              <a:spcBef>
                <a:spcPts val="0"/>
              </a:spcBef>
              <a:spcAft>
                <a:spcPts val="0"/>
              </a:spcAft>
              <a:buSzPts val="1400"/>
              <a:buChar char="●"/>
              <a:defRPr/>
            </a:lvl4pPr>
            <a:lvl5pPr marL="8229600" lvl="4" indent="-1143000">
              <a:spcBef>
                <a:spcPts val="0"/>
              </a:spcBef>
              <a:spcAft>
                <a:spcPts val="0"/>
              </a:spcAft>
              <a:buSzPts val="1400"/>
              <a:buChar char="○"/>
              <a:defRPr/>
            </a:lvl5pPr>
            <a:lvl6pPr marL="9875520" lvl="5" indent="-1143000">
              <a:spcBef>
                <a:spcPts val="0"/>
              </a:spcBef>
              <a:spcAft>
                <a:spcPts val="0"/>
              </a:spcAft>
              <a:buSzPts val="1400"/>
              <a:buChar char="■"/>
              <a:defRPr/>
            </a:lvl6pPr>
            <a:lvl7pPr marL="11521440" lvl="6" indent="-1143000">
              <a:spcBef>
                <a:spcPts val="0"/>
              </a:spcBef>
              <a:spcAft>
                <a:spcPts val="0"/>
              </a:spcAft>
              <a:buSzPts val="1400"/>
              <a:buChar char="●"/>
              <a:defRPr/>
            </a:lvl7pPr>
            <a:lvl8pPr marL="13167360" lvl="7" indent="-1143000">
              <a:spcBef>
                <a:spcPts val="0"/>
              </a:spcBef>
              <a:spcAft>
                <a:spcPts val="0"/>
              </a:spcAft>
              <a:buSzPts val="1400"/>
              <a:buChar char="○"/>
              <a:defRPr/>
            </a:lvl8pPr>
            <a:lvl9pPr marL="14813280" lvl="8" indent="-11430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1122120" y="4917227"/>
            <a:ext cx="14399640" cy="14576640"/>
          </a:xfrm>
          <a:prstGeom prst="rect">
            <a:avLst/>
          </a:prstGeom>
        </p:spPr>
        <p:txBody>
          <a:bodyPr spcFirstLastPara="1" wrap="square" lIns="91425" tIns="91425" rIns="91425" bIns="91425" anchor="t" anchorCtr="0">
            <a:normAutofit/>
          </a:bodyPr>
          <a:lstStyle>
            <a:lvl1pPr marL="1645920" lvl="0" indent="-1143000">
              <a:spcBef>
                <a:spcPts val="0"/>
              </a:spcBef>
              <a:spcAft>
                <a:spcPts val="0"/>
              </a:spcAft>
              <a:buSzPts val="1400"/>
              <a:buChar char="●"/>
              <a:defRPr sz="504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23" name="Google Shape;23;p5"/>
          <p:cNvSpPr txBox="1">
            <a:spLocks noGrp="1"/>
          </p:cNvSpPr>
          <p:nvPr>
            <p:ph type="body" idx="2"/>
          </p:nvPr>
        </p:nvSpPr>
        <p:spPr>
          <a:xfrm>
            <a:off x="17396640" y="4917227"/>
            <a:ext cx="14399640" cy="14576640"/>
          </a:xfrm>
          <a:prstGeom prst="rect">
            <a:avLst/>
          </a:prstGeom>
        </p:spPr>
        <p:txBody>
          <a:bodyPr spcFirstLastPara="1" wrap="square" lIns="91425" tIns="91425" rIns="91425" bIns="91425" anchor="t" anchorCtr="0">
            <a:normAutofit/>
          </a:bodyPr>
          <a:lstStyle>
            <a:lvl1pPr marL="1645920" lvl="0" indent="-1143000">
              <a:spcBef>
                <a:spcPts val="0"/>
              </a:spcBef>
              <a:spcAft>
                <a:spcPts val="0"/>
              </a:spcAft>
              <a:buSzPts val="1400"/>
              <a:buChar char="●"/>
              <a:defRPr sz="504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24" name="Google Shape;24;p5"/>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122120" y="2370560"/>
            <a:ext cx="10108800" cy="322432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8640"/>
            </a:lvl1pPr>
            <a:lvl2pPr lvl="1">
              <a:spcBef>
                <a:spcPts val="0"/>
              </a:spcBef>
              <a:spcAft>
                <a:spcPts val="0"/>
              </a:spcAft>
              <a:buSzPts val="2400"/>
              <a:buNone/>
              <a:defRPr sz="8640"/>
            </a:lvl2pPr>
            <a:lvl3pPr lvl="2">
              <a:spcBef>
                <a:spcPts val="0"/>
              </a:spcBef>
              <a:spcAft>
                <a:spcPts val="0"/>
              </a:spcAft>
              <a:buSzPts val="2400"/>
              <a:buNone/>
              <a:defRPr sz="8640"/>
            </a:lvl3pPr>
            <a:lvl4pPr lvl="3">
              <a:spcBef>
                <a:spcPts val="0"/>
              </a:spcBef>
              <a:spcAft>
                <a:spcPts val="0"/>
              </a:spcAft>
              <a:buSzPts val="2400"/>
              <a:buNone/>
              <a:defRPr sz="8640"/>
            </a:lvl4pPr>
            <a:lvl5pPr lvl="4">
              <a:spcBef>
                <a:spcPts val="0"/>
              </a:spcBef>
              <a:spcAft>
                <a:spcPts val="0"/>
              </a:spcAft>
              <a:buSzPts val="2400"/>
              <a:buNone/>
              <a:defRPr sz="8640"/>
            </a:lvl5pPr>
            <a:lvl6pPr lvl="5">
              <a:spcBef>
                <a:spcPts val="0"/>
              </a:spcBef>
              <a:spcAft>
                <a:spcPts val="0"/>
              </a:spcAft>
              <a:buSzPts val="2400"/>
              <a:buNone/>
              <a:defRPr sz="8640"/>
            </a:lvl6pPr>
            <a:lvl7pPr lvl="6">
              <a:spcBef>
                <a:spcPts val="0"/>
              </a:spcBef>
              <a:spcAft>
                <a:spcPts val="0"/>
              </a:spcAft>
              <a:buSzPts val="2400"/>
              <a:buNone/>
              <a:defRPr sz="8640"/>
            </a:lvl7pPr>
            <a:lvl8pPr lvl="7">
              <a:spcBef>
                <a:spcPts val="0"/>
              </a:spcBef>
              <a:spcAft>
                <a:spcPts val="0"/>
              </a:spcAft>
              <a:buSzPts val="2400"/>
              <a:buNone/>
              <a:defRPr sz="8640"/>
            </a:lvl8pPr>
            <a:lvl9pPr lvl="8">
              <a:spcBef>
                <a:spcPts val="0"/>
              </a:spcBef>
              <a:spcAft>
                <a:spcPts val="0"/>
              </a:spcAft>
              <a:buSzPts val="2400"/>
              <a:buNone/>
              <a:defRPr sz="8640"/>
            </a:lvl9pPr>
          </a:lstStyle>
          <a:p>
            <a:endParaRPr/>
          </a:p>
        </p:txBody>
      </p:sp>
      <p:sp>
        <p:nvSpPr>
          <p:cNvPr id="30" name="Google Shape;30;p7"/>
          <p:cNvSpPr txBox="1">
            <a:spLocks noGrp="1"/>
          </p:cNvSpPr>
          <p:nvPr>
            <p:ph type="body" idx="1"/>
          </p:nvPr>
        </p:nvSpPr>
        <p:spPr>
          <a:xfrm>
            <a:off x="1122120" y="5928960"/>
            <a:ext cx="10108800" cy="13565440"/>
          </a:xfrm>
          <a:prstGeom prst="rect">
            <a:avLst/>
          </a:prstGeom>
        </p:spPr>
        <p:txBody>
          <a:bodyPr spcFirstLastPara="1" wrap="square" lIns="91425" tIns="91425" rIns="91425" bIns="91425" anchor="t" anchorCtr="0">
            <a:normAutofit/>
          </a:bodyPr>
          <a:lstStyle>
            <a:lvl1pPr marL="1645920" lvl="0" indent="-1097280">
              <a:spcBef>
                <a:spcPts val="0"/>
              </a:spcBef>
              <a:spcAft>
                <a:spcPts val="0"/>
              </a:spcAft>
              <a:buSzPts val="1200"/>
              <a:buChar char="●"/>
              <a:defRPr sz="432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31" name="Google Shape;31;p7"/>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764900" y="1920640"/>
            <a:ext cx="22924080" cy="1745408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17280"/>
            </a:lvl1pPr>
            <a:lvl2pPr lvl="1">
              <a:spcBef>
                <a:spcPts val="0"/>
              </a:spcBef>
              <a:spcAft>
                <a:spcPts val="0"/>
              </a:spcAft>
              <a:buSzPts val="4800"/>
              <a:buNone/>
              <a:defRPr sz="17280"/>
            </a:lvl2pPr>
            <a:lvl3pPr lvl="2">
              <a:spcBef>
                <a:spcPts val="0"/>
              </a:spcBef>
              <a:spcAft>
                <a:spcPts val="0"/>
              </a:spcAft>
              <a:buSzPts val="4800"/>
              <a:buNone/>
              <a:defRPr sz="17280"/>
            </a:lvl3pPr>
            <a:lvl4pPr lvl="3">
              <a:spcBef>
                <a:spcPts val="0"/>
              </a:spcBef>
              <a:spcAft>
                <a:spcPts val="0"/>
              </a:spcAft>
              <a:buSzPts val="4800"/>
              <a:buNone/>
              <a:defRPr sz="17280"/>
            </a:lvl4pPr>
            <a:lvl5pPr lvl="4">
              <a:spcBef>
                <a:spcPts val="0"/>
              </a:spcBef>
              <a:spcAft>
                <a:spcPts val="0"/>
              </a:spcAft>
              <a:buSzPts val="4800"/>
              <a:buNone/>
              <a:defRPr sz="17280"/>
            </a:lvl5pPr>
            <a:lvl6pPr lvl="5">
              <a:spcBef>
                <a:spcPts val="0"/>
              </a:spcBef>
              <a:spcAft>
                <a:spcPts val="0"/>
              </a:spcAft>
              <a:buSzPts val="4800"/>
              <a:buNone/>
              <a:defRPr sz="17280"/>
            </a:lvl6pPr>
            <a:lvl7pPr lvl="6">
              <a:spcBef>
                <a:spcPts val="0"/>
              </a:spcBef>
              <a:spcAft>
                <a:spcPts val="0"/>
              </a:spcAft>
              <a:buSzPts val="4800"/>
              <a:buNone/>
              <a:defRPr sz="17280"/>
            </a:lvl7pPr>
            <a:lvl8pPr lvl="7">
              <a:spcBef>
                <a:spcPts val="0"/>
              </a:spcBef>
              <a:spcAft>
                <a:spcPts val="0"/>
              </a:spcAft>
              <a:buSzPts val="4800"/>
              <a:buNone/>
              <a:defRPr sz="17280"/>
            </a:lvl8pPr>
            <a:lvl9pPr lvl="8">
              <a:spcBef>
                <a:spcPts val="0"/>
              </a:spcBef>
              <a:spcAft>
                <a:spcPts val="0"/>
              </a:spcAft>
              <a:buSzPts val="4800"/>
              <a:buNone/>
              <a:defRPr sz="17280"/>
            </a:lvl9pPr>
          </a:lstStyle>
          <a:p>
            <a:endParaRPr/>
          </a:p>
        </p:txBody>
      </p:sp>
      <p:sp>
        <p:nvSpPr>
          <p:cNvPr id="34" name="Google Shape;34;p8"/>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6459200" y="-533"/>
            <a:ext cx="16459200" cy="21945600"/>
          </a:xfrm>
          <a:prstGeom prst="rect">
            <a:avLst/>
          </a:prstGeom>
          <a:solidFill>
            <a:schemeClr val="lt2"/>
          </a:solidFill>
          <a:ln>
            <a:noFill/>
          </a:ln>
        </p:spPr>
        <p:txBody>
          <a:bodyPr spcFirstLastPara="1" wrap="square" lIns="329130" tIns="329130" rIns="329130" bIns="329130" anchor="ctr" anchorCtr="0">
            <a:noAutofit/>
          </a:bodyPr>
          <a:lstStyle/>
          <a:p>
            <a:pPr marL="0" lvl="0" indent="0" algn="l" rtl="0">
              <a:spcBef>
                <a:spcPts val="0"/>
              </a:spcBef>
              <a:spcAft>
                <a:spcPts val="0"/>
              </a:spcAft>
              <a:buNone/>
            </a:pPr>
            <a:endParaRPr sz="19354"/>
          </a:p>
        </p:txBody>
      </p:sp>
      <p:sp>
        <p:nvSpPr>
          <p:cNvPr id="37" name="Google Shape;37;p9"/>
          <p:cNvSpPr txBox="1">
            <a:spLocks noGrp="1"/>
          </p:cNvSpPr>
          <p:nvPr>
            <p:ph type="title"/>
          </p:nvPr>
        </p:nvSpPr>
        <p:spPr>
          <a:xfrm>
            <a:off x="955800" y="5261547"/>
            <a:ext cx="14562720" cy="632448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15120"/>
            </a:lvl1pPr>
            <a:lvl2pPr lvl="1" algn="ctr">
              <a:spcBef>
                <a:spcPts val="0"/>
              </a:spcBef>
              <a:spcAft>
                <a:spcPts val="0"/>
              </a:spcAft>
              <a:buSzPts val="4200"/>
              <a:buNone/>
              <a:defRPr sz="15120"/>
            </a:lvl2pPr>
            <a:lvl3pPr lvl="2" algn="ctr">
              <a:spcBef>
                <a:spcPts val="0"/>
              </a:spcBef>
              <a:spcAft>
                <a:spcPts val="0"/>
              </a:spcAft>
              <a:buSzPts val="4200"/>
              <a:buNone/>
              <a:defRPr sz="15120"/>
            </a:lvl3pPr>
            <a:lvl4pPr lvl="3" algn="ctr">
              <a:spcBef>
                <a:spcPts val="0"/>
              </a:spcBef>
              <a:spcAft>
                <a:spcPts val="0"/>
              </a:spcAft>
              <a:buSzPts val="4200"/>
              <a:buNone/>
              <a:defRPr sz="15120"/>
            </a:lvl4pPr>
            <a:lvl5pPr lvl="4" algn="ctr">
              <a:spcBef>
                <a:spcPts val="0"/>
              </a:spcBef>
              <a:spcAft>
                <a:spcPts val="0"/>
              </a:spcAft>
              <a:buSzPts val="4200"/>
              <a:buNone/>
              <a:defRPr sz="15120"/>
            </a:lvl5pPr>
            <a:lvl6pPr lvl="5" algn="ctr">
              <a:spcBef>
                <a:spcPts val="0"/>
              </a:spcBef>
              <a:spcAft>
                <a:spcPts val="0"/>
              </a:spcAft>
              <a:buSzPts val="4200"/>
              <a:buNone/>
              <a:defRPr sz="15120"/>
            </a:lvl6pPr>
            <a:lvl7pPr lvl="6" algn="ctr">
              <a:spcBef>
                <a:spcPts val="0"/>
              </a:spcBef>
              <a:spcAft>
                <a:spcPts val="0"/>
              </a:spcAft>
              <a:buSzPts val="4200"/>
              <a:buNone/>
              <a:defRPr sz="15120"/>
            </a:lvl7pPr>
            <a:lvl8pPr lvl="7" algn="ctr">
              <a:spcBef>
                <a:spcPts val="0"/>
              </a:spcBef>
              <a:spcAft>
                <a:spcPts val="0"/>
              </a:spcAft>
              <a:buSzPts val="4200"/>
              <a:buNone/>
              <a:defRPr sz="15120"/>
            </a:lvl8pPr>
            <a:lvl9pPr lvl="8" algn="ctr">
              <a:spcBef>
                <a:spcPts val="0"/>
              </a:spcBef>
              <a:spcAft>
                <a:spcPts val="0"/>
              </a:spcAft>
              <a:buSzPts val="4200"/>
              <a:buNone/>
              <a:defRPr sz="15120"/>
            </a:lvl9pPr>
          </a:lstStyle>
          <a:p>
            <a:endParaRPr/>
          </a:p>
        </p:txBody>
      </p:sp>
      <p:sp>
        <p:nvSpPr>
          <p:cNvPr id="38" name="Google Shape;38;p9"/>
          <p:cNvSpPr txBox="1">
            <a:spLocks noGrp="1"/>
          </p:cNvSpPr>
          <p:nvPr>
            <p:ph type="subTitle" idx="1"/>
          </p:nvPr>
        </p:nvSpPr>
        <p:spPr>
          <a:xfrm>
            <a:off x="955800" y="11959787"/>
            <a:ext cx="14562720" cy="5269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7560"/>
            </a:lvl1pPr>
            <a:lvl2pPr lvl="1" algn="ctr">
              <a:lnSpc>
                <a:spcPct val="100000"/>
              </a:lnSpc>
              <a:spcBef>
                <a:spcPts val="0"/>
              </a:spcBef>
              <a:spcAft>
                <a:spcPts val="0"/>
              </a:spcAft>
              <a:buSzPts val="2100"/>
              <a:buNone/>
              <a:defRPr sz="7560"/>
            </a:lvl2pPr>
            <a:lvl3pPr lvl="2" algn="ctr">
              <a:lnSpc>
                <a:spcPct val="100000"/>
              </a:lnSpc>
              <a:spcBef>
                <a:spcPts val="0"/>
              </a:spcBef>
              <a:spcAft>
                <a:spcPts val="0"/>
              </a:spcAft>
              <a:buSzPts val="2100"/>
              <a:buNone/>
              <a:defRPr sz="7560"/>
            </a:lvl3pPr>
            <a:lvl4pPr lvl="3" algn="ctr">
              <a:lnSpc>
                <a:spcPct val="100000"/>
              </a:lnSpc>
              <a:spcBef>
                <a:spcPts val="0"/>
              </a:spcBef>
              <a:spcAft>
                <a:spcPts val="0"/>
              </a:spcAft>
              <a:buSzPts val="2100"/>
              <a:buNone/>
              <a:defRPr sz="7560"/>
            </a:lvl4pPr>
            <a:lvl5pPr lvl="4" algn="ctr">
              <a:lnSpc>
                <a:spcPct val="100000"/>
              </a:lnSpc>
              <a:spcBef>
                <a:spcPts val="0"/>
              </a:spcBef>
              <a:spcAft>
                <a:spcPts val="0"/>
              </a:spcAft>
              <a:buSzPts val="2100"/>
              <a:buNone/>
              <a:defRPr sz="7560"/>
            </a:lvl5pPr>
            <a:lvl6pPr lvl="5" algn="ctr">
              <a:lnSpc>
                <a:spcPct val="100000"/>
              </a:lnSpc>
              <a:spcBef>
                <a:spcPts val="0"/>
              </a:spcBef>
              <a:spcAft>
                <a:spcPts val="0"/>
              </a:spcAft>
              <a:buSzPts val="2100"/>
              <a:buNone/>
              <a:defRPr sz="7560"/>
            </a:lvl6pPr>
            <a:lvl7pPr lvl="6" algn="ctr">
              <a:lnSpc>
                <a:spcPct val="100000"/>
              </a:lnSpc>
              <a:spcBef>
                <a:spcPts val="0"/>
              </a:spcBef>
              <a:spcAft>
                <a:spcPts val="0"/>
              </a:spcAft>
              <a:buSzPts val="2100"/>
              <a:buNone/>
              <a:defRPr sz="7560"/>
            </a:lvl7pPr>
            <a:lvl8pPr lvl="7" algn="ctr">
              <a:lnSpc>
                <a:spcPct val="100000"/>
              </a:lnSpc>
              <a:spcBef>
                <a:spcPts val="0"/>
              </a:spcBef>
              <a:spcAft>
                <a:spcPts val="0"/>
              </a:spcAft>
              <a:buSzPts val="2100"/>
              <a:buNone/>
              <a:defRPr sz="7560"/>
            </a:lvl8pPr>
            <a:lvl9pPr lvl="8" algn="ctr">
              <a:lnSpc>
                <a:spcPct val="100000"/>
              </a:lnSpc>
              <a:spcBef>
                <a:spcPts val="0"/>
              </a:spcBef>
              <a:spcAft>
                <a:spcPts val="0"/>
              </a:spcAft>
              <a:buSzPts val="2100"/>
              <a:buNone/>
              <a:defRPr sz="7560"/>
            </a:lvl9pPr>
          </a:lstStyle>
          <a:p>
            <a:endParaRPr/>
          </a:p>
        </p:txBody>
      </p:sp>
      <p:sp>
        <p:nvSpPr>
          <p:cNvPr id="39" name="Google Shape;39;p9"/>
          <p:cNvSpPr txBox="1">
            <a:spLocks noGrp="1"/>
          </p:cNvSpPr>
          <p:nvPr>
            <p:ph type="body" idx="2"/>
          </p:nvPr>
        </p:nvSpPr>
        <p:spPr>
          <a:xfrm>
            <a:off x="17782200" y="3089387"/>
            <a:ext cx="13813200" cy="15765760"/>
          </a:xfrm>
          <a:prstGeom prst="rect">
            <a:avLst/>
          </a:prstGeom>
        </p:spPr>
        <p:txBody>
          <a:bodyPr spcFirstLastPara="1" wrap="square" lIns="91425" tIns="91425" rIns="91425" bIns="91425" anchor="ctr" anchorCtr="0">
            <a:normAutofit/>
          </a:bodyPr>
          <a:lstStyle>
            <a:lvl1pPr marL="1645920" lvl="0" indent="-1234440">
              <a:spcBef>
                <a:spcPts val="0"/>
              </a:spcBef>
              <a:spcAft>
                <a:spcPts val="0"/>
              </a:spcAft>
              <a:buSzPts val="1800"/>
              <a:buChar char="●"/>
              <a:defRPr/>
            </a:lvl1pPr>
            <a:lvl2pPr marL="3291840" lvl="1" indent="-1143000">
              <a:spcBef>
                <a:spcPts val="0"/>
              </a:spcBef>
              <a:spcAft>
                <a:spcPts val="0"/>
              </a:spcAft>
              <a:buSzPts val="1400"/>
              <a:buChar char="○"/>
              <a:defRPr/>
            </a:lvl2pPr>
            <a:lvl3pPr marL="4937760" lvl="2" indent="-1143000">
              <a:spcBef>
                <a:spcPts val="0"/>
              </a:spcBef>
              <a:spcAft>
                <a:spcPts val="0"/>
              </a:spcAft>
              <a:buSzPts val="1400"/>
              <a:buChar char="■"/>
              <a:defRPr/>
            </a:lvl3pPr>
            <a:lvl4pPr marL="6583680" lvl="3" indent="-1143000">
              <a:spcBef>
                <a:spcPts val="0"/>
              </a:spcBef>
              <a:spcAft>
                <a:spcPts val="0"/>
              </a:spcAft>
              <a:buSzPts val="1400"/>
              <a:buChar char="●"/>
              <a:defRPr/>
            </a:lvl4pPr>
            <a:lvl5pPr marL="8229600" lvl="4" indent="-1143000">
              <a:spcBef>
                <a:spcPts val="0"/>
              </a:spcBef>
              <a:spcAft>
                <a:spcPts val="0"/>
              </a:spcAft>
              <a:buSzPts val="1400"/>
              <a:buChar char="○"/>
              <a:defRPr/>
            </a:lvl5pPr>
            <a:lvl6pPr marL="9875520" lvl="5" indent="-1143000">
              <a:spcBef>
                <a:spcPts val="0"/>
              </a:spcBef>
              <a:spcAft>
                <a:spcPts val="0"/>
              </a:spcAft>
              <a:buSzPts val="1400"/>
              <a:buChar char="■"/>
              <a:defRPr/>
            </a:lvl6pPr>
            <a:lvl7pPr marL="11521440" lvl="6" indent="-1143000">
              <a:spcBef>
                <a:spcPts val="0"/>
              </a:spcBef>
              <a:spcAft>
                <a:spcPts val="0"/>
              </a:spcAft>
              <a:buSzPts val="1400"/>
              <a:buChar char="●"/>
              <a:defRPr/>
            </a:lvl7pPr>
            <a:lvl8pPr marL="13167360" lvl="7" indent="-1143000">
              <a:spcBef>
                <a:spcPts val="0"/>
              </a:spcBef>
              <a:spcAft>
                <a:spcPts val="0"/>
              </a:spcAft>
              <a:buSzPts val="1400"/>
              <a:buChar char="○"/>
              <a:defRPr/>
            </a:lvl8pPr>
            <a:lvl9pPr marL="14813280" lvl="8" indent="-11430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1122120" y="18050453"/>
            <a:ext cx="21595680" cy="2581760"/>
          </a:xfrm>
          <a:prstGeom prst="rect">
            <a:avLst/>
          </a:prstGeom>
        </p:spPr>
        <p:txBody>
          <a:bodyPr spcFirstLastPara="1" wrap="square" lIns="91425" tIns="91425" rIns="91425" bIns="91425" anchor="ctr" anchorCtr="0">
            <a:normAutofit/>
          </a:bodyPr>
          <a:lstStyle>
            <a:lvl1pPr marL="1645920" lvl="0" indent="-82296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1122120" y="4719467"/>
            <a:ext cx="30674160" cy="83776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43200"/>
            </a:lvl1pPr>
            <a:lvl2pPr lvl="1" algn="ctr">
              <a:spcBef>
                <a:spcPts val="0"/>
              </a:spcBef>
              <a:spcAft>
                <a:spcPts val="0"/>
              </a:spcAft>
              <a:buSzPts val="12000"/>
              <a:buNone/>
              <a:defRPr sz="43200"/>
            </a:lvl2pPr>
            <a:lvl3pPr lvl="2" algn="ctr">
              <a:spcBef>
                <a:spcPts val="0"/>
              </a:spcBef>
              <a:spcAft>
                <a:spcPts val="0"/>
              </a:spcAft>
              <a:buSzPts val="12000"/>
              <a:buNone/>
              <a:defRPr sz="43200"/>
            </a:lvl3pPr>
            <a:lvl4pPr lvl="3" algn="ctr">
              <a:spcBef>
                <a:spcPts val="0"/>
              </a:spcBef>
              <a:spcAft>
                <a:spcPts val="0"/>
              </a:spcAft>
              <a:buSzPts val="12000"/>
              <a:buNone/>
              <a:defRPr sz="43200"/>
            </a:lvl4pPr>
            <a:lvl5pPr lvl="4" algn="ctr">
              <a:spcBef>
                <a:spcPts val="0"/>
              </a:spcBef>
              <a:spcAft>
                <a:spcPts val="0"/>
              </a:spcAft>
              <a:buSzPts val="12000"/>
              <a:buNone/>
              <a:defRPr sz="43200"/>
            </a:lvl5pPr>
            <a:lvl6pPr lvl="5" algn="ctr">
              <a:spcBef>
                <a:spcPts val="0"/>
              </a:spcBef>
              <a:spcAft>
                <a:spcPts val="0"/>
              </a:spcAft>
              <a:buSzPts val="12000"/>
              <a:buNone/>
              <a:defRPr sz="43200"/>
            </a:lvl6pPr>
            <a:lvl7pPr lvl="6" algn="ctr">
              <a:spcBef>
                <a:spcPts val="0"/>
              </a:spcBef>
              <a:spcAft>
                <a:spcPts val="0"/>
              </a:spcAft>
              <a:buSzPts val="12000"/>
              <a:buNone/>
              <a:defRPr sz="43200"/>
            </a:lvl7pPr>
            <a:lvl8pPr lvl="7" algn="ctr">
              <a:spcBef>
                <a:spcPts val="0"/>
              </a:spcBef>
              <a:spcAft>
                <a:spcPts val="0"/>
              </a:spcAft>
              <a:buSzPts val="12000"/>
              <a:buNone/>
              <a:defRPr sz="43200"/>
            </a:lvl8pPr>
            <a:lvl9pPr lvl="8" algn="ctr">
              <a:spcBef>
                <a:spcPts val="0"/>
              </a:spcBef>
              <a:spcAft>
                <a:spcPts val="0"/>
              </a:spcAft>
              <a:buSzPts val="12000"/>
              <a:buNone/>
              <a:defRPr sz="43200"/>
            </a:lvl9pPr>
          </a:lstStyle>
          <a:p>
            <a:r>
              <a:t>xx%</a:t>
            </a:r>
          </a:p>
        </p:txBody>
      </p:sp>
      <p:sp>
        <p:nvSpPr>
          <p:cNvPr id="46" name="Google Shape;46;p11"/>
          <p:cNvSpPr txBox="1">
            <a:spLocks noGrp="1"/>
          </p:cNvSpPr>
          <p:nvPr>
            <p:ph type="body" idx="1"/>
          </p:nvPr>
        </p:nvSpPr>
        <p:spPr>
          <a:xfrm>
            <a:off x="1122120" y="13449493"/>
            <a:ext cx="30674160" cy="5550080"/>
          </a:xfrm>
          <a:prstGeom prst="rect">
            <a:avLst/>
          </a:prstGeom>
        </p:spPr>
        <p:txBody>
          <a:bodyPr spcFirstLastPara="1" wrap="square" lIns="91425" tIns="91425" rIns="91425" bIns="91425" anchor="t" anchorCtr="0">
            <a:normAutofit/>
          </a:bodyPr>
          <a:lstStyle>
            <a:lvl1pPr marL="1645920" lvl="0" indent="-1234440" algn="ctr">
              <a:spcBef>
                <a:spcPts val="0"/>
              </a:spcBef>
              <a:spcAft>
                <a:spcPts val="0"/>
              </a:spcAft>
              <a:buSzPts val="1800"/>
              <a:buChar char="●"/>
              <a:defRPr/>
            </a:lvl1pPr>
            <a:lvl2pPr marL="3291840" lvl="1" indent="-1143000" algn="ctr">
              <a:spcBef>
                <a:spcPts val="0"/>
              </a:spcBef>
              <a:spcAft>
                <a:spcPts val="0"/>
              </a:spcAft>
              <a:buSzPts val="1400"/>
              <a:buChar char="○"/>
              <a:defRPr/>
            </a:lvl2pPr>
            <a:lvl3pPr marL="4937760" lvl="2" indent="-1143000" algn="ctr">
              <a:spcBef>
                <a:spcPts val="0"/>
              </a:spcBef>
              <a:spcAft>
                <a:spcPts val="0"/>
              </a:spcAft>
              <a:buSzPts val="1400"/>
              <a:buChar char="■"/>
              <a:defRPr/>
            </a:lvl3pPr>
            <a:lvl4pPr marL="6583680" lvl="3" indent="-1143000" algn="ctr">
              <a:spcBef>
                <a:spcPts val="0"/>
              </a:spcBef>
              <a:spcAft>
                <a:spcPts val="0"/>
              </a:spcAft>
              <a:buSzPts val="1400"/>
              <a:buChar char="●"/>
              <a:defRPr/>
            </a:lvl4pPr>
            <a:lvl5pPr marL="8229600" lvl="4" indent="-1143000" algn="ctr">
              <a:spcBef>
                <a:spcPts val="0"/>
              </a:spcBef>
              <a:spcAft>
                <a:spcPts val="0"/>
              </a:spcAft>
              <a:buSzPts val="1400"/>
              <a:buChar char="○"/>
              <a:defRPr/>
            </a:lvl5pPr>
            <a:lvl6pPr marL="9875520" lvl="5" indent="-1143000" algn="ctr">
              <a:spcBef>
                <a:spcPts val="0"/>
              </a:spcBef>
              <a:spcAft>
                <a:spcPts val="0"/>
              </a:spcAft>
              <a:buSzPts val="1400"/>
              <a:buChar char="■"/>
              <a:defRPr/>
            </a:lvl6pPr>
            <a:lvl7pPr marL="11521440" lvl="6" indent="-1143000" algn="ctr">
              <a:spcBef>
                <a:spcPts val="0"/>
              </a:spcBef>
              <a:spcAft>
                <a:spcPts val="0"/>
              </a:spcAft>
              <a:buSzPts val="1400"/>
              <a:buChar char="●"/>
              <a:defRPr/>
            </a:lvl7pPr>
            <a:lvl8pPr marL="13167360" lvl="7" indent="-1143000" algn="ctr">
              <a:spcBef>
                <a:spcPts val="0"/>
              </a:spcBef>
              <a:spcAft>
                <a:spcPts val="0"/>
              </a:spcAft>
              <a:buSzPts val="1400"/>
              <a:buChar char="○"/>
              <a:defRPr/>
            </a:lvl8pPr>
            <a:lvl9pPr marL="14813280" lvl="8" indent="-11430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4"/>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62" name="Google Shape;62;p14"/>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63" name="Google Shape;63;p14"/>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4"/>
        <p:cNvGrpSpPr/>
        <p:nvPr/>
      </p:nvGrpSpPr>
      <p:grpSpPr>
        <a:xfrm>
          <a:off x="0" y="0"/>
          <a:ext cx="0" cy="0"/>
          <a:chOff x="0" y="0"/>
          <a:chExt cx="0" cy="0"/>
        </a:xfrm>
      </p:grpSpPr>
      <p:sp>
        <p:nvSpPr>
          <p:cNvPr id="65" name="Google Shape;65;p15"/>
          <p:cNvSpPr txBox="1">
            <a:spLocks noGrp="1"/>
          </p:cNvSpPr>
          <p:nvPr>
            <p:ph type="ctrTitle"/>
          </p:nvPr>
        </p:nvSpPr>
        <p:spPr>
          <a:xfrm>
            <a:off x="2469094" y="6817783"/>
            <a:ext cx="27980219" cy="4703232"/>
          </a:xfrm>
          <a:prstGeom prst="rect">
            <a:avLst/>
          </a:prstGeom>
          <a:noFill/>
          <a:ln>
            <a:noFill/>
          </a:ln>
        </p:spPr>
        <p:txBody>
          <a:bodyPr spcFirstLastPara="1" wrap="square" lIns="112350" tIns="56175" rIns="112350" bIns="56175" anchor="ctr" anchorCtr="0">
            <a:noAutofit/>
          </a:bodyPr>
          <a:lstStyle>
            <a:lvl1pPr lvl="0" algn="ctr">
              <a:spcBef>
                <a:spcPts val="0"/>
              </a:spcBef>
              <a:spcAft>
                <a:spcPts val="0"/>
              </a:spcAft>
              <a:buSzPts val="400"/>
              <a:buNone/>
              <a:defRPr/>
            </a:lvl1pPr>
            <a:lvl2pPr lvl="1" algn="ctr">
              <a:spcBef>
                <a:spcPts val="0"/>
              </a:spcBef>
              <a:spcAft>
                <a:spcPts val="0"/>
              </a:spcAft>
              <a:buSzPts val="400"/>
              <a:buNone/>
              <a:defRPr/>
            </a:lvl2pPr>
            <a:lvl3pPr lvl="2" algn="ctr">
              <a:spcBef>
                <a:spcPts val="0"/>
              </a:spcBef>
              <a:spcAft>
                <a:spcPts val="0"/>
              </a:spcAft>
              <a:buSzPts val="400"/>
              <a:buNone/>
              <a:defRPr/>
            </a:lvl3pPr>
            <a:lvl4pPr lvl="3" algn="ctr">
              <a:spcBef>
                <a:spcPts val="0"/>
              </a:spcBef>
              <a:spcAft>
                <a:spcPts val="0"/>
              </a:spcAft>
              <a:buSzPts val="400"/>
              <a:buNone/>
              <a:defRPr/>
            </a:lvl4pPr>
            <a:lvl5pPr lvl="4" algn="ctr">
              <a:spcBef>
                <a:spcPts val="0"/>
              </a:spcBef>
              <a:spcAft>
                <a:spcPts val="0"/>
              </a:spcAft>
              <a:buSzPts val="400"/>
              <a:buNone/>
              <a:defRPr/>
            </a:lvl5pPr>
            <a:lvl6pPr lvl="5" algn="ctr">
              <a:spcBef>
                <a:spcPts val="0"/>
              </a:spcBef>
              <a:spcAft>
                <a:spcPts val="0"/>
              </a:spcAft>
              <a:buSzPts val="400"/>
              <a:buNone/>
              <a:defRPr/>
            </a:lvl6pPr>
            <a:lvl7pPr lvl="6" algn="ctr">
              <a:spcBef>
                <a:spcPts val="0"/>
              </a:spcBef>
              <a:spcAft>
                <a:spcPts val="0"/>
              </a:spcAft>
              <a:buSzPts val="400"/>
              <a:buNone/>
              <a:defRPr/>
            </a:lvl7pPr>
            <a:lvl8pPr lvl="7" algn="ctr">
              <a:spcBef>
                <a:spcPts val="0"/>
              </a:spcBef>
              <a:spcAft>
                <a:spcPts val="0"/>
              </a:spcAft>
              <a:buSzPts val="400"/>
              <a:buNone/>
              <a:defRPr/>
            </a:lvl8pPr>
            <a:lvl9pPr lvl="8" algn="ctr">
              <a:spcBef>
                <a:spcPts val="0"/>
              </a:spcBef>
              <a:spcAft>
                <a:spcPts val="0"/>
              </a:spcAft>
              <a:buSzPts val="400"/>
              <a:buNone/>
              <a:defRPr/>
            </a:lvl9pPr>
          </a:lstStyle>
          <a:p>
            <a:endParaRPr/>
          </a:p>
        </p:txBody>
      </p:sp>
      <p:sp>
        <p:nvSpPr>
          <p:cNvPr id="66" name="Google Shape;66;p15"/>
          <p:cNvSpPr txBox="1">
            <a:spLocks noGrp="1"/>
          </p:cNvSpPr>
          <p:nvPr>
            <p:ph type="subTitle" idx="1"/>
          </p:nvPr>
        </p:nvSpPr>
        <p:spPr>
          <a:xfrm>
            <a:off x="4938185" y="12435420"/>
            <a:ext cx="23042030" cy="5609169"/>
          </a:xfrm>
          <a:prstGeom prst="rect">
            <a:avLst/>
          </a:prstGeom>
          <a:noFill/>
          <a:ln>
            <a:noFill/>
          </a:ln>
        </p:spPr>
        <p:txBody>
          <a:bodyPr spcFirstLastPara="1" wrap="square" lIns="112350" tIns="56175" rIns="112350" bIns="56175" anchor="t" anchorCtr="0">
            <a:noAutofit/>
          </a:bodyPr>
          <a:lstStyle>
            <a:lvl1pPr lvl="0" algn="ctr">
              <a:spcBef>
                <a:spcPts val="1800"/>
              </a:spcBef>
              <a:spcAft>
                <a:spcPts val="0"/>
              </a:spcAft>
              <a:buClr>
                <a:schemeClr val="dk1"/>
              </a:buClr>
              <a:buSzPts val="2600"/>
              <a:buFont typeface="Times New Roman"/>
              <a:buNone/>
              <a:defRPr/>
            </a:lvl1pPr>
            <a:lvl2pPr lvl="1" algn="ctr">
              <a:spcBef>
                <a:spcPts val="1800"/>
              </a:spcBef>
              <a:spcAft>
                <a:spcPts val="0"/>
              </a:spcAft>
              <a:buClr>
                <a:schemeClr val="dk1"/>
              </a:buClr>
              <a:buSzPts val="2300"/>
              <a:buFont typeface="Times New Roman"/>
              <a:buNone/>
              <a:defRPr/>
            </a:lvl2pPr>
            <a:lvl3pPr lvl="2" algn="ctr">
              <a:spcBef>
                <a:spcPts val="1440"/>
              </a:spcBef>
              <a:spcAft>
                <a:spcPts val="0"/>
              </a:spcAft>
              <a:buClr>
                <a:schemeClr val="dk1"/>
              </a:buClr>
              <a:buSzPts val="2000"/>
              <a:buFont typeface="Times New Roman"/>
              <a:buNone/>
              <a:defRPr/>
            </a:lvl3pPr>
            <a:lvl4pPr lvl="3" algn="ctr">
              <a:spcBef>
                <a:spcPts val="1080"/>
              </a:spcBef>
              <a:spcAft>
                <a:spcPts val="0"/>
              </a:spcAft>
              <a:buClr>
                <a:schemeClr val="dk1"/>
              </a:buClr>
              <a:buSzPts val="1600"/>
              <a:buFont typeface="Times New Roman"/>
              <a:buNone/>
              <a:defRPr/>
            </a:lvl4pPr>
            <a:lvl5pPr lvl="4" algn="ctr">
              <a:spcBef>
                <a:spcPts val="1080"/>
              </a:spcBef>
              <a:spcAft>
                <a:spcPts val="0"/>
              </a:spcAft>
              <a:buClr>
                <a:schemeClr val="dk1"/>
              </a:buClr>
              <a:buSzPts val="1600"/>
              <a:buFont typeface="Times New Roman"/>
              <a:buNone/>
              <a:defRPr/>
            </a:lvl5pPr>
            <a:lvl6pPr lvl="5" algn="ctr">
              <a:spcBef>
                <a:spcPts val="1080"/>
              </a:spcBef>
              <a:spcAft>
                <a:spcPts val="0"/>
              </a:spcAft>
              <a:buClr>
                <a:schemeClr val="dk1"/>
              </a:buClr>
              <a:buSzPts val="1600"/>
              <a:buFont typeface="Times New Roman"/>
              <a:buNone/>
              <a:defRPr/>
            </a:lvl6pPr>
            <a:lvl7pPr lvl="6" algn="ctr">
              <a:spcBef>
                <a:spcPts val="1080"/>
              </a:spcBef>
              <a:spcAft>
                <a:spcPts val="0"/>
              </a:spcAft>
              <a:buClr>
                <a:schemeClr val="dk1"/>
              </a:buClr>
              <a:buSzPts val="1600"/>
              <a:buFont typeface="Times New Roman"/>
              <a:buNone/>
              <a:defRPr/>
            </a:lvl7pPr>
            <a:lvl8pPr lvl="7" algn="ctr">
              <a:spcBef>
                <a:spcPts val="1080"/>
              </a:spcBef>
              <a:spcAft>
                <a:spcPts val="0"/>
              </a:spcAft>
              <a:buClr>
                <a:schemeClr val="dk1"/>
              </a:buClr>
              <a:buSzPts val="1600"/>
              <a:buFont typeface="Times New Roman"/>
              <a:buNone/>
              <a:defRPr/>
            </a:lvl8pPr>
            <a:lvl9pPr lvl="8" algn="ctr">
              <a:spcBef>
                <a:spcPts val="1080"/>
              </a:spcBef>
              <a:spcAft>
                <a:spcPts val="0"/>
              </a:spcAft>
              <a:buClr>
                <a:schemeClr val="dk1"/>
              </a:buClr>
              <a:buSzPts val="1600"/>
              <a:buFont typeface="Times New Roman"/>
              <a:buNone/>
              <a:defRPr/>
            </a:lvl9pPr>
          </a:lstStyle>
          <a:p>
            <a:endParaRPr/>
          </a:p>
        </p:txBody>
      </p:sp>
      <p:sp>
        <p:nvSpPr>
          <p:cNvPr id="67" name="Google Shape;67;p15"/>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68" name="Google Shape;68;p15"/>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69" name="Google Shape;69;p15"/>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2470547" y="1950511"/>
            <a:ext cx="27977306" cy="3657600"/>
          </a:xfrm>
          <a:prstGeom prst="rect">
            <a:avLst/>
          </a:prstGeom>
          <a:noFill/>
          <a:ln>
            <a:noFill/>
          </a:ln>
        </p:spPr>
        <p:txBody>
          <a:bodyPr spcFirstLastPara="1" wrap="square" lIns="112350" tIns="56175" rIns="112350" bIns="56175" anchor="ctr" anchorCtr="0">
            <a:noAutofit/>
          </a:bodyPr>
          <a:lstStyle>
            <a:lvl1pPr lvl="0" algn="ctr">
              <a:spcBef>
                <a:spcPts val="0"/>
              </a:spcBef>
              <a:spcAft>
                <a:spcPts val="0"/>
              </a:spcAft>
              <a:buSzPts val="400"/>
              <a:buNone/>
              <a:defRPr/>
            </a:lvl1pPr>
            <a:lvl2pPr lvl="1" algn="ctr">
              <a:spcBef>
                <a:spcPts val="0"/>
              </a:spcBef>
              <a:spcAft>
                <a:spcPts val="0"/>
              </a:spcAft>
              <a:buSzPts val="400"/>
              <a:buNone/>
              <a:defRPr/>
            </a:lvl2pPr>
            <a:lvl3pPr lvl="2" algn="ctr">
              <a:spcBef>
                <a:spcPts val="0"/>
              </a:spcBef>
              <a:spcAft>
                <a:spcPts val="0"/>
              </a:spcAft>
              <a:buSzPts val="400"/>
              <a:buNone/>
              <a:defRPr/>
            </a:lvl3pPr>
            <a:lvl4pPr lvl="3" algn="ctr">
              <a:spcBef>
                <a:spcPts val="0"/>
              </a:spcBef>
              <a:spcAft>
                <a:spcPts val="0"/>
              </a:spcAft>
              <a:buSzPts val="400"/>
              <a:buNone/>
              <a:defRPr/>
            </a:lvl4pPr>
            <a:lvl5pPr lvl="4" algn="ctr">
              <a:spcBef>
                <a:spcPts val="0"/>
              </a:spcBef>
              <a:spcAft>
                <a:spcPts val="0"/>
              </a:spcAft>
              <a:buSzPts val="400"/>
              <a:buNone/>
              <a:defRPr/>
            </a:lvl5pPr>
            <a:lvl6pPr lvl="5" algn="ctr">
              <a:spcBef>
                <a:spcPts val="0"/>
              </a:spcBef>
              <a:spcAft>
                <a:spcPts val="0"/>
              </a:spcAft>
              <a:buSzPts val="400"/>
              <a:buNone/>
              <a:defRPr/>
            </a:lvl6pPr>
            <a:lvl7pPr lvl="6" algn="ctr">
              <a:spcBef>
                <a:spcPts val="0"/>
              </a:spcBef>
              <a:spcAft>
                <a:spcPts val="0"/>
              </a:spcAft>
              <a:buSzPts val="400"/>
              <a:buNone/>
              <a:defRPr/>
            </a:lvl7pPr>
            <a:lvl8pPr lvl="7" algn="ctr">
              <a:spcBef>
                <a:spcPts val="0"/>
              </a:spcBef>
              <a:spcAft>
                <a:spcPts val="0"/>
              </a:spcAft>
              <a:buSzPts val="400"/>
              <a:buNone/>
              <a:defRPr/>
            </a:lvl8pPr>
            <a:lvl9pPr lvl="8" algn="ctr">
              <a:spcBef>
                <a:spcPts val="0"/>
              </a:spcBef>
              <a:spcAft>
                <a:spcPts val="0"/>
              </a:spcAft>
              <a:buSzPts val="400"/>
              <a:buNone/>
              <a:defRPr/>
            </a:lvl9pPr>
          </a:lstStyle>
          <a:p>
            <a:endParaRPr/>
          </a:p>
        </p:txBody>
      </p:sp>
      <p:sp>
        <p:nvSpPr>
          <p:cNvPr id="72" name="Google Shape;72;p16"/>
          <p:cNvSpPr txBox="1">
            <a:spLocks noGrp="1"/>
          </p:cNvSpPr>
          <p:nvPr>
            <p:ph type="body" idx="1"/>
          </p:nvPr>
        </p:nvSpPr>
        <p:spPr>
          <a:xfrm>
            <a:off x="2470547" y="6339420"/>
            <a:ext cx="27977306" cy="13167782"/>
          </a:xfrm>
          <a:prstGeom prst="rect">
            <a:avLst/>
          </a:prstGeom>
          <a:noFill/>
          <a:ln>
            <a:noFill/>
          </a:ln>
        </p:spPr>
        <p:txBody>
          <a:bodyPr spcFirstLastPara="1" wrap="square" lIns="112350" tIns="56175" rIns="112350" bIns="56175" anchor="t" anchorCtr="0">
            <a:noAutofit/>
          </a:bodyPr>
          <a:lstStyle>
            <a:lvl1pPr marL="1645920" lvl="0" indent="-937260" algn="l">
              <a:spcBef>
                <a:spcPts val="360"/>
              </a:spcBef>
              <a:spcAft>
                <a:spcPts val="0"/>
              </a:spcAft>
              <a:buClr>
                <a:schemeClr val="dk1"/>
              </a:buClr>
              <a:buSzPts val="500"/>
              <a:buChar char="•"/>
              <a:defRPr/>
            </a:lvl1pPr>
            <a:lvl2pPr marL="3291840" lvl="1" indent="-937260" algn="l">
              <a:spcBef>
                <a:spcPts val="360"/>
              </a:spcBef>
              <a:spcAft>
                <a:spcPts val="0"/>
              </a:spcAft>
              <a:buClr>
                <a:schemeClr val="dk1"/>
              </a:buClr>
              <a:buSzPts val="500"/>
              <a:buChar char="–"/>
              <a:defRPr/>
            </a:lvl2pPr>
            <a:lvl3pPr marL="4937760" lvl="2" indent="-937260" algn="l">
              <a:spcBef>
                <a:spcPts val="360"/>
              </a:spcBef>
              <a:spcAft>
                <a:spcPts val="0"/>
              </a:spcAft>
              <a:buClr>
                <a:schemeClr val="dk1"/>
              </a:buClr>
              <a:buSzPts val="500"/>
              <a:buChar char="•"/>
              <a:defRPr/>
            </a:lvl3pPr>
            <a:lvl4pPr marL="6583680" lvl="3" indent="-937260" algn="l">
              <a:spcBef>
                <a:spcPts val="360"/>
              </a:spcBef>
              <a:spcAft>
                <a:spcPts val="0"/>
              </a:spcAft>
              <a:buClr>
                <a:schemeClr val="dk1"/>
              </a:buClr>
              <a:buSzPts val="500"/>
              <a:buChar char="–"/>
              <a:defRPr/>
            </a:lvl4pPr>
            <a:lvl5pPr marL="8229600" lvl="4" indent="-937260" algn="l">
              <a:spcBef>
                <a:spcPts val="360"/>
              </a:spcBef>
              <a:spcAft>
                <a:spcPts val="0"/>
              </a:spcAft>
              <a:buClr>
                <a:schemeClr val="dk1"/>
              </a:buClr>
              <a:buSzPts val="500"/>
              <a:buChar char="»"/>
              <a:defRPr/>
            </a:lvl5pPr>
            <a:lvl6pPr marL="9875520" lvl="5" indent="-937260" algn="l">
              <a:spcBef>
                <a:spcPts val="360"/>
              </a:spcBef>
              <a:spcAft>
                <a:spcPts val="0"/>
              </a:spcAft>
              <a:buClr>
                <a:schemeClr val="dk1"/>
              </a:buClr>
              <a:buSzPts val="500"/>
              <a:buChar char="»"/>
              <a:defRPr/>
            </a:lvl6pPr>
            <a:lvl7pPr marL="11521440" lvl="6" indent="-937260" algn="l">
              <a:spcBef>
                <a:spcPts val="360"/>
              </a:spcBef>
              <a:spcAft>
                <a:spcPts val="0"/>
              </a:spcAft>
              <a:buClr>
                <a:schemeClr val="dk1"/>
              </a:buClr>
              <a:buSzPts val="500"/>
              <a:buChar char="»"/>
              <a:defRPr/>
            </a:lvl7pPr>
            <a:lvl8pPr marL="13167360" lvl="7" indent="-937260" algn="l">
              <a:spcBef>
                <a:spcPts val="360"/>
              </a:spcBef>
              <a:spcAft>
                <a:spcPts val="0"/>
              </a:spcAft>
              <a:buClr>
                <a:schemeClr val="dk1"/>
              </a:buClr>
              <a:buSzPts val="500"/>
              <a:buChar char="»"/>
              <a:defRPr/>
            </a:lvl8pPr>
            <a:lvl9pPr marL="14813280" lvl="8" indent="-937260" algn="l">
              <a:spcBef>
                <a:spcPts val="360"/>
              </a:spcBef>
              <a:spcAft>
                <a:spcPts val="0"/>
              </a:spcAft>
              <a:buClr>
                <a:schemeClr val="dk1"/>
              </a:buClr>
              <a:buSzPts val="500"/>
              <a:buChar char="»"/>
              <a:defRPr/>
            </a:lvl9pPr>
          </a:lstStyle>
          <a:p>
            <a:endParaRPr/>
          </a:p>
        </p:txBody>
      </p:sp>
      <p:sp>
        <p:nvSpPr>
          <p:cNvPr id="73" name="Google Shape;73;p16"/>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74" name="Google Shape;74;p16"/>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75" name="Google Shape;75;p16"/>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2600328" y="14102295"/>
            <a:ext cx="27980219" cy="4358217"/>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sz="2520" b="1" cap="none"/>
            </a:lvl1pPr>
            <a:lvl2pPr lvl="1" algn="ctr">
              <a:spcBef>
                <a:spcPts val="0"/>
              </a:spcBef>
              <a:spcAft>
                <a:spcPts val="0"/>
              </a:spcAft>
              <a:buSzPts val="400"/>
              <a:buNone/>
              <a:defRPr/>
            </a:lvl2pPr>
            <a:lvl3pPr lvl="2" algn="ctr">
              <a:spcBef>
                <a:spcPts val="0"/>
              </a:spcBef>
              <a:spcAft>
                <a:spcPts val="0"/>
              </a:spcAft>
              <a:buSzPts val="400"/>
              <a:buNone/>
              <a:defRPr/>
            </a:lvl3pPr>
            <a:lvl4pPr lvl="3" algn="ctr">
              <a:spcBef>
                <a:spcPts val="0"/>
              </a:spcBef>
              <a:spcAft>
                <a:spcPts val="0"/>
              </a:spcAft>
              <a:buSzPts val="400"/>
              <a:buNone/>
              <a:defRPr/>
            </a:lvl4pPr>
            <a:lvl5pPr lvl="4" algn="ctr">
              <a:spcBef>
                <a:spcPts val="0"/>
              </a:spcBef>
              <a:spcAft>
                <a:spcPts val="0"/>
              </a:spcAft>
              <a:buSzPts val="400"/>
              <a:buNone/>
              <a:defRPr/>
            </a:lvl5pPr>
            <a:lvl6pPr lvl="5" algn="ctr">
              <a:spcBef>
                <a:spcPts val="0"/>
              </a:spcBef>
              <a:spcAft>
                <a:spcPts val="0"/>
              </a:spcAft>
              <a:buSzPts val="400"/>
              <a:buNone/>
              <a:defRPr/>
            </a:lvl6pPr>
            <a:lvl7pPr lvl="6" algn="ctr">
              <a:spcBef>
                <a:spcPts val="0"/>
              </a:spcBef>
              <a:spcAft>
                <a:spcPts val="0"/>
              </a:spcAft>
              <a:buSzPts val="400"/>
              <a:buNone/>
              <a:defRPr/>
            </a:lvl7pPr>
            <a:lvl8pPr lvl="7" algn="ctr">
              <a:spcBef>
                <a:spcPts val="0"/>
              </a:spcBef>
              <a:spcAft>
                <a:spcPts val="0"/>
              </a:spcAft>
              <a:buSzPts val="400"/>
              <a:buNone/>
              <a:defRPr/>
            </a:lvl8pPr>
            <a:lvl9pPr lvl="8" algn="ctr">
              <a:spcBef>
                <a:spcPts val="0"/>
              </a:spcBef>
              <a:spcAft>
                <a:spcPts val="0"/>
              </a:spcAft>
              <a:buSzPts val="400"/>
              <a:buNone/>
              <a:defRPr/>
            </a:lvl9pPr>
          </a:lstStyle>
          <a:p>
            <a:endParaRPr/>
          </a:p>
        </p:txBody>
      </p:sp>
      <p:sp>
        <p:nvSpPr>
          <p:cNvPr id="78" name="Google Shape;78;p17"/>
          <p:cNvSpPr txBox="1">
            <a:spLocks noGrp="1"/>
          </p:cNvSpPr>
          <p:nvPr>
            <p:ph type="body" idx="1"/>
          </p:nvPr>
        </p:nvSpPr>
        <p:spPr>
          <a:xfrm>
            <a:off x="2600328" y="9301694"/>
            <a:ext cx="27980219" cy="4800602"/>
          </a:xfrm>
          <a:prstGeom prst="rect">
            <a:avLst/>
          </a:prstGeom>
          <a:noFill/>
          <a:ln>
            <a:noFill/>
          </a:ln>
        </p:spPr>
        <p:txBody>
          <a:bodyPr spcFirstLastPara="1" wrap="square" lIns="112350" tIns="56175" rIns="112350" bIns="56175" anchor="b" anchorCtr="0">
            <a:noAutofit/>
          </a:bodyPr>
          <a:lstStyle>
            <a:lvl1pPr marL="1645920" lvl="0" indent="-822960" algn="l">
              <a:spcBef>
                <a:spcPts val="360"/>
              </a:spcBef>
              <a:spcAft>
                <a:spcPts val="0"/>
              </a:spcAft>
              <a:buClr>
                <a:schemeClr val="dk1"/>
              </a:buClr>
              <a:buSzPts val="400"/>
              <a:buFont typeface="Times New Roman"/>
              <a:buNone/>
              <a:defRPr sz="1440"/>
            </a:lvl1pPr>
            <a:lvl2pPr marL="3291840" lvl="1" indent="-822960" algn="l">
              <a:spcBef>
                <a:spcPts val="360"/>
              </a:spcBef>
              <a:spcAft>
                <a:spcPts val="0"/>
              </a:spcAft>
              <a:buClr>
                <a:schemeClr val="dk1"/>
              </a:buClr>
              <a:buSzPts val="300"/>
              <a:buFont typeface="Times New Roman"/>
              <a:buNone/>
              <a:defRPr sz="1080"/>
            </a:lvl2pPr>
            <a:lvl3pPr marL="4937760" lvl="2" indent="-822960" algn="l">
              <a:spcBef>
                <a:spcPts val="360"/>
              </a:spcBef>
              <a:spcAft>
                <a:spcPts val="0"/>
              </a:spcAft>
              <a:buClr>
                <a:schemeClr val="dk1"/>
              </a:buClr>
              <a:buSzPts val="300"/>
              <a:buFont typeface="Times New Roman"/>
              <a:buNone/>
              <a:defRPr sz="1080"/>
            </a:lvl3pPr>
            <a:lvl4pPr marL="6583680" lvl="3" indent="-822960" algn="l">
              <a:spcBef>
                <a:spcPts val="0"/>
              </a:spcBef>
              <a:spcAft>
                <a:spcPts val="0"/>
              </a:spcAft>
              <a:buClr>
                <a:schemeClr val="dk1"/>
              </a:buClr>
              <a:buSzPts val="200"/>
              <a:buFont typeface="Times New Roman"/>
              <a:buNone/>
              <a:defRPr sz="720"/>
            </a:lvl4pPr>
            <a:lvl5pPr marL="8229600" lvl="4" indent="-822960" algn="l">
              <a:spcBef>
                <a:spcPts val="0"/>
              </a:spcBef>
              <a:spcAft>
                <a:spcPts val="0"/>
              </a:spcAft>
              <a:buClr>
                <a:schemeClr val="dk1"/>
              </a:buClr>
              <a:buSzPts val="200"/>
              <a:buFont typeface="Times New Roman"/>
              <a:buNone/>
              <a:defRPr sz="720"/>
            </a:lvl5pPr>
            <a:lvl6pPr marL="9875520" lvl="5" indent="-822960" algn="l">
              <a:spcBef>
                <a:spcPts val="0"/>
              </a:spcBef>
              <a:spcAft>
                <a:spcPts val="0"/>
              </a:spcAft>
              <a:buClr>
                <a:schemeClr val="dk1"/>
              </a:buClr>
              <a:buSzPts val="200"/>
              <a:buFont typeface="Times New Roman"/>
              <a:buNone/>
              <a:defRPr sz="720"/>
            </a:lvl6pPr>
            <a:lvl7pPr marL="11521440" lvl="6" indent="-822960" algn="l">
              <a:spcBef>
                <a:spcPts val="0"/>
              </a:spcBef>
              <a:spcAft>
                <a:spcPts val="0"/>
              </a:spcAft>
              <a:buClr>
                <a:schemeClr val="dk1"/>
              </a:buClr>
              <a:buSzPts val="200"/>
              <a:buFont typeface="Times New Roman"/>
              <a:buNone/>
              <a:defRPr sz="720"/>
            </a:lvl7pPr>
            <a:lvl8pPr marL="13167360" lvl="7" indent="-822960" algn="l">
              <a:spcBef>
                <a:spcPts val="0"/>
              </a:spcBef>
              <a:spcAft>
                <a:spcPts val="0"/>
              </a:spcAft>
              <a:buClr>
                <a:schemeClr val="dk1"/>
              </a:buClr>
              <a:buSzPts val="200"/>
              <a:buFont typeface="Times New Roman"/>
              <a:buNone/>
              <a:defRPr sz="720"/>
            </a:lvl8pPr>
            <a:lvl9pPr marL="14813280" lvl="8" indent="-822960" algn="l">
              <a:spcBef>
                <a:spcPts val="0"/>
              </a:spcBef>
              <a:spcAft>
                <a:spcPts val="0"/>
              </a:spcAft>
              <a:buClr>
                <a:schemeClr val="dk1"/>
              </a:buClr>
              <a:buSzPts val="200"/>
              <a:buFont typeface="Times New Roman"/>
              <a:buNone/>
              <a:defRPr sz="720"/>
            </a:lvl9pPr>
          </a:lstStyle>
          <a:p>
            <a:endParaRPr/>
          </a:p>
        </p:txBody>
      </p:sp>
      <p:sp>
        <p:nvSpPr>
          <p:cNvPr id="79" name="Google Shape;79;p17"/>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80" name="Google Shape;80;p17"/>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81" name="Google Shape;81;p17"/>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2"/>
        <p:cNvGrpSpPr/>
        <p:nvPr/>
      </p:nvGrpSpPr>
      <p:grpSpPr>
        <a:xfrm>
          <a:off x="0" y="0"/>
          <a:ext cx="0" cy="0"/>
          <a:chOff x="0" y="0"/>
          <a:chExt cx="0" cy="0"/>
        </a:xfrm>
      </p:grpSpPr>
      <p:sp>
        <p:nvSpPr>
          <p:cNvPr id="83" name="Google Shape;83;p18"/>
          <p:cNvSpPr txBox="1">
            <a:spLocks noGrp="1"/>
          </p:cNvSpPr>
          <p:nvPr>
            <p:ph type="title"/>
          </p:nvPr>
        </p:nvSpPr>
        <p:spPr>
          <a:xfrm>
            <a:off x="2470547" y="1950511"/>
            <a:ext cx="27977306" cy="3657600"/>
          </a:xfrm>
          <a:prstGeom prst="rect">
            <a:avLst/>
          </a:prstGeom>
          <a:noFill/>
          <a:ln>
            <a:noFill/>
          </a:ln>
        </p:spPr>
        <p:txBody>
          <a:bodyPr spcFirstLastPara="1" wrap="square" lIns="112350" tIns="56175" rIns="112350" bIns="56175" anchor="ctr" anchorCtr="0">
            <a:noAutofit/>
          </a:bodyPr>
          <a:lstStyle>
            <a:lvl1pPr lvl="0" algn="ctr">
              <a:spcBef>
                <a:spcPts val="0"/>
              </a:spcBef>
              <a:spcAft>
                <a:spcPts val="0"/>
              </a:spcAft>
              <a:buSzPts val="400"/>
              <a:buNone/>
              <a:defRPr/>
            </a:lvl1pPr>
            <a:lvl2pPr lvl="1" algn="ctr">
              <a:spcBef>
                <a:spcPts val="0"/>
              </a:spcBef>
              <a:spcAft>
                <a:spcPts val="0"/>
              </a:spcAft>
              <a:buSzPts val="400"/>
              <a:buNone/>
              <a:defRPr/>
            </a:lvl2pPr>
            <a:lvl3pPr lvl="2" algn="ctr">
              <a:spcBef>
                <a:spcPts val="0"/>
              </a:spcBef>
              <a:spcAft>
                <a:spcPts val="0"/>
              </a:spcAft>
              <a:buSzPts val="400"/>
              <a:buNone/>
              <a:defRPr/>
            </a:lvl3pPr>
            <a:lvl4pPr lvl="3" algn="ctr">
              <a:spcBef>
                <a:spcPts val="0"/>
              </a:spcBef>
              <a:spcAft>
                <a:spcPts val="0"/>
              </a:spcAft>
              <a:buSzPts val="400"/>
              <a:buNone/>
              <a:defRPr/>
            </a:lvl4pPr>
            <a:lvl5pPr lvl="4" algn="ctr">
              <a:spcBef>
                <a:spcPts val="0"/>
              </a:spcBef>
              <a:spcAft>
                <a:spcPts val="0"/>
              </a:spcAft>
              <a:buSzPts val="400"/>
              <a:buNone/>
              <a:defRPr/>
            </a:lvl5pPr>
            <a:lvl6pPr lvl="5" algn="ctr">
              <a:spcBef>
                <a:spcPts val="0"/>
              </a:spcBef>
              <a:spcAft>
                <a:spcPts val="0"/>
              </a:spcAft>
              <a:buSzPts val="400"/>
              <a:buNone/>
              <a:defRPr/>
            </a:lvl6pPr>
            <a:lvl7pPr lvl="6" algn="ctr">
              <a:spcBef>
                <a:spcPts val="0"/>
              </a:spcBef>
              <a:spcAft>
                <a:spcPts val="0"/>
              </a:spcAft>
              <a:buSzPts val="400"/>
              <a:buNone/>
              <a:defRPr/>
            </a:lvl7pPr>
            <a:lvl8pPr lvl="7" algn="ctr">
              <a:spcBef>
                <a:spcPts val="0"/>
              </a:spcBef>
              <a:spcAft>
                <a:spcPts val="0"/>
              </a:spcAft>
              <a:buSzPts val="400"/>
              <a:buNone/>
              <a:defRPr/>
            </a:lvl8pPr>
            <a:lvl9pPr lvl="8" algn="ctr">
              <a:spcBef>
                <a:spcPts val="0"/>
              </a:spcBef>
              <a:spcAft>
                <a:spcPts val="0"/>
              </a:spcAft>
              <a:buSzPts val="400"/>
              <a:buNone/>
              <a:defRPr/>
            </a:lvl9pPr>
          </a:lstStyle>
          <a:p>
            <a:endParaRPr/>
          </a:p>
        </p:txBody>
      </p:sp>
      <p:sp>
        <p:nvSpPr>
          <p:cNvPr id="84" name="Google Shape;84;p18"/>
          <p:cNvSpPr txBox="1">
            <a:spLocks noGrp="1"/>
          </p:cNvSpPr>
          <p:nvPr>
            <p:ph type="body" idx="1"/>
          </p:nvPr>
        </p:nvSpPr>
        <p:spPr>
          <a:xfrm>
            <a:off x="2470151" y="6339420"/>
            <a:ext cx="13938250" cy="13167782"/>
          </a:xfrm>
          <a:prstGeom prst="rect">
            <a:avLst/>
          </a:prstGeom>
          <a:noFill/>
          <a:ln>
            <a:noFill/>
          </a:ln>
        </p:spPr>
        <p:txBody>
          <a:bodyPr spcFirstLastPara="1" wrap="square" lIns="112350" tIns="56175" rIns="112350" bIns="56175" anchor="t" anchorCtr="0">
            <a:noAutofit/>
          </a:bodyPr>
          <a:lstStyle>
            <a:lvl1pPr marL="1645920" lvl="0" indent="-937260" algn="l">
              <a:spcBef>
                <a:spcPts val="360"/>
              </a:spcBef>
              <a:spcAft>
                <a:spcPts val="0"/>
              </a:spcAft>
              <a:buClr>
                <a:schemeClr val="dk1"/>
              </a:buClr>
              <a:buSzPts val="500"/>
              <a:buFont typeface="Times New Roman"/>
              <a:buChar char="•"/>
              <a:defRPr sz="1800"/>
            </a:lvl1pPr>
            <a:lvl2pPr marL="3291840" lvl="1" indent="-914400" algn="l">
              <a:spcBef>
                <a:spcPts val="360"/>
              </a:spcBef>
              <a:spcAft>
                <a:spcPts val="0"/>
              </a:spcAft>
              <a:buClr>
                <a:schemeClr val="dk1"/>
              </a:buClr>
              <a:buSzPts val="400"/>
              <a:buFont typeface="Times New Roman"/>
              <a:buChar char="–"/>
              <a:defRPr sz="1440"/>
            </a:lvl2pPr>
            <a:lvl3pPr marL="4937760" lvl="2" indent="-914400" algn="l">
              <a:spcBef>
                <a:spcPts val="360"/>
              </a:spcBef>
              <a:spcAft>
                <a:spcPts val="0"/>
              </a:spcAft>
              <a:buClr>
                <a:schemeClr val="dk1"/>
              </a:buClr>
              <a:buSzPts val="400"/>
              <a:buFont typeface="Times New Roman"/>
              <a:buChar char="•"/>
              <a:defRPr sz="1440"/>
            </a:lvl3pPr>
            <a:lvl4pPr marL="6583680" lvl="3" indent="-891540" algn="l">
              <a:spcBef>
                <a:spcPts val="360"/>
              </a:spcBef>
              <a:spcAft>
                <a:spcPts val="0"/>
              </a:spcAft>
              <a:buClr>
                <a:schemeClr val="dk1"/>
              </a:buClr>
              <a:buSzPts val="300"/>
              <a:buFont typeface="Times New Roman"/>
              <a:buChar char="–"/>
              <a:defRPr sz="1080"/>
            </a:lvl4pPr>
            <a:lvl5pPr marL="8229600" lvl="4" indent="-891540" algn="l">
              <a:spcBef>
                <a:spcPts val="360"/>
              </a:spcBef>
              <a:spcAft>
                <a:spcPts val="0"/>
              </a:spcAft>
              <a:buClr>
                <a:schemeClr val="dk1"/>
              </a:buClr>
              <a:buSzPts val="300"/>
              <a:buFont typeface="Times New Roman"/>
              <a:buChar char="»"/>
              <a:defRPr sz="1080"/>
            </a:lvl5pPr>
            <a:lvl6pPr marL="9875520" lvl="5" indent="-891540" algn="l">
              <a:spcBef>
                <a:spcPts val="360"/>
              </a:spcBef>
              <a:spcAft>
                <a:spcPts val="0"/>
              </a:spcAft>
              <a:buClr>
                <a:schemeClr val="dk1"/>
              </a:buClr>
              <a:buSzPts val="300"/>
              <a:buFont typeface="Times New Roman"/>
              <a:buChar char="»"/>
              <a:defRPr sz="1080"/>
            </a:lvl6pPr>
            <a:lvl7pPr marL="11521440" lvl="6" indent="-891540" algn="l">
              <a:spcBef>
                <a:spcPts val="360"/>
              </a:spcBef>
              <a:spcAft>
                <a:spcPts val="0"/>
              </a:spcAft>
              <a:buClr>
                <a:schemeClr val="dk1"/>
              </a:buClr>
              <a:buSzPts val="300"/>
              <a:buFont typeface="Times New Roman"/>
              <a:buChar char="»"/>
              <a:defRPr sz="1080"/>
            </a:lvl7pPr>
            <a:lvl8pPr marL="13167360" lvl="7" indent="-891540" algn="l">
              <a:spcBef>
                <a:spcPts val="360"/>
              </a:spcBef>
              <a:spcAft>
                <a:spcPts val="0"/>
              </a:spcAft>
              <a:buClr>
                <a:schemeClr val="dk1"/>
              </a:buClr>
              <a:buSzPts val="300"/>
              <a:buFont typeface="Times New Roman"/>
              <a:buChar char="»"/>
              <a:defRPr sz="1080"/>
            </a:lvl8pPr>
            <a:lvl9pPr marL="14813280" lvl="8" indent="-891540" algn="l">
              <a:spcBef>
                <a:spcPts val="360"/>
              </a:spcBef>
              <a:spcAft>
                <a:spcPts val="0"/>
              </a:spcAft>
              <a:buClr>
                <a:schemeClr val="dk1"/>
              </a:buClr>
              <a:buSzPts val="300"/>
              <a:buFont typeface="Times New Roman"/>
              <a:buChar char="»"/>
              <a:defRPr sz="1080"/>
            </a:lvl9pPr>
          </a:lstStyle>
          <a:p>
            <a:endParaRPr/>
          </a:p>
        </p:txBody>
      </p:sp>
      <p:sp>
        <p:nvSpPr>
          <p:cNvPr id="85" name="Google Shape;85;p18"/>
          <p:cNvSpPr txBox="1">
            <a:spLocks noGrp="1"/>
          </p:cNvSpPr>
          <p:nvPr>
            <p:ph type="body" idx="2"/>
          </p:nvPr>
        </p:nvSpPr>
        <p:spPr>
          <a:xfrm>
            <a:off x="16510003" y="6339420"/>
            <a:ext cx="13938250" cy="13167782"/>
          </a:xfrm>
          <a:prstGeom prst="rect">
            <a:avLst/>
          </a:prstGeom>
          <a:noFill/>
          <a:ln>
            <a:noFill/>
          </a:ln>
        </p:spPr>
        <p:txBody>
          <a:bodyPr spcFirstLastPara="1" wrap="square" lIns="112350" tIns="56175" rIns="112350" bIns="56175" anchor="t" anchorCtr="0">
            <a:noAutofit/>
          </a:bodyPr>
          <a:lstStyle>
            <a:lvl1pPr marL="1645920" lvl="0" indent="-937260" algn="l">
              <a:spcBef>
                <a:spcPts val="360"/>
              </a:spcBef>
              <a:spcAft>
                <a:spcPts val="0"/>
              </a:spcAft>
              <a:buClr>
                <a:schemeClr val="dk1"/>
              </a:buClr>
              <a:buSzPts val="500"/>
              <a:buFont typeface="Times New Roman"/>
              <a:buChar char="•"/>
              <a:defRPr sz="1800"/>
            </a:lvl1pPr>
            <a:lvl2pPr marL="3291840" lvl="1" indent="-914400" algn="l">
              <a:spcBef>
                <a:spcPts val="360"/>
              </a:spcBef>
              <a:spcAft>
                <a:spcPts val="0"/>
              </a:spcAft>
              <a:buClr>
                <a:schemeClr val="dk1"/>
              </a:buClr>
              <a:buSzPts val="400"/>
              <a:buFont typeface="Times New Roman"/>
              <a:buChar char="–"/>
              <a:defRPr sz="1440"/>
            </a:lvl2pPr>
            <a:lvl3pPr marL="4937760" lvl="2" indent="-914400" algn="l">
              <a:spcBef>
                <a:spcPts val="360"/>
              </a:spcBef>
              <a:spcAft>
                <a:spcPts val="0"/>
              </a:spcAft>
              <a:buClr>
                <a:schemeClr val="dk1"/>
              </a:buClr>
              <a:buSzPts val="400"/>
              <a:buFont typeface="Times New Roman"/>
              <a:buChar char="•"/>
              <a:defRPr sz="1440"/>
            </a:lvl3pPr>
            <a:lvl4pPr marL="6583680" lvl="3" indent="-891540" algn="l">
              <a:spcBef>
                <a:spcPts val="360"/>
              </a:spcBef>
              <a:spcAft>
                <a:spcPts val="0"/>
              </a:spcAft>
              <a:buClr>
                <a:schemeClr val="dk1"/>
              </a:buClr>
              <a:buSzPts val="300"/>
              <a:buFont typeface="Times New Roman"/>
              <a:buChar char="–"/>
              <a:defRPr sz="1080"/>
            </a:lvl4pPr>
            <a:lvl5pPr marL="8229600" lvl="4" indent="-891540" algn="l">
              <a:spcBef>
                <a:spcPts val="360"/>
              </a:spcBef>
              <a:spcAft>
                <a:spcPts val="0"/>
              </a:spcAft>
              <a:buClr>
                <a:schemeClr val="dk1"/>
              </a:buClr>
              <a:buSzPts val="300"/>
              <a:buFont typeface="Times New Roman"/>
              <a:buChar char="»"/>
              <a:defRPr sz="1080"/>
            </a:lvl5pPr>
            <a:lvl6pPr marL="9875520" lvl="5" indent="-891540" algn="l">
              <a:spcBef>
                <a:spcPts val="360"/>
              </a:spcBef>
              <a:spcAft>
                <a:spcPts val="0"/>
              </a:spcAft>
              <a:buClr>
                <a:schemeClr val="dk1"/>
              </a:buClr>
              <a:buSzPts val="300"/>
              <a:buFont typeface="Times New Roman"/>
              <a:buChar char="»"/>
              <a:defRPr sz="1080"/>
            </a:lvl6pPr>
            <a:lvl7pPr marL="11521440" lvl="6" indent="-891540" algn="l">
              <a:spcBef>
                <a:spcPts val="360"/>
              </a:spcBef>
              <a:spcAft>
                <a:spcPts val="0"/>
              </a:spcAft>
              <a:buClr>
                <a:schemeClr val="dk1"/>
              </a:buClr>
              <a:buSzPts val="300"/>
              <a:buFont typeface="Times New Roman"/>
              <a:buChar char="»"/>
              <a:defRPr sz="1080"/>
            </a:lvl7pPr>
            <a:lvl8pPr marL="13167360" lvl="7" indent="-891540" algn="l">
              <a:spcBef>
                <a:spcPts val="360"/>
              </a:spcBef>
              <a:spcAft>
                <a:spcPts val="0"/>
              </a:spcAft>
              <a:buClr>
                <a:schemeClr val="dk1"/>
              </a:buClr>
              <a:buSzPts val="300"/>
              <a:buFont typeface="Times New Roman"/>
              <a:buChar char="»"/>
              <a:defRPr sz="1080"/>
            </a:lvl8pPr>
            <a:lvl9pPr marL="14813280" lvl="8" indent="-891540" algn="l">
              <a:spcBef>
                <a:spcPts val="360"/>
              </a:spcBef>
              <a:spcAft>
                <a:spcPts val="0"/>
              </a:spcAft>
              <a:buClr>
                <a:schemeClr val="dk1"/>
              </a:buClr>
              <a:buSzPts val="300"/>
              <a:buFont typeface="Times New Roman"/>
              <a:buChar char="»"/>
              <a:defRPr sz="1080"/>
            </a:lvl9pPr>
          </a:lstStyle>
          <a:p>
            <a:endParaRPr/>
          </a:p>
        </p:txBody>
      </p:sp>
      <p:sp>
        <p:nvSpPr>
          <p:cNvPr id="86" name="Google Shape;86;p18"/>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87" name="Google Shape;87;p18"/>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88" name="Google Shape;88;p18"/>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9"/>
        <p:cNvGrpSpPr/>
        <p:nvPr/>
      </p:nvGrpSpPr>
      <p:grpSpPr>
        <a:xfrm>
          <a:off x="0" y="0"/>
          <a:ext cx="0" cy="0"/>
          <a:chOff x="0" y="0"/>
          <a:chExt cx="0" cy="0"/>
        </a:xfrm>
      </p:grpSpPr>
      <p:sp>
        <p:nvSpPr>
          <p:cNvPr id="90" name="Google Shape;90;p19"/>
          <p:cNvSpPr txBox="1">
            <a:spLocks noGrp="1"/>
          </p:cNvSpPr>
          <p:nvPr>
            <p:ph type="title"/>
          </p:nvPr>
        </p:nvSpPr>
        <p:spPr>
          <a:xfrm>
            <a:off x="1645713" y="878417"/>
            <a:ext cx="29626981" cy="3657600"/>
          </a:xfrm>
          <a:prstGeom prst="rect">
            <a:avLst/>
          </a:prstGeom>
          <a:noFill/>
          <a:ln>
            <a:noFill/>
          </a:ln>
        </p:spPr>
        <p:txBody>
          <a:bodyPr spcFirstLastPara="1" wrap="square" lIns="112350" tIns="56175" rIns="112350" bIns="56175" anchor="ctr" anchorCtr="0">
            <a:noAutofit/>
          </a:bodyPr>
          <a:lstStyle>
            <a:lvl1pPr lvl="0" algn="ctr">
              <a:spcBef>
                <a:spcPts val="0"/>
              </a:spcBef>
              <a:spcAft>
                <a:spcPts val="0"/>
              </a:spcAft>
              <a:buSzPts val="400"/>
              <a:buNone/>
              <a:defRPr/>
            </a:lvl1pPr>
            <a:lvl2pPr lvl="1" algn="ctr">
              <a:spcBef>
                <a:spcPts val="0"/>
              </a:spcBef>
              <a:spcAft>
                <a:spcPts val="0"/>
              </a:spcAft>
              <a:buSzPts val="400"/>
              <a:buNone/>
              <a:defRPr/>
            </a:lvl2pPr>
            <a:lvl3pPr lvl="2" algn="ctr">
              <a:spcBef>
                <a:spcPts val="0"/>
              </a:spcBef>
              <a:spcAft>
                <a:spcPts val="0"/>
              </a:spcAft>
              <a:buSzPts val="400"/>
              <a:buNone/>
              <a:defRPr/>
            </a:lvl3pPr>
            <a:lvl4pPr lvl="3" algn="ctr">
              <a:spcBef>
                <a:spcPts val="0"/>
              </a:spcBef>
              <a:spcAft>
                <a:spcPts val="0"/>
              </a:spcAft>
              <a:buSzPts val="400"/>
              <a:buNone/>
              <a:defRPr/>
            </a:lvl4pPr>
            <a:lvl5pPr lvl="4" algn="ctr">
              <a:spcBef>
                <a:spcPts val="0"/>
              </a:spcBef>
              <a:spcAft>
                <a:spcPts val="0"/>
              </a:spcAft>
              <a:buSzPts val="400"/>
              <a:buNone/>
              <a:defRPr/>
            </a:lvl5pPr>
            <a:lvl6pPr lvl="5" algn="ctr">
              <a:spcBef>
                <a:spcPts val="0"/>
              </a:spcBef>
              <a:spcAft>
                <a:spcPts val="0"/>
              </a:spcAft>
              <a:buSzPts val="400"/>
              <a:buNone/>
              <a:defRPr/>
            </a:lvl6pPr>
            <a:lvl7pPr lvl="6" algn="ctr">
              <a:spcBef>
                <a:spcPts val="0"/>
              </a:spcBef>
              <a:spcAft>
                <a:spcPts val="0"/>
              </a:spcAft>
              <a:buSzPts val="400"/>
              <a:buNone/>
              <a:defRPr/>
            </a:lvl7pPr>
            <a:lvl8pPr lvl="7" algn="ctr">
              <a:spcBef>
                <a:spcPts val="0"/>
              </a:spcBef>
              <a:spcAft>
                <a:spcPts val="0"/>
              </a:spcAft>
              <a:buSzPts val="400"/>
              <a:buNone/>
              <a:defRPr/>
            </a:lvl8pPr>
            <a:lvl9pPr lvl="8" algn="ctr">
              <a:spcBef>
                <a:spcPts val="0"/>
              </a:spcBef>
              <a:spcAft>
                <a:spcPts val="0"/>
              </a:spcAft>
              <a:buSzPts val="400"/>
              <a:buNone/>
              <a:defRPr/>
            </a:lvl9pPr>
          </a:lstStyle>
          <a:p>
            <a:endParaRPr/>
          </a:p>
        </p:txBody>
      </p:sp>
      <p:sp>
        <p:nvSpPr>
          <p:cNvPr id="91" name="Google Shape;91;p19"/>
          <p:cNvSpPr txBox="1">
            <a:spLocks noGrp="1"/>
          </p:cNvSpPr>
          <p:nvPr>
            <p:ph type="body" idx="1"/>
          </p:nvPr>
        </p:nvSpPr>
        <p:spPr>
          <a:xfrm>
            <a:off x="1645707" y="4912787"/>
            <a:ext cx="14544677" cy="2046818"/>
          </a:xfrm>
          <a:prstGeom prst="rect">
            <a:avLst/>
          </a:prstGeom>
          <a:noFill/>
          <a:ln>
            <a:noFill/>
          </a:ln>
        </p:spPr>
        <p:txBody>
          <a:bodyPr spcFirstLastPara="1" wrap="square" lIns="112350" tIns="56175" rIns="112350" bIns="56175" anchor="b" anchorCtr="0">
            <a:noAutofit/>
          </a:bodyPr>
          <a:lstStyle>
            <a:lvl1pPr marL="1645920" lvl="0" indent="-822960" algn="l">
              <a:spcBef>
                <a:spcPts val="360"/>
              </a:spcBef>
              <a:spcAft>
                <a:spcPts val="0"/>
              </a:spcAft>
              <a:buClr>
                <a:schemeClr val="dk1"/>
              </a:buClr>
              <a:buSzPts val="400"/>
              <a:buFont typeface="Times New Roman"/>
              <a:buNone/>
              <a:defRPr sz="1440" b="1"/>
            </a:lvl1pPr>
            <a:lvl2pPr marL="3291840" lvl="1" indent="-822960" algn="l">
              <a:spcBef>
                <a:spcPts val="360"/>
              </a:spcBef>
              <a:spcAft>
                <a:spcPts val="0"/>
              </a:spcAft>
              <a:buClr>
                <a:schemeClr val="dk1"/>
              </a:buClr>
              <a:buSzPts val="400"/>
              <a:buFont typeface="Times New Roman"/>
              <a:buNone/>
              <a:defRPr sz="1440" b="1"/>
            </a:lvl2pPr>
            <a:lvl3pPr marL="4937760" lvl="2" indent="-822960" algn="l">
              <a:spcBef>
                <a:spcPts val="360"/>
              </a:spcBef>
              <a:spcAft>
                <a:spcPts val="0"/>
              </a:spcAft>
              <a:buClr>
                <a:schemeClr val="dk1"/>
              </a:buClr>
              <a:buSzPts val="300"/>
              <a:buFont typeface="Times New Roman"/>
              <a:buNone/>
              <a:defRPr sz="1080" b="1"/>
            </a:lvl3pPr>
            <a:lvl4pPr marL="6583680" lvl="3" indent="-822960" algn="l">
              <a:spcBef>
                <a:spcPts val="360"/>
              </a:spcBef>
              <a:spcAft>
                <a:spcPts val="0"/>
              </a:spcAft>
              <a:buClr>
                <a:schemeClr val="dk1"/>
              </a:buClr>
              <a:buSzPts val="300"/>
              <a:buFont typeface="Times New Roman"/>
              <a:buNone/>
              <a:defRPr sz="1080" b="1"/>
            </a:lvl4pPr>
            <a:lvl5pPr marL="8229600" lvl="4" indent="-822960" algn="l">
              <a:spcBef>
                <a:spcPts val="360"/>
              </a:spcBef>
              <a:spcAft>
                <a:spcPts val="0"/>
              </a:spcAft>
              <a:buClr>
                <a:schemeClr val="dk1"/>
              </a:buClr>
              <a:buSzPts val="300"/>
              <a:buFont typeface="Times New Roman"/>
              <a:buNone/>
              <a:defRPr sz="1080" b="1"/>
            </a:lvl5pPr>
            <a:lvl6pPr marL="9875520" lvl="5" indent="-822960" algn="l">
              <a:spcBef>
                <a:spcPts val="360"/>
              </a:spcBef>
              <a:spcAft>
                <a:spcPts val="0"/>
              </a:spcAft>
              <a:buClr>
                <a:schemeClr val="dk1"/>
              </a:buClr>
              <a:buSzPts val="300"/>
              <a:buFont typeface="Times New Roman"/>
              <a:buNone/>
              <a:defRPr sz="1080" b="1"/>
            </a:lvl6pPr>
            <a:lvl7pPr marL="11521440" lvl="6" indent="-822960" algn="l">
              <a:spcBef>
                <a:spcPts val="360"/>
              </a:spcBef>
              <a:spcAft>
                <a:spcPts val="0"/>
              </a:spcAft>
              <a:buClr>
                <a:schemeClr val="dk1"/>
              </a:buClr>
              <a:buSzPts val="300"/>
              <a:buFont typeface="Times New Roman"/>
              <a:buNone/>
              <a:defRPr sz="1080" b="1"/>
            </a:lvl7pPr>
            <a:lvl8pPr marL="13167360" lvl="7" indent="-822960" algn="l">
              <a:spcBef>
                <a:spcPts val="360"/>
              </a:spcBef>
              <a:spcAft>
                <a:spcPts val="0"/>
              </a:spcAft>
              <a:buClr>
                <a:schemeClr val="dk1"/>
              </a:buClr>
              <a:buSzPts val="300"/>
              <a:buFont typeface="Times New Roman"/>
              <a:buNone/>
              <a:defRPr sz="1080" b="1"/>
            </a:lvl8pPr>
            <a:lvl9pPr marL="14813280" lvl="8" indent="-822960" algn="l">
              <a:spcBef>
                <a:spcPts val="360"/>
              </a:spcBef>
              <a:spcAft>
                <a:spcPts val="0"/>
              </a:spcAft>
              <a:buClr>
                <a:schemeClr val="dk1"/>
              </a:buClr>
              <a:buSzPts val="300"/>
              <a:buFont typeface="Times New Roman"/>
              <a:buNone/>
              <a:defRPr sz="1080" b="1"/>
            </a:lvl9pPr>
          </a:lstStyle>
          <a:p>
            <a:endParaRPr/>
          </a:p>
        </p:txBody>
      </p:sp>
      <p:sp>
        <p:nvSpPr>
          <p:cNvPr id="92" name="Google Shape;92;p19"/>
          <p:cNvSpPr txBox="1">
            <a:spLocks noGrp="1"/>
          </p:cNvSpPr>
          <p:nvPr>
            <p:ph type="body" idx="2"/>
          </p:nvPr>
        </p:nvSpPr>
        <p:spPr>
          <a:xfrm>
            <a:off x="1645707" y="6959599"/>
            <a:ext cx="14544677" cy="12643908"/>
          </a:xfrm>
          <a:prstGeom prst="rect">
            <a:avLst/>
          </a:prstGeom>
          <a:noFill/>
          <a:ln>
            <a:noFill/>
          </a:ln>
        </p:spPr>
        <p:txBody>
          <a:bodyPr spcFirstLastPara="1" wrap="square" lIns="112350" tIns="56175" rIns="112350" bIns="56175" anchor="t" anchorCtr="0">
            <a:noAutofit/>
          </a:bodyPr>
          <a:lstStyle>
            <a:lvl1pPr marL="1645920" lvl="0" indent="-914400" algn="l">
              <a:spcBef>
                <a:spcPts val="360"/>
              </a:spcBef>
              <a:spcAft>
                <a:spcPts val="0"/>
              </a:spcAft>
              <a:buClr>
                <a:schemeClr val="dk1"/>
              </a:buClr>
              <a:buSzPts val="400"/>
              <a:buFont typeface="Times New Roman"/>
              <a:buChar char="•"/>
              <a:defRPr sz="1440"/>
            </a:lvl1pPr>
            <a:lvl2pPr marL="3291840" lvl="1" indent="-914400" algn="l">
              <a:spcBef>
                <a:spcPts val="360"/>
              </a:spcBef>
              <a:spcAft>
                <a:spcPts val="0"/>
              </a:spcAft>
              <a:buClr>
                <a:schemeClr val="dk1"/>
              </a:buClr>
              <a:buSzPts val="400"/>
              <a:buFont typeface="Times New Roman"/>
              <a:buChar char="–"/>
              <a:defRPr sz="1440"/>
            </a:lvl2pPr>
            <a:lvl3pPr marL="4937760" lvl="2" indent="-891540" algn="l">
              <a:spcBef>
                <a:spcPts val="360"/>
              </a:spcBef>
              <a:spcAft>
                <a:spcPts val="0"/>
              </a:spcAft>
              <a:buClr>
                <a:schemeClr val="dk1"/>
              </a:buClr>
              <a:buSzPts val="300"/>
              <a:buFont typeface="Times New Roman"/>
              <a:buChar char="•"/>
              <a:defRPr sz="1080"/>
            </a:lvl3pPr>
            <a:lvl4pPr marL="6583680" lvl="3" indent="-891540" algn="l">
              <a:spcBef>
                <a:spcPts val="360"/>
              </a:spcBef>
              <a:spcAft>
                <a:spcPts val="0"/>
              </a:spcAft>
              <a:buClr>
                <a:schemeClr val="dk1"/>
              </a:buClr>
              <a:buSzPts val="300"/>
              <a:buFont typeface="Times New Roman"/>
              <a:buChar char="–"/>
              <a:defRPr sz="1080"/>
            </a:lvl4pPr>
            <a:lvl5pPr marL="8229600" lvl="4" indent="-891540" algn="l">
              <a:spcBef>
                <a:spcPts val="360"/>
              </a:spcBef>
              <a:spcAft>
                <a:spcPts val="0"/>
              </a:spcAft>
              <a:buClr>
                <a:schemeClr val="dk1"/>
              </a:buClr>
              <a:buSzPts val="300"/>
              <a:buFont typeface="Times New Roman"/>
              <a:buChar char="»"/>
              <a:defRPr sz="1080"/>
            </a:lvl5pPr>
            <a:lvl6pPr marL="9875520" lvl="5" indent="-891540" algn="l">
              <a:spcBef>
                <a:spcPts val="360"/>
              </a:spcBef>
              <a:spcAft>
                <a:spcPts val="0"/>
              </a:spcAft>
              <a:buClr>
                <a:schemeClr val="dk1"/>
              </a:buClr>
              <a:buSzPts val="300"/>
              <a:buFont typeface="Times New Roman"/>
              <a:buChar char="»"/>
              <a:defRPr sz="1080"/>
            </a:lvl6pPr>
            <a:lvl7pPr marL="11521440" lvl="6" indent="-891540" algn="l">
              <a:spcBef>
                <a:spcPts val="360"/>
              </a:spcBef>
              <a:spcAft>
                <a:spcPts val="0"/>
              </a:spcAft>
              <a:buClr>
                <a:schemeClr val="dk1"/>
              </a:buClr>
              <a:buSzPts val="300"/>
              <a:buFont typeface="Times New Roman"/>
              <a:buChar char="»"/>
              <a:defRPr sz="1080"/>
            </a:lvl7pPr>
            <a:lvl8pPr marL="13167360" lvl="7" indent="-891540" algn="l">
              <a:spcBef>
                <a:spcPts val="360"/>
              </a:spcBef>
              <a:spcAft>
                <a:spcPts val="0"/>
              </a:spcAft>
              <a:buClr>
                <a:schemeClr val="dk1"/>
              </a:buClr>
              <a:buSzPts val="300"/>
              <a:buFont typeface="Times New Roman"/>
              <a:buChar char="»"/>
              <a:defRPr sz="1080"/>
            </a:lvl8pPr>
            <a:lvl9pPr marL="14813280" lvl="8" indent="-891540" algn="l">
              <a:spcBef>
                <a:spcPts val="360"/>
              </a:spcBef>
              <a:spcAft>
                <a:spcPts val="0"/>
              </a:spcAft>
              <a:buClr>
                <a:schemeClr val="dk1"/>
              </a:buClr>
              <a:buSzPts val="300"/>
              <a:buFont typeface="Times New Roman"/>
              <a:buChar char="»"/>
              <a:defRPr sz="1080"/>
            </a:lvl9pPr>
          </a:lstStyle>
          <a:p>
            <a:endParaRPr/>
          </a:p>
        </p:txBody>
      </p:sp>
      <p:sp>
        <p:nvSpPr>
          <p:cNvPr id="93" name="Google Shape;93;p19"/>
          <p:cNvSpPr txBox="1">
            <a:spLocks noGrp="1"/>
          </p:cNvSpPr>
          <p:nvPr>
            <p:ph type="body" idx="3"/>
          </p:nvPr>
        </p:nvSpPr>
        <p:spPr>
          <a:xfrm>
            <a:off x="16721665" y="4912787"/>
            <a:ext cx="14551027" cy="2046818"/>
          </a:xfrm>
          <a:prstGeom prst="rect">
            <a:avLst/>
          </a:prstGeom>
          <a:noFill/>
          <a:ln>
            <a:noFill/>
          </a:ln>
        </p:spPr>
        <p:txBody>
          <a:bodyPr spcFirstLastPara="1" wrap="square" lIns="112350" tIns="56175" rIns="112350" bIns="56175" anchor="b" anchorCtr="0">
            <a:noAutofit/>
          </a:bodyPr>
          <a:lstStyle>
            <a:lvl1pPr marL="1645920" lvl="0" indent="-822960" algn="l">
              <a:spcBef>
                <a:spcPts val="360"/>
              </a:spcBef>
              <a:spcAft>
                <a:spcPts val="0"/>
              </a:spcAft>
              <a:buClr>
                <a:schemeClr val="dk1"/>
              </a:buClr>
              <a:buSzPts val="400"/>
              <a:buFont typeface="Times New Roman"/>
              <a:buNone/>
              <a:defRPr sz="1440" b="1"/>
            </a:lvl1pPr>
            <a:lvl2pPr marL="3291840" lvl="1" indent="-822960" algn="l">
              <a:spcBef>
                <a:spcPts val="360"/>
              </a:spcBef>
              <a:spcAft>
                <a:spcPts val="0"/>
              </a:spcAft>
              <a:buClr>
                <a:schemeClr val="dk1"/>
              </a:buClr>
              <a:buSzPts val="400"/>
              <a:buFont typeface="Times New Roman"/>
              <a:buNone/>
              <a:defRPr sz="1440" b="1"/>
            </a:lvl2pPr>
            <a:lvl3pPr marL="4937760" lvl="2" indent="-822960" algn="l">
              <a:spcBef>
                <a:spcPts val="360"/>
              </a:spcBef>
              <a:spcAft>
                <a:spcPts val="0"/>
              </a:spcAft>
              <a:buClr>
                <a:schemeClr val="dk1"/>
              </a:buClr>
              <a:buSzPts val="300"/>
              <a:buFont typeface="Times New Roman"/>
              <a:buNone/>
              <a:defRPr sz="1080" b="1"/>
            </a:lvl3pPr>
            <a:lvl4pPr marL="6583680" lvl="3" indent="-822960" algn="l">
              <a:spcBef>
                <a:spcPts val="360"/>
              </a:spcBef>
              <a:spcAft>
                <a:spcPts val="0"/>
              </a:spcAft>
              <a:buClr>
                <a:schemeClr val="dk1"/>
              </a:buClr>
              <a:buSzPts val="300"/>
              <a:buFont typeface="Times New Roman"/>
              <a:buNone/>
              <a:defRPr sz="1080" b="1"/>
            </a:lvl4pPr>
            <a:lvl5pPr marL="8229600" lvl="4" indent="-822960" algn="l">
              <a:spcBef>
                <a:spcPts val="360"/>
              </a:spcBef>
              <a:spcAft>
                <a:spcPts val="0"/>
              </a:spcAft>
              <a:buClr>
                <a:schemeClr val="dk1"/>
              </a:buClr>
              <a:buSzPts val="300"/>
              <a:buFont typeface="Times New Roman"/>
              <a:buNone/>
              <a:defRPr sz="1080" b="1"/>
            </a:lvl5pPr>
            <a:lvl6pPr marL="9875520" lvl="5" indent="-822960" algn="l">
              <a:spcBef>
                <a:spcPts val="360"/>
              </a:spcBef>
              <a:spcAft>
                <a:spcPts val="0"/>
              </a:spcAft>
              <a:buClr>
                <a:schemeClr val="dk1"/>
              </a:buClr>
              <a:buSzPts val="300"/>
              <a:buFont typeface="Times New Roman"/>
              <a:buNone/>
              <a:defRPr sz="1080" b="1"/>
            </a:lvl6pPr>
            <a:lvl7pPr marL="11521440" lvl="6" indent="-822960" algn="l">
              <a:spcBef>
                <a:spcPts val="360"/>
              </a:spcBef>
              <a:spcAft>
                <a:spcPts val="0"/>
              </a:spcAft>
              <a:buClr>
                <a:schemeClr val="dk1"/>
              </a:buClr>
              <a:buSzPts val="300"/>
              <a:buFont typeface="Times New Roman"/>
              <a:buNone/>
              <a:defRPr sz="1080" b="1"/>
            </a:lvl7pPr>
            <a:lvl8pPr marL="13167360" lvl="7" indent="-822960" algn="l">
              <a:spcBef>
                <a:spcPts val="360"/>
              </a:spcBef>
              <a:spcAft>
                <a:spcPts val="0"/>
              </a:spcAft>
              <a:buClr>
                <a:schemeClr val="dk1"/>
              </a:buClr>
              <a:buSzPts val="300"/>
              <a:buFont typeface="Times New Roman"/>
              <a:buNone/>
              <a:defRPr sz="1080" b="1"/>
            </a:lvl8pPr>
            <a:lvl9pPr marL="14813280" lvl="8" indent="-822960" algn="l">
              <a:spcBef>
                <a:spcPts val="360"/>
              </a:spcBef>
              <a:spcAft>
                <a:spcPts val="0"/>
              </a:spcAft>
              <a:buClr>
                <a:schemeClr val="dk1"/>
              </a:buClr>
              <a:buSzPts val="300"/>
              <a:buFont typeface="Times New Roman"/>
              <a:buNone/>
              <a:defRPr sz="1080" b="1"/>
            </a:lvl9pPr>
          </a:lstStyle>
          <a:p>
            <a:endParaRPr/>
          </a:p>
        </p:txBody>
      </p:sp>
      <p:sp>
        <p:nvSpPr>
          <p:cNvPr id="94" name="Google Shape;94;p19"/>
          <p:cNvSpPr txBox="1">
            <a:spLocks noGrp="1"/>
          </p:cNvSpPr>
          <p:nvPr>
            <p:ph type="body" idx="4"/>
          </p:nvPr>
        </p:nvSpPr>
        <p:spPr>
          <a:xfrm>
            <a:off x="16721665" y="6959599"/>
            <a:ext cx="14551027" cy="12643908"/>
          </a:xfrm>
          <a:prstGeom prst="rect">
            <a:avLst/>
          </a:prstGeom>
          <a:noFill/>
          <a:ln>
            <a:noFill/>
          </a:ln>
        </p:spPr>
        <p:txBody>
          <a:bodyPr spcFirstLastPara="1" wrap="square" lIns="112350" tIns="56175" rIns="112350" bIns="56175" anchor="t" anchorCtr="0">
            <a:noAutofit/>
          </a:bodyPr>
          <a:lstStyle>
            <a:lvl1pPr marL="1645920" lvl="0" indent="-914400" algn="l">
              <a:spcBef>
                <a:spcPts val="360"/>
              </a:spcBef>
              <a:spcAft>
                <a:spcPts val="0"/>
              </a:spcAft>
              <a:buClr>
                <a:schemeClr val="dk1"/>
              </a:buClr>
              <a:buSzPts val="400"/>
              <a:buFont typeface="Times New Roman"/>
              <a:buChar char="•"/>
              <a:defRPr sz="1440"/>
            </a:lvl1pPr>
            <a:lvl2pPr marL="3291840" lvl="1" indent="-914400" algn="l">
              <a:spcBef>
                <a:spcPts val="360"/>
              </a:spcBef>
              <a:spcAft>
                <a:spcPts val="0"/>
              </a:spcAft>
              <a:buClr>
                <a:schemeClr val="dk1"/>
              </a:buClr>
              <a:buSzPts val="400"/>
              <a:buFont typeface="Times New Roman"/>
              <a:buChar char="–"/>
              <a:defRPr sz="1440"/>
            </a:lvl2pPr>
            <a:lvl3pPr marL="4937760" lvl="2" indent="-891540" algn="l">
              <a:spcBef>
                <a:spcPts val="360"/>
              </a:spcBef>
              <a:spcAft>
                <a:spcPts val="0"/>
              </a:spcAft>
              <a:buClr>
                <a:schemeClr val="dk1"/>
              </a:buClr>
              <a:buSzPts val="300"/>
              <a:buFont typeface="Times New Roman"/>
              <a:buChar char="•"/>
              <a:defRPr sz="1080"/>
            </a:lvl3pPr>
            <a:lvl4pPr marL="6583680" lvl="3" indent="-891540" algn="l">
              <a:spcBef>
                <a:spcPts val="360"/>
              </a:spcBef>
              <a:spcAft>
                <a:spcPts val="0"/>
              </a:spcAft>
              <a:buClr>
                <a:schemeClr val="dk1"/>
              </a:buClr>
              <a:buSzPts val="300"/>
              <a:buFont typeface="Times New Roman"/>
              <a:buChar char="–"/>
              <a:defRPr sz="1080"/>
            </a:lvl4pPr>
            <a:lvl5pPr marL="8229600" lvl="4" indent="-891540" algn="l">
              <a:spcBef>
                <a:spcPts val="360"/>
              </a:spcBef>
              <a:spcAft>
                <a:spcPts val="0"/>
              </a:spcAft>
              <a:buClr>
                <a:schemeClr val="dk1"/>
              </a:buClr>
              <a:buSzPts val="300"/>
              <a:buFont typeface="Times New Roman"/>
              <a:buChar char="»"/>
              <a:defRPr sz="1080"/>
            </a:lvl5pPr>
            <a:lvl6pPr marL="9875520" lvl="5" indent="-891540" algn="l">
              <a:spcBef>
                <a:spcPts val="360"/>
              </a:spcBef>
              <a:spcAft>
                <a:spcPts val="0"/>
              </a:spcAft>
              <a:buClr>
                <a:schemeClr val="dk1"/>
              </a:buClr>
              <a:buSzPts val="300"/>
              <a:buFont typeface="Times New Roman"/>
              <a:buChar char="»"/>
              <a:defRPr sz="1080"/>
            </a:lvl6pPr>
            <a:lvl7pPr marL="11521440" lvl="6" indent="-891540" algn="l">
              <a:spcBef>
                <a:spcPts val="360"/>
              </a:spcBef>
              <a:spcAft>
                <a:spcPts val="0"/>
              </a:spcAft>
              <a:buClr>
                <a:schemeClr val="dk1"/>
              </a:buClr>
              <a:buSzPts val="300"/>
              <a:buFont typeface="Times New Roman"/>
              <a:buChar char="»"/>
              <a:defRPr sz="1080"/>
            </a:lvl7pPr>
            <a:lvl8pPr marL="13167360" lvl="7" indent="-891540" algn="l">
              <a:spcBef>
                <a:spcPts val="360"/>
              </a:spcBef>
              <a:spcAft>
                <a:spcPts val="0"/>
              </a:spcAft>
              <a:buClr>
                <a:schemeClr val="dk1"/>
              </a:buClr>
              <a:buSzPts val="300"/>
              <a:buFont typeface="Times New Roman"/>
              <a:buChar char="»"/>
              <a:defRPr sz="1080"/>
            </a:lvl8pPr>
            <a:lvl9pPr marL="14813280" lvl="8" indent="-891540" algn="l">
              <a:spcBef>
                <a:spcPts val="360"/>
              </a:spcBef>
              <a:spcAft>
                <a:spcPts val="0"/>
              </a:spcAft>
              <a:buClr>
                <a:schemeClr val="dk1"/>
              </a:buClr>
              <a:buSzPts val="300"/>
              <a:buFont typeface="Times New Roman"/>
              <a:buChar char="»"/>
              <a:defRPr sz="1080"/>
            </a:lvl9pPr>
          </a:lstStyle>
          <a:p>
            <a:endParaRPr/>
          </a:p>
        </p:txBody>
      </p:sp>
      <p:sp>
        <p:nvSpPr>
          <p:cNvPr id="95" name="Google Shape;95;p19"/>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96" name="Google Shape;96;p19"/>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97" name="Google Shape;97;p19"/>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8"/>
        <p:cNvGrpSpPr/>
        <p:nvPr/>
      </p:nvGrpSpPr>
      <p:grpSpPr>
        <a:xfrm>
          <a:off x="0" y="0"/>
          <a:ext cx="0" cy="0"/>
          <a:chOff x="0" y="0"/>
          <a:chExt cx="0" cy="0"/>
        </a:xfrm>
      </p:grpSpPr>
      <p:sp>
        <p:nvSpPr>
          <p:cNvPr id="99" name="Google Shape;99;p20"/>
          <p:cNvSpPr txBox="1">
            <a:spLocks noGrp="1"/>
          </p:cNvSpPr>
          <p:nvPr>
            <p:ph type="title"/>
          </p:nvPr>
        </p:nvSpPr>
        <p:spPr>
          <a:xfrm>
            <a:off x="2470547" y="1950511"/>
            <a:ext cx="27977306" cy="3657600"/>
          </a:xfrm>
          <a:prstGeom prst="rect">
            <a:avLst/>
          </a:prstGeom>
          <a:noFill/>
          <a:ln>
            <a:noFill/>
          </a:ln>
        </p:spPr>
        <p:txBody>
          <a:bodyPr spcFirstLastPara="1" wrap="square" lIns="112350" tIns="56175" rIns="112350" bIns="56175" anchor="ctr" anchorCtr="0">
            <a:noAutofit/>
          </a:bodyPr>
          <a:lstStyle>
            <a:lvl1pPr lvl="0" algn="ctr">
              <a:spcBef>
                <a:spcPts val="0"/>
              </a:spcBef>
              <a:spcAft>
                <a:spcPts val="0"/>
              </a:spcAft>
              <a:buSzPts val="400"/>
              <a:buNone/>
              <a:defRPr/>
            </a:lvl1pPr>
            <a:lvl2pPr lvl="1" algn="ctr">
              <a:spcBef>
                <a:spcPts val="0"/>
              </a:spcBef>
              <a:spcAft>
                <a:spcPts val="0"/>
              </a:spcAft>
              <a:buSzPts val="400"/>
              <a:buNone/>
              <a:defRPr/>
            </a:lvl2pPr>
            <a:lvl3pPr lvl="2" algn="ctr">
              <a:spcBef>
                <a:spcPts val="0"/>
              </a:spcBef>
              <a:spcAft>
                <a:spcPts val="0"/>
              </a:spcAft>
              <a:buSzPts val="400"/>
              <a:buNone/>
              <a:defRPr/>
            </a:lvl3pPr>
            <a:lvl4pPr lvl="3" algn="ctr">
              <a:spcBef>
                <a:spcPts val="0"/>
              </a:spcBef>
              <a:spcAft>
                <a:spcPts val="0"/>
              </a:spcAft>
              <a:buSzPts val="400"/>
              <a:buNone/>
              <a:defRPr/>
            </a:lvl4pPr>
            <a:lvl5pPr lvl="4" algn="ctr">
              <a:spcBef>
                <a:spcPts val="0"/>
              </a:spcBef>
              <a:spcAft>
                <a:spcPts val="0"/>
              </a:spcAft>
              <a:buSzPts val="400"/>
              <a:buNone/>
              <a:defRPr/>
            </a:lvl5pPr>
            <a:lvl6pPr lvl="5" algn="ctr">
              <a:spcBef>
                <a:spcPts val="0"/>
              </a:spcBef>
              <a:spcAft>
                <a:spcPts val="0"/>
              </a:spcAft>
              <a:buSzPts val="400"/>
              <a:buNone/>
              <a:defRPr/>
            </a:lvl6pPr>
            <a:lvl7pPr lvl="6" algn="ctr">
              <a:spcBef>
                <a:spcPts val="0"/>
              </a:spcBef>
              <a:spcAft>
                <a:spcPts val="0"/>
              </a:spcAft>
              <a:buSzPts val="400"/>
              <a:buNone/>
              <a:defRPr/>
            </a:lvl7pPr>
            <a:lvl8pPr lvl="7" algn="ctr">
              <a:spcBef>
                <a:spcPts val="0"/>
              </a:spcBef>
              <a:spcAft>
                <a:spcPts val="0"/>
              </a:spcAft>
              <a:buSzPts val="400"/>
              <a:buNone/>
              <a:defRPr/>
            </a:lvl8pPr>
            <a:lvl9pPr lvl="8" algn="ctr">
              <a:spcBef>
                <a:spcPts val="0"/>
              </a:spcBef>
              <a:spcAft>
                <a:spcPts val="0"/>
              </a:spcAft>
              <a:buSzPts val="400"/>
              <a:buNone/>
              <a:defRPr/>
            </a:lvl9pPr>
          </a:lstStyle>
          <a:p>
            <a:endParaRPr/>
          </a:p>
        </p:txBody>
      </p:sp>
      <p:sp>
        <p:nvSpPr>
          <p:cNvPr id="100" name="Google Shape;100;p20"/>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101" name="Google Shape;101;p20"/>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102" name="Google Shape;102;p20"/>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3"/>
        <p:cNvGrpSpPr/>
        <p:nvPr/>
      </p:nvGrpSpPr>
      <p:grpSpPr>
        <a:xfrm>
          <a:off x="0" y="0"/>
          <a:ext cx="0" cy="0"/>
          <a:chOff x="0" y="0"/>
          <a:chExt cx="0" cy="0"/>
        </a:xfrm>
      </p:grpSpPr>
      <p:sp>
        <p:nvSpPr>
          <p:cNvPr id="104" name="Google Shape;104;p21"/>
          <p:cNvSpPr txBox="1">
            <a:spLocks noGrp="1"/>
          </p:cNvSpPr>
          <p:nvPr>
            <p:ph type="title"/>
          </p:nvPr>
        </p:nvSpPr>
        <p:spPr>
          <a:xfrm>
            <a:off x="1645709" y="874187"/>
            <a:ext cx="10829927" cy="3717926"/>
          </a:xfrm>
          <a:prstGeom prst="rect">
            <a:avLst/>
          </a:prstGeom>
          <a:noFill/>
          <a:ln>
            <a:noFill/>
          </a:ln>
        </p:spPr>
        <p:txBody>
          <a:bodyPr spcFirstLastPara="1" wrap="square" lIns="112350" tIns="56175" rIns="112350" bIns="56175" anchor="b" anchorCtr="0">
            <a:noAutofit/>
          </a:bodyPr>
          <a:lstStyle>
            <a:lvl1pPr lvl="0" algn="l">
              <a:spcBef>
                <a:spcPts val="0"/>
              </a:spcBef>
              <a:spcAft>
                <a:spcPts val="0"/>
              </a:spcAft>
              <a:buSzPts val="400"/>
              <a:buNone/>
              <a:defRPr sz="1440" b="1"/>
            </a:lvl1pPr>
            <a:lvl2pPr lvl="1" algn="ctr">
              <a:spcBef>
                <a:spcPts val="0"/>
              </a:spcBef>
              <a:spcAft>
                <a:spcPts val="0"/>
              </a:spcAft>
              <a:buSzPts val="400"/>
              <a:buNone/>
              <a:defRPr/>
            </a:lvl2pPr>
            <a:lvl3pPr lvl="2" algn="ctr">
              <a:spcBef>
                <a:spcPts val="0"/>
              </a:spcBef>
              <a:spcAft>
                <a:spcPts val="0"/>
              </a:spcAft>
              <a:buSzPts val="400"/>
              <a:buNone/>
              <a:defRPr/>
            </a:lvl3pPr>
            <a:lvl4pPr lvl="3" algn="ctr">
              <a:spcBef>
                <a:spcPts val="0"/>
              </a:spcBef>
              <a:spcAft>
                <a:spcPts val="0"/>
              </a:spcAft>
              <a:buSzPts val="400"/>
              <a:buNone/>
              <a:defRPr/>
            </a:lvl4pPr>
            <a:lvl5pPr lvl="4" algn="ctr">
              <a:spcBef>
                <a:spcPts val="0"/>
              </a:spcBef>
              <a:spcAft>
                <a:spcPts val="0"/>
              </a:spcAft>
              <a:buSzPts val="400"/>
              <a:buNone/>
              <a:defRPr/>
            </a:lvl5pPr>
            <a:lvl6pPr lvl="5" algn="ctr">
              <a:spcBef>
                <a:spcPts val="0"/>
              </a:spcBef>
              <a:spcAft>
                <a:spcPts val="0"/>
              </a:spcAft>
              <a:buSzPts val="400"/>
              <a:buNone/>
              <a:defRPr/>
            </a:lvl6pPr>
            <a:lvl7pPr lvl="6" algn="ctr">
              <a:spcBef>
                <a:spcPts val="0"/>
              </a:spcBef>
              <a:spcAft>
                <a:spcPts val="0"/>
              </a:spcAft>
              <a:buSzPts val="400"/>
              <a:buNone/>
              <a:defRPr/>
            </a:lvl7pPr>
            <a:lvl8pPr lvl="7" algn="ctr">
              <a:spcBef>
                <a:spcPts val="0"/>
              </a:spcBef>
              <a:spcAft>
                <a:spcPts val="0"/>
              </a:spcAft>
              <a:buSzPts val="400"/>
              <a:buNone/>
              <a:defRPr/>
            </a:lvl8pPr>
            <a:lvl9pPr lvl="8" algn="ctr">
              <a:spcBef>
                <a:spcPts val="0"/>
              </a:spcBef>
              <a:spcAft>
                <a:spcPts val="0"/>
              </a:spcAft>
              <a:buSzPts val="400"/>
              <a:buNone/>
              <a:defRPr/>
            </a:lvl9pPr>
          </a:lstStyle>
          <a:p>
            <a:endParaRPr/>
          </a:p>
        </p:txBody>
      </p:sp>
      <p:sp>
        <p:nvSpPr>
          <p:cNvPr id="105" name="Google Shape;105;p21"/>
          <p:cNvSpPr txBox="1">
            <a:spLocks noGrp="1"/>
          </p:cNvSpPr>
          <p:nvPr>
            <p:ph type="body" idx="1"/>
          </p:nvPr>
        </p:nvSpPr>
        <p:spPr>
          <a:xfrm>
            <a:off x="12870392" y="874184"/>
            <a:ext cx="18402300" cy="18729327"/>
          </a:xfrm>
          <a:prstGeom prst="rect">
            <a:avLst/>
          </a:prstGeom>
          <a:noFill/>
          <a:ln>
            <a:noFill/>
          </a:ln>
        </p:spPr>
        <p:txBody>
          <a:bodyPr spcFirstLastPara="1" wrap="square" lIns="112350" tIns="56175" rIns="112350" bIns="56175" anchor="t" anchorCtr="0">
            <a:noAutofit/>
          </a:bodyPr>
          <a:lstStyle>
            <a:lvl1pPr marL="1645920" lvl="0" indent="-960120" algn="l">
              <a:spcBef>
                <a:spcPts val="360"/>
              </a:spcBef>
              <a:spcAft>
                <a:spcPts val="0"/>
              </a:spcAft>
              <a:buClr>
                <a:schemeClr val="dk1"/>
              </a:buClr>
              <a:buSzPts val="600"/>
              <a:buFont typeface="Times New Roman"/>
              <a:buChar char="•"/>
              <a:defRPr sz="2160"/>
            </a:lvl1pPr>
            <a:lvl2pPr marL="3291840" lvl="1" indent="-937260" algn="l">
              <a:spcBef>
                <a:spcPts val="360"/>
              </a:spcBef>
              <a:spcAft>
                <a:spcPts val="0"/>
              </a:spcAft>
              <a:buClr>
                <a:schemeClr val="dk1"/>
              </a:buClr>
              <a:buSzPts val="500"/>
              <a:buFont typeface="Times New Roman"/>
              <a:buChar char="–"/>
              <a:defRPr sz="1800"/>
            </a:lvl2pPr>
            <a:lvl3pPr marL="4937760" lvl="2" indent="-914400" algn="l">
              <a:spcBef>
                <a:spcPts val="360"/>
              </a:spcBef>
              <a:spcAft>
                <a:spcPts val="0"/>
              </a:spcAft>
              <a:buClr>
                <a:schemeClr val="dk1"/>
              </a:buClr>
              <a:buSzPts val="400"/>
              <a:buFont typeface="Times New Roman"/>
              <a:buChar char="•"/>
              <a:defRPr sz="1440"/>
            </a:lvl3pPr>
            <a:lvl4pPr marL="6583680" lvl="3" indent="-914400" algn="l">
              <a:spcBef>
                <a:spcPts val="360"/>
              </a:spcBef>
              <a:spcAft>
                <a:spcPts val="0"/>
              </a:spcAft>
              <a:buClr>
                <a:schemeClr val="dk1"/>
              </a:buClr>
              <a:buSzPts val="400"/>
              <a:buFont typeface="Times New Roman"/>
              <a:buChar char="–"/>
              <a:defRPr sz="1440"/>
            </a:lvl4pPr>
            <a:lvl5pPr marL="8229600" lvl="4" indent="-914400" algn="l">
              <a:spcBef>
                <a:spcPts val="360"/>
              </a:spcBef>
              <a:spcAft>
                <a:spcPts val="0"/>
              </a:spcAft>
              <a:buClr>
                <a:schemeClr val="dk1"/>
              </a:buClr>
              <a:buSzPts val="400"/>
              <a:buFont typeface="Times New Roman"/>
              <a:buChar char="»"/>
              <a:defRPr sz="1440"/>
            </a:lvl5pPr>
            <a:lvl6pPr marL="9875520" lvl="5" indent="-914400" algn="l">
              <a:spcBef>
                <a:spcPts val="360"/>
              </a:spcBef>
              <a:spcAft>
                <a:spcPts val="0"/>
              </a:spcAft>
              <a:buClr>
                <a:schemeClr val="dk1"/>
              </a:buClr>
              <a:buSzPts val="400"/>
              <a:buFont typeface="Times New Roman"/>
              <a:buChar char="»"/>
              <a:defRPr sz="1440"/>
            </a:lvl6pPr>
            <a:lvl7pPr marL="11521440" lvl="6" indent="-914400" algn="l">
              <a:spcBef>
                <a:spcPts val="360"/>
              </a:spcBef>
              <a:spcAft>
                <a:spcPts val="0"/>
              </a:spcAft>
              <a:buClr>
                <a:schemeClr val="dk1"/>
              </a:buClr>
              <a:buSzPts val="400"/>
              <a:buFont typeface="Times New Roman"/>
              <a:buChar char="»"/>
              <a:defRPr sz="1440"/>
            </a:lvl7pPr>
            <a:lvl8pPr marL="13167360" lvl="7" indent="-914400" algn="l">
              <a:spcBef>
                <a:spcPts val="360"/>
              </a:spcBef>
              <a:spcAft>
                <a:spcPts val="0"/>
              </a:spcAft>
              <a:buClr>
                <a:schemeClr val="dk1"/>
              </a:buClr>
              <a:buSzPts val="400"/>
              <a:buFont typeface="Times New Roman"/>
              <a:buChar char="»"/>
              <a:defRPr sz="1440"/>
            </a:lvl8pPr>
            <a:lvl9pPr marL="14813280" lvl="8" indent="-914400" algn="l">
              <a:spcBef>
                <a:spcPts val="360"/>
              </a:spcBef>
              <a:spcAft>
                <a:spcPts val="0"/>
              </a:spcAft>
              <a:buClr>
                <a:schemeClr val="dk1"/>
              </a:buClr>
              <a:buSzPts val="400"/>
              <a:buFont typeface="Times New Roman"/>
              <a:buChar char="»"/>
              <a:defRPr sz="1440"/>
            </a:lvl9pPr>
          </a:lstStyle>
          <a:p>
            <a:endParaRPr/>
          </a:p>
        </p:txBody>
      </p:sp>
      <p:sp>
        <p:nvSpPr>
          <p:cNvPr id="106" name="Google Shape;106;p21"/>
          <p:cNvSpPr txBox="1">
            <a:spLocks noGrp="1"/>
          </p:cNvSpPr>
          <p:nvPr>
            <p:ph type="body" idx="2"/>
          </p:nvPr>
        </p:nvSpPr>
        <p:spPr>
          <a:xfrm>
            <a:off x="1645709" y="4592113"/>
            <a:ext cx="10829927" cy="15011401"/>
          </a:xfrm>
          <a:prstGeom prst="rect">
            <a:avLst/>
          </a:prstGeom>
          <a:noFill/>
          <a:ln>
            <a:noFill/>
          </a:ln>
        </p:spPr>
        <p:txBody>
          <a:bodyPr spcFirstLastPara="1" wrap="square" lIns="112350" tIns="56175" rIns="112350" bIns="56175" anchor="t" anchorCtr="0">
            <a:noAutofit/>
          </a:bodyPr>
          <a:lstStyle>
            <a:lvl1pPr marL="1645920" lvl="0" indent="-822960" algn="l">
              <a:spcBef>
                <a:spcPts val="0"/>
              </a:spcBef>
              <a:spcAft>
                <a:spcPts val="0"/>
              </a:spcAft>
              <a:buClr>
                <a:schemeClr val="dk1"/>
              </a:buClr>
              <a:buSzPts val="200"/>
              <a:buFont typeface="Times New Roman"/>
              <a:buNone/>
              <a:defRPr sz="720"/>
            </a:lvl1pPr>
            <a:lvl2pPr marL="3291840" lvl="1" indent="-822960" algn="l">
              <a:spcBef>
                <a:spcPts val="0"/>
              </a:spcBef>
              <a:spcAft>
                <a:spcPts val="0"/>
              </a:spcAft>
              <a:buClr>
                <a:schemeClr val="dk1"/>
              </a:buClr>
              <a:buSzPts val="200"/>
              <a:buFont typeface="Times New Roman"/>
              <a:buNone/>
              <a:defRPr sz="720"/>
            </a:lvl2pPr>
            <a:lvl3pPr marL="4937760" lvl="2" indent="-822960" algn="l">
              <a:spcBef>
                <a:spcPts val="0"/>
              </a:spcBef>
              <a:spcAft>
                <a:spcPts val="0"/>
              </a:spcAft>
              <a:buClr>
                <a:schemeClr val="dk1"/>
              </a:buClr>
              <a:buSzPts val="200"/>
              <a:buFont typeface="Times New Roman"/>
              <a:buNone/>
              <a:defRPr sz="720"/>
            </a:lvl3pPr>
            <a:lvl4pPr marL="6583680" lvl="3" indent="-822960" algn="l">
              <a:spcBef>
                <a:spcPts val="0"/>
              </a:spcBef>
              <a:spcAft>
                <a:spcPts val="0"/>
              </a:spcAft>
              <a:buClr>
                <a:schemeClr val="dk1"/>
              </a:buClr>
              <a:buSzPts val="200"/>
              <a:buFont typeface="Times New Roman"/>
              <a:buNone/>
              <a:defRPr sz="720"/>
            </a:lvl4pPr>
            <a:lvl5pPr marL="8229600" lvl="4" indent="-822960" algn="l">
              <a:spcBef>
                <a:spcPts val="0"/>
              </a:spcBef>
              <a:spcAft>
                <a:spcPts val="0"/>
              </a:spcAft>
              <a:buClr>
                <a:schemeClr val="dk1"/>
              </a:buClr>
              <a:buSzPts val="200"/>
              <a:buFont typeface="Times New Roman"/>
              <a:buNone/>
              <a:defRPr sz="720"/>
            </a:lvl5pPr>
            <a:lvl6pPr marL="9875520" lvl="5" indent="-822960" algn="l">
              <a:spcBef>
                <a:spcPts val="0"/>
              </a:spcBef>
              <a:spcAft>
                <a:spcPts val="0"/>
              </a:spcAft>
              <a:buClr>
                <a:schemeClr val="dk1"/>
              </a:buClr>
              <a:buSzPts val="200"/>
              <a:buFont typeface="Times New Roman"/>
              <a:buNone/>
              <a:defRPr sz="720"/>
            </a:lvl6pPr>
            <a:lvl7pPr marL="11521440" lvl="6" indent="-822960" algn="l">
              <a:spcBef>
                <a:spcPts val="0"/>
              </a:spcBef>
              <a:spcAft>
                <a:spcPts val="0"/>
              </a:spcAft>
              <a:buClr>
                <a:schemeClr val="dk1"/>
              </a:buClr>
              <a:buSzPts val="200"/>
              <a:buFont typeface="Times New Roman"/>
              <a:buNone/>
              <a:defRPr sz="720"/>
            </a:lvl7pPr>
            <a:lvl8pPr marL="13167360" lvl="7" indent="-822960" algn="l">
              <a:spcBef>
                <a:spcPts val="0"/>
              </a:spcBef>
              <a:spcAft>
                <a:spcPts val="0"/>
              </a:spcAft>
              <a:buClr>
                <a:schemeClr val="dk1"/>
              </a:buClr>
              <a:buSzPts val="200"/>
              <a:buFont typeface="Times New Roman"/>
              <a:buNone/>
              <a:defRPr sz="720"/>
            </a:lvl8pPr>
            <a:lvl9pPr marL="14813280" lvl="8" indent="-822960" algn="l">
              <a:spcBef>
                <a:spcPts val="0"/>
              </a:spcBef>
              <a:spcAft>
                <a:spcPts val="0"/>
              </a:spcAft>
              <a:buClr>
                <a:schemeClr val="dk1"/>
              </a:buClr>
              <a:buSzPts val="200"/>
              <a:buFont typeface="Times New Roman"/>
              <a:buNone/>
              <a:defRPr sz="720"/>
            </a:lvl9pPr>
          </a:lstStyle>
          <a:p>
            <a:endParaRPr/>
          </a:p>
        </p:txBody>
      </p:sp>
      <p:sp>
        <p:nvSpPr>
          <p:cNvPr id="107" name="Google Shape;107;p21"/>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108" name="Google Shape;108;p21"/>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109" name="Google Shape;109;p21"/>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0"/>
        <p:cNvGrpSpPr/>
        <p:nvPr/>
      </p:nvGrpSpPr>
      <p:grpSpPr>
        <a:xfrm>
          <a:off x="0" y="0"/>
          <a:ext cx="0" cy="0"/>
          <a:chOff x="0" y="0"/>
          <a:chExt cx="0" cy="0"/>
        </a:xfrm>
      </p:grpSpPr>
      <p:sp>
        <p:nvSpPr>
          <p:cNvPr id="111" name="Google Shape;111;p22"/>
          <p:cNvSpPr txBox="1">
            <a:spLocks noGrp="1"/>
          </p:cNvSpPr>
          <p:nvPr>
            <p:ph type="title"/>
          </p:nvPr>
        </p:nvSpPr>
        <p:spPr>
          <a:xfrm>
            <a:off x="6452660" y="15361711"/>
            <a:ext cx="19750619" cy="1813982"/>
          </a:xfrm>
          <a:prstGeom prst="rect">
            <a:avLst/>
          </a:prstGeom>
          <a:noFill/>
          <a:ln>
            <a:noFill/>
          </a:ln>
        </p:spPr>
        <p:txBody>
          <a:bodyPr spcFirstLastPara="1" wrap="square" lIns="112350" tIns="56175" rIns="112350" bIns="56175" anchor="b" anchorCtr="0">
            <a:noAutofit/>
          </a:bodyPr>
          <a:lstStyle>
            <a:lvl1pPr lvl="0" algn="l">
              <a:spcBef>
                <a:spcPts val="0"/>
              </a:spcBef>
              <a:spcAft>
                <a:spcPts val="0"/>
              </a:spcAft>
              <a:buSzPts val="400"/>
              <a:buNone/>
              <a:defRPr sz="1440" b="1"/>
            </a:lvl1pPr>
            <a:lvl2pPr lvl="1" algn="ctr">
              <a:spcBef>
                <a:spcPts val="0"/>
              </a:spcBef>
              <a:spcAft>
                <a:spcPts val="0"/>
              </a:spcAft>
              <a:buSzPts val="400"/>
              <a:buNone/>
              <a:defRPr/>
            </a:lvl2pPr>
            <a:lvl3pPr lvl="2" algn="ctr">
              <a:spcBef>
                <a:spcPts val="0"/>
              </a:spcBef>
              <a:spcAft>
                <a:spcPts val="0"/>
              </a:spcAft>
              <a:buSzPts val="400"/>
              <a:buNone/>
              <a:defRPr/>
            </a:lvl3pPr>
            <a:lvl4pPr lvl="3" algn="ctr">
              <a:spcBef>
                <a:spcPts val="0"/>
              </a:spcBef>
              <a:spcAft>
                <a:spcPts val="0"/>
              </a:spcAft>
              <a:buSzPts val="400"/>
              <a:buNone/>
              <a:defRPr/>
            </a:lvl4pPr>
            <a:lvl5pPr lvl="4" algn="ctr">
              <a:spcBef>
                <a:spcPts val="0"/>
              </a:spcBef>
              <a:spcAft>
                <a:spcPts val="0"/>
              </a:spcAft>
              <a:buSzPts val="400"/>
              <a:buNone/>
              <a:defRPr/>
            </a:lvl5pPr>
            <a:lvl6pPr lvl="5" algn="ctr">
              <a:spcBef>
                <a:spcPts val="0"/>
              </a:spcBef>
              <a:spcAft>
                <a:spcPts val="0"/>
              </a:spcAft>
              <a:buSzPts val="400"/>
              <a:buNone/>
              <a:defRPr/>
            </a:lvl6pPr>
            <a:lvl7pPr lvl="6" algn="ctr">
              <a:spcBef>
                <a:spcPts val="0"/>
              </a:spcBef>
              <a:spcAft>
                <a:spcPts val="0"/>
              </a:spcAft>
              <a:buSzPts val="400"/>
              <a:buNone/>
              <a:defRPr/>
            </a:lvl7pPr>
            <a:lvl8pPr lvl="7" algn="ctr">
              <a:spcBef>
                <a:spcPts val="0"/>
              </a:spcBef>
              <a:spcAft>
                <a:spcPts val="0"/>
              </a:spcAft>
              <a:buSzPts val="400"/>
              <a:buNone/>
              <a:defRPr/>
            </a:lvl8pPr>
            <a:lvl9pPr lvl="8" algn="ctr">
              <a:spcBef>
                <a:spcPts val="0"/>
              </a:spcBef>
              <a:spcAft>
                <a:spcPts val="0"/>
              </a:spcAft>
              <a:buSzPts val="400"/>
              <a:buNone/>
              <a:defRPr/>
            </a:lvl9pPr>
          </a:lstStyle>
          <a:p>
            <a:endParaRPr/>
          </a:p>
        </p:txBody>
      </p:sp>
      <p:sp>
        <p:nvSpPr>
          <p:cNvPr id="112" name="Google Shape;112;p22"/>
          <p:cNvSpPr>
            <a:spLocks noGrp="1"/>
          </p:cNvSpPr>
          <p:nvPr>
            <p:ph type="pic" idx="2"/>
          </p:nvPr>
        </p:nvSpPr>
        <p:spPr>
          <a:xfrm>
            <a:off x="6452660" y="1961095"/>
            <a:ext cx="19750619" cy="13166724"/>
          </a:xfrm>
          <a:prstGeom prst="rect">
            <a:avLst/>
          </a:prstGeom>
          <a:noFill/>
          <a:ln>
            <a:noFill/>
          </a:ln>
        </p:spPr>
      </p:sp>
      <p:sp>
        <p:nvSpPr>
          <p:cNvPr id="113" name="Google Shape;113;p22"/>
          <p:cNvSpPr txBox="1">
            <a:spLocks noGrp="1"/>
          </p:cNvSpPr>
          <p:nvPr>
            <p:ph type="body" idx="1"/>
          </p:nvPr>
        </p:nvSpPr>
        <p:spPr>
          <a:xfrm>
            <a:off x="6452660" y="17175693"/>
            <a:ext cx="19750619" cy="2574925"/>
          </a:xfrm>
          <a:prstGeom prst="rect">
            <a:avLst/>
          </a:prstGeom>
          <a:noFill/>
          <a:ln>
            <a:noFill/>
          </a:ln>
        </p:spPr>
        <p:txBody>
          <a:bodyPr spcFirstLastPara="1" wrap="square" lIns="112350" tIns="56175" rIns="112350" bIns="56175" anchor="t" anchorCtr="0">
            <a:noAutofit/>
          </a:bodyPr>
          <a:lstStyle>
            <a:lvl1pPr marL="1645920" lvl="0" indent="-822960" algn="l">
              <a:spcBef>
                <a:spcPts val="0"/>
              </a:spcBef>
              <a:spcAft>
                <a:spcPts val="0"/>
              </a:spcAft>
              <a:buClr>
                <a:schemeClr val="dk1"/>
              </a:buClr>
              <a:buSzPts val="200"/>
              <a:buFont typeface="Times New Roman"/>
              <a:buNone/>
              <a:defRPr sz="720"/>
            </a:lvl1pPr>
            <a:lvl2pPr marL="3291840" lvl="1" indent="-822960" algn="l">
              <a:spcBef>
                <a:spcPts val="0"/>
              </a:spcBef>
              <a:spcAft>
                <a:spcPts val="0"/>
              </a:spcAft>
              <a:buClr>
                <a:schemeClr val="dk1"/>
              </a:buClr>
              <a:buSzPts val="200"/>
              <a:buFont typeface="Times New Roman"/>
              <a:buNone/>
              <a:defRPr sz="720"/>
            </a:lvl2pPr>
            <a:lvl3pPr marL="4937760" lvl="2" indent="-822960" algn="l">
              <a:spcBef>
                <a:spcPts val="0"/>
              </a:spcBef>
              <a:spcAft>
                <a:spcPts val="0"/>
              </a:spcAft>
              <a:buClr>
                <a:schemeClr val="dk1"/>
              </a:buClr>
              <a:buSzPts val="200"/>
              <a:buFont typeface="Times New Roman"/>
              <a:buNone/>
              <a:defRPr sz="720"/>
            </a:lvl3pPr>
            <a:lvl4pPr marL="6583680" lvl="3" indent="-822960" algn="l">
              <a:spcBef>
                <a:spcPts val="0"/>
              </a:spcBef>
              <a:spcAft>
                <a:spcPts val="0"/>
              </a:spcAft>
              <a:buClr>
                <a:schemeClr val="dk1"/>
              </a:buClr>
              <a:buSzPts val="200"/>
              <a:buFont typeface="Times New Roman"/>
              <a:buNone/>
              <a:defRPr sz="720"/>
            </a:lvl4pPr>
            <a:lvl5pPr marL="8229600" lvl="4" indent="-822960" algn="l">
              <a:spcBef>
                <a:spcPts val="0"/>
              </a:spcBef>
              <a:spcAft>
                <a:spcPts val="0"/>
              </a:spcAft>
              <a:buClr>
                <a:schemeClr val="dk1"/>
              </a:buClr>
              <a:buSzPts val="200"/>
              <a:buFont typeface="Times New Roman"/>
              <a:buNone/>
              <a:defRPr sz="720"/>
            </a:lvl5pPr>
            <a:lvl6pPr marL="9875520" lvl="5" indent="-822960" algn="l">
              <a:spcBef>
                <a:spcPts val="0"/>
              </a:spcBef>
              <a:spcAft>
                <a:spcPts val="0"/>
              </a:spcAft>
              <a:buClr>
                <a:schemeClr val="dk1"/>
              </a:buClr>
              <a:buSzPts val="200"/>
              <a:buFont typeface="Times New Roman"/>
              <a:buNone/>
              <a:defRPr sz="720"/>
            </a:lvl6pPr>
            <a:lvl7pPr marL="11521440" lvl="6" indent="-822960" algn="l">
              <a:spcBef>
                <a:spcPts val="0"/>
              </a:spcBef>
              <a:spcAft>
                <a:spcPts val="0"/>
              </a:spcAft>
              <a:buClr>
                <a:schemeClr val="dk1"/>
              </a:buClr>
              <a:buSzPts val="200"/>
              <a:buFont typeface="Times New Roman"/>
              <a:buNone/>
              <a:defRPr sz="720"/>
            </a:lvl7pPr>
            <a:lvl8pPr marL="13167360" lvl="7" indent="-822960" algn="l">
              <a:spcBef>
                <a:spcPts val="0"/>
              </a:spcBef>
              <a:spcAft>
                <a:spcPts val="0"/>
              </a:spcAft>
              <a:buClr>
                <a:schemeClr val="dk1"/>
              </a:buClr>
              <a:buSzPts val="200"/>
              <a:buFont typeface="Times New Roman"/>
              <a:buNone/>
              <a:defRPr sz="720"/>
            </a:lvl8pPr>
            <a:lvl9pPr marL="14813280" lvl="8" indent="-822960" algn="l">
              <a:spcBef>
                <a:spcPts val="0"/>
              </a:spcBef>
              <a:spcAft>
                <a:spcPts val="0"/>
              </a:spcAft>
              <a:buClr>
                <a:schemeClr val="dk1"/>
              </a:buClr>
              <a:buSzPts val="200"/>
              <a:buFont typeface="Times New Roman"/>
              <a:buNone/>
              <a:defRPr sz="720"/>
            </a:lvl9pPr>
          </a:lstStyle>
          <a:p>
            <a:endParaRPr/>
          </a:p>
        </p:txBody>
      </p:sp>
      <p:sp>
        <p:nvSpPr>
          <p:cNvPr id="114" name="Google Shape;114;p22"/>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115" name="Google Shape;115;p22"/>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116" name="Google Shape;116;p22"/>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7"/>
        <p:cNvGrpSpPr/>
        <p:nvPr/>
      </p:nvGrpSpPr>
      <p:grpSpPr>
        <a:xfrm>
          <a:off x="0" y="0"/>
          <a:ext cx="0" cy="0"/>
          <a:chOff x="0" y="0"/>
          <a:chExt cx="0" cy="0"/>
        </a:xfrm>
      </p:grpSpPr>
      <p:sp>
        <p:nvSpPr>
          <p:cNvPr id="118" name="Google Shape;118;p23"/>
          <p:cNvSpPr txBox="1">
            <a:spLocks noGrp="1"/>
          </p:cNvSpPr>
          <p:nvPr>
            <p:ph type="title"/>
          </p:nvPr>
        </p:nvSpPr>
        <p:spPr>
          <a:xfrm>
            <a:off x="2470547" y="1950511"/>
            <a:ext cx="27977306" cy="3657600"/>
          </a:xfrm>
          <a:prstGeom prst="rect">
            <a:avLst/>
          </a:prstGeom>
          <a:noFill/>
          <a:ln>
            <a:noFill/>
          </a:ln>
        </p:spPr>
        <p:txBody>
          <a:bodyPr spcFirstLastPara="1" wrap="square" lIns="112350" tIns="56175" rIns="112350" bIns="56175" anchor="ctr" anchorCtr="0">
            <a:noAutofit/>
          </a:bodyPr>
          <a:lstStyle>
            <a:lvl1pPr lvl="0" algn="ctr">
              <a:spcBef>
                <a:spcPts val="0"/>
              </a:spcBef>
              <a:spcAft>
                <a:spcPts val="0"/>
              </a:spcAft>
              <a:buSzPts val="400"/>
              <a:buNone/>
              <a:defRPr/>
            </a:lvl1pPr>
            <a:lvl2pPr lvl="1" algn="ctr">
              <a:spcBef>
                <a:spcPts val="0"/>
              </a:spcBef>
              <a:spcAft>
                <a:spcPts val="0"/>
              </a:spcAft>
              <a:buSzPts val="400"/>
              <a:buNone/>
              <a:defRPr/>
            </a:lvl2pPr>
            <a:lvl3pPr lvl="2" algn="ctr">
              <a:spcBef>
                <a:spcPts val="0"/>
              </a:spcBef>
              <a:spcAft>
                <a:spcPts val="0"/>
              </a:spcAft>
              <a:buSzPts val="400"/>
              <a:buNone/>
              <a:defRPr/>
            </a:lvl3pPr>
            <a:lvl4pPr lvl="3" algn="ctr">
              <a:spcBef>
                <a:spcPts val="0"/>
              </a:spcBef>
              <a:spcAft>
                <a:spcPts val="0"/>
              </a:spcAft>
              <a:buSzPts val="400"/>
              <a:buNone/>
              <a:defRPr/>
            </a:lvl4pPr>
            <a:lvl5pPr lvl="4" algn="ctr">
              <a:spcBef>
                <a:spcPts val="0"/>
              </a:spcBef>
              <a:spcAft>
                <a:spcPts val="0"/>
              </a:spcAft>
              <a:buSzPts val="400"/>
              <a:buNone/>
              <a:defRPr/>
            </a:lvl5pPr>
            <a:lvl6pPr lvl="5" algn="ctr">
              <a:spcBef>
                <a:spcPts val="0"/>
              </a:spcBef>
              <a:spcAft>
                <a:spcPts val="0"/>
              </a:spcAft>
              <a:buSzPts val="400"/>
              <a:buNone/>
              <a:defRPr/>
            </a:lvl6pPr>
            <a:lvl7pPr lvl="6" algn="ctr">
              <a:spcBef>
                <a:spcPts val="0"/>
              </a:spcBef>
              <a:spcAft>
                <a:spcPts val="0"/>
              </a:spcAft>
              <a:buSzPts val="400"/>
              <a:buNone/>
              <a:defRPr/>
            </a:lvl7pPr>
            <a:lvl8pPr lvl="7" algn="ctr">
              <a:spcBef>
                <a:spcPts val="0"/>
              </a:spcBef>
              <a:spcAft>
                <a:spcPts val="0"/>
              </a:spcAft>
              <a:buSzPts val="400"/>
              <a:buNone/>
              <a:defRPr/>
            </a:lvl8pPr>
            <a:lvl9pPr lvl="8" algn="ctr">
              <a:spcBef>
                <a:spcPts val="0"/>
              </a:spcBef>
              <a:spcAft>
                <a:spcPts val="0"/>
              </a:spcAft>
              <a:buSzPts val="400"/>
              <a:buNone/>
              <a:defRPr/>
            </a:lvl9pPr>
          </a:lstStyle>
          <a:p>
            <a:endParaRPr/>
          </a:p>
        </p:txBody>
      </p:sp>
      <p:sp>
        <p:nvSpPr>
          <p:cNvPr id="119" name="Google Shape;119;p23"/>
          <p:cNvSpPr txBox="1">
            <a:spLocks noGrp="1"/>
          </p:cNvSpPr>
          <p:nvPr>
            <p:ph type="body" idx="1"/>
          </p:nvPr>
        </p:nvSpPr>
        <p:spPr>
          <a:xfrm rot="5400000">
            <a:off x="9875313" y="-1065346"/>
            <a:ext cx="13167782" cy="27977306"/>
          </a:xfrm>
          <a:prstGeom prst="rect">
            <a:avLst/>
          </a:prstGeom>
          <a:noFill/>
          <a:ln>
            <a:noFill/>
          </a:ln>
        </p:spPr>
        <p:txBody>
          <a:bodyPr spcFirstLastPara="1" wrap="square" lIns="112350" tIns="56175" rIns="112350" bIns="56175" anchor="t" anchorCtr="0">
            <a:noAutofit/>
          </a:bodyPr>
          <a:lstStyle>
            <a:lvl1pPr marL="1645920" lvl="0" indent="-937260" algn="l">
              <a:spcBef>
                <a:spcPts val="360"/>
              </a:spcBef>
              <a:spcAft>
                <a:spcPts val="0"/>
              </a:spcAft>
              <a:buClr>
                <a:schemeClr val="dk1"/>
              </a:buClr>
              <a:buSzPts val="500"/>
              <a:buChar char="•"/>
              <a:defRPr/>
            </a:lvl1pPr>
            <a:lvl2pPr marL="3291840" lvl="1" indent="-937260" algn="l">
              <a:spcBef>
                <a:spcPts val="360"/>
              </a:spcBef>
              <a:spcAft>
                <a:spcPts val="0"/>
              </a:spcAft>
              <a:buClr>
                <a:schemeClr val="dk1"/>
              </a:buClr>
              <a:buSzPts val="500"/>
              <a:buChar char="–"/>
              <a:defRPr/>
            </a:lvl2pPr>
            <a:lvl3pPr marL="4937760" lvl="2" indent="-937260" algn="l">
              <a:spcBef>
                <a:spcPts val="360"/>
              </a:spcBef>
              <a:spcAft>
                <a:spcPts val="0"/>
              </a:spcAft>
              <a:buClr>
                <a:schemeClr val="dk1"/>
              </a:buClr>
              <a:buSzPts val="500"/>
              <a:buChar char="•"/>
              <a:defRPr/>
            </a:lvl3pPr>
            <a:lvl4pPr marL="6583680" lvl="3" indent="-937260" algn="l">
              <a:spcBef>
                <a:spcPts val="360"/>
              </a:spcBef>
              <a:spcAft>
                <a:spcPts val="0"/>
              </a:spcAft>
              <a:buClr>
                <a:schemeClr val="dk1"/>
              </a:buClr>
              <a:buSzPts val="500"/>
              <a:buChar char="–"/>
              <a:defRPr/>
            </a:lvl4pPr>
            <a:lvl5pPr marL="8229600" lvl="4" indent="-937260" algn="l">
              <a:spcBef>
                <a:spcPts val="360"/>
              </a:spcBef>
              <a:spcAft>
                <a:spcPts val="0"/>
              </a:spcAft>
              <a:buClr>
                <a:schemeClr val="dk1"/>
              </a:buClr>
              <a:buSzPts val="500"/>
              <a:buChar char="»"/>
              <a:defRPr/>
            </a:lvl5pPr>
            <a:lvl6pPr marL="9875520" lvl="5" indent="-937260" algn="l">
              <a:spcBef>
                <a:spcPts val="360"/>
              </a:spcBef>
              <a:spcAft>
                <a:spcPts val="0"/>
              </a:spcAft>
              <a:buClr>
                <a:schemeClr val="dk1"/>
              </a:buClr>
              <a:buSzPts val="500"/>
              <a:buChar char="»"/>
              <a:defRPr/>
            </a:lvl6pPr>
            <a:lvl7pPr marL="11521440" lvl="6" indent="-937260" algn="l">
              <a:spcBef>
                <a:spcPts val="360"/>
              </a:spcBef>
              <a:spcAft>
                <a:spcPts val="0"/>
              </a:spcAft>
              <a:buClr>
                <a:schemeClr val="dk1"/>
              </a:buClr>
              <a:buSzPts val="500"/>
              <a:buChar char="»"/>
              <a:defRPr/>
            </a:lvl7pPr>
            <a:lvl8pPr marL="13167360" lvl="7" indent="-937260" algn="l">
              <a:spcBef>
                <a:spcPts val="360"/>
              </a:spcBef>
              <a:spcAft>
                <a:spcPts val="0"/>
              </a:spcAft>
              <a:buClr>
                <a:schemeClr val="dk1"/>
              </a:buClr>
              <a:buSzPts val="500"/>
              <a:buChar char="»"/>
              <a:defRPr/>
            </a:lvl8pPr>
            <a:lvl9pPr marL="14813280" lvl="8" indent="-937260" algn="l">
              <a:spcBef>
                <a:spcPts val="360"/>
              </a:spcBef>
              <a:spcAft>
                <a:spcPts val="0"/>
              </a:spcAft>
              <a:buClr>
                <a:schemeClr val="dk1"/>
              </a:buClr>
              <a:buSzPts val="500"/>
              <a:buChar char="»"/>
              <a:defRPr/>
            </a:lvl9pPr>
          </a:lstStyle>
          <a:p>
            <a:endParaRPr/>
          </a:p>
        </p:txBody>
      </p:sp>
      <p:sp>
        <p:nvSpPr>
          <p:cNvPr id="120" name="Google Shape;120;p23"/>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121" name="Google Shape;121;p23"/>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122" name="Google Shape;122;p23"/>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3"/>
        <p:cNvGrpSpPr/>
        <p:nvPr/>
      </p:nvGrpSpPr>
      <p:grpSpPr>
        <a:xfrm>
          <a:off x="0" y="0"/>
          <a:ext cx="0" cy="0"/>
          <a:chOff x="0" y="0"/>
          <a:chExt cx="0" cy="0"/>
        </a:xfrm>
      </p:grpSpPr>
      <p:sp>
        <p:nvSpPr>
          <p:cNvPr id="124" name="Google Shape;124;p24"/>
          <p:cNvSpPr txBox="1">
            <a:spLocks noGrp="1"/>
          </p:cNvSpPr>
          <p:nvPr>
            <p:ph type="title"/>
          </p:nvPr>
        </p:nvSpPr>
        <p:spPr>
          <a:xfrm rot="5400000">
            <a:off x="18172643" y="7231595"/>
            <a:ext cx="17556693" cy="6994526"/>
          </a:xfrm>
          <a:prstGeom prst="rect">
            <a:avLst/>
          </a:prstGeom>
          <a:noFill/>
          <a:ln>
            <a:noFill/>
          </a:ln>
        </p:spPr>
        <p:txBody>
          <a:bodyPr spcFirstLastPara="1" wrap="square" lIns="112350" tIns="56175" rIns="112350" bIns="56175" anchor="ctr" anchorCtr="0">
            <a:noAutofit/>
          </a:bodyPr>
          <a:lstStyle>
            <a:lvl1pPr lvl="0" algn="ctr">
              <a:spcBef>
                <a:spcPts val="0"/>
              </a:spcBef>
              <a:spcAft>
                <a:spcPts val="0"/>
              </a:spcAft>
              <a:buSzPts val="400"/>
              <a:buNone/>
              <a:defRPr/>
            </a:lvl1pPr>
            <a:lvl2pPr lvl="1" algn="ctr">
              <a:spcBef>
                <a:spcPts val="0"/>
              </a:spcBef>
              <a:spcAft>
                <a:spcPts val="0"/>
              </a:spcAft>
              <a:buSzPts val="400"/>
              <a:buNone/>
              <a:defRPr/>
            </a:lvl2pPr>
            <a:lvl3pPr lvl="2" algn="ctr">
              <a:spcBef>
                <a:spcPts val="0"/>
              </a:spcBef>
              <a:spcAft>
                <a:spcPts val="0"/>
              </a:spcAft>
              <a:buSzPts val="400"/>
              <a:buNone/>
              <a:defRPr/>
            </a:lvl3pPr>
            <a:lvl4pPr lvl="3" algn="ctr">
              <a:spcBef>
                <a:spcPts val="0"/>
              </a:spcBef>
              <a:spcAft>
                <a:spcPts val="0"/>
              </a:spcAft>
              <a:buSzPts val="400"/>
              <a:buNone/>
              <a:defRPr/>
            </a:lvl4pPr>
            <a:lvl5pPr lvl="4" algn="ctr">
              <a:spcBef>
                <a:spcPts val="0"/>
              </a:spcBef>
              <a:spcAft>
                <a:spcPts val="0"/>
              </a:spcAft>
              <a:buSzPts val="400"/>
              <a:buNone/>
              <a:defRPr/>
            </a:lvl5pPr>
            <a:lvl6pPr lvl="5" algn="ctr">
              <a:spcBef>
                <a:spcPts val="0"/>
              </a:spcBef>
              <a:spcAft>
                <a:spcPts val="0"/>
              </a:spcAft>
              <a:buSzPts val="400"/>
              <a:buNone/>
              <a:defRPr/>
            </a:lvl6pPr>
            <a:lvl7pPr lvl="6" algn="ctr">
              <a:spcBef>
                <a:spcPts val="0"/>
              </a:spcBef>
              <a:spcAft>
                <a:spcPts val="0"/>
              </a:spcAft>
              <a:buSzPts val="400"/>
              <a:buNone/>
              <a:defRPr/>
            </a:lvl7pPr>
            <a:lvl8pPr lvl="7" algn="ctr">
              <a:spcBef>
                <a:spcPts val="0"/>
              </a:spcBef>
              <a:spcAft>
                <a:spcPts val="0"/>
              </a:spcAft>
              <a:buSzPts val="400"/>
              <a:buNone/>
              <a:defRPr/>
            </a:lvl8pPr>
            <a:lvl9pPr lvl="8" algn="ctr">
              <a:spcBef>
                <a:spcPts val="0"/>
              </a:spcBef>
              <a:spcAft>
                <a:spcPts val="0"/>
              </a:spcAft>
              <a:buSzPts val="400"/>
              <a:buNone/>
              <a:defRPr/>
            </a:lvl9pPr>
          </a:lstStyle>
          <a:p>
            <a:endParaRPr/>
          </a:p>
        </p:txBody>
      </p:sp>
      <p:sp>
        <p:nvSpPr>
          <p:cNvPr id="125" name="Google Shape;125;p24"/>
          <p:cNvSpPr txBox="1">
            <a:spLocks noGrp="1"/>
          </p:cNvSpPr>
          <p:nvPr>
            <p:ph type="body" idx="1"/>
          </p:nvPr>
        </p:nvSpPr>
        <p:spPr>
          <a:xfrm rot="5400000">
            <a:off x="4132794" y="287870"/>
            <a:ext cx="17556693" cy="20881976"/>
          </a:xfrm>
          <a:prstGeom prst="rect">
            <a:avLst/>
          </a:prstGeom>
          <a:noFill/>
          <a:ln>
            <a:noFill/>
          </a:ln>
        </p:spPr>
        <p:txBody>
          <a:bodyPr spcFirstLastPara="1" wrap="square" lIns="112350" tIns="56175" rIns="112350" bIns="56175" anchor="t" anchorCtr="0">
            <a:noAutofit/>
          </a:bodyPr>
          <a:lstStyle>
            <a:lvl1pPr marL="1645920" lvl="0" indent="-937260" algn="l">
              <a:spcBef>
                <a:spcPts val="360"/>
              </a:spcBef>
              <a:spcAft>
                <a:spcPts val="0"/>
              </a:spcAft>
              <a:buClr>
                <a:schemeClr val="dk1"/>
              </a:buClr>
              <a:buSzPts val="500"/>
              <a:buChar char="•"/>
              <a:defRPr/>
            </a:lvl1pPr>
            <a:lvl2pPr marL="3291840" lvl="1" indent="-937260" algn="l">
              <a:spcBef>
                <a:spcPts val="360"/>
              </a:spcBef>
              <a:spcAft>
                <a:spcPts val="0"/>
              </a:spcAft>
              <a:buClr>
                <a:schemeClr val="dk1"/>
              </a:buClr>
              <a:buSzPts val="500"/>
              <a:buChar char="–"/>
              <a:defRPr/>
            </a:lvl2pPr>
            <a:lvl3pPr marL="4937760" lvl="2" indent="-937260" algn="l">
              <a:spcBef>
                <a:spcPts val="360"/>
              </a:spcBef>
              <a:spcAft>
                <a:spcPts val="0"/>
              </a:spcAft>
              <a:buClr>
                <a:schemeClr val="dk1"/>
              </a:buClr>
              <a:buSzPts val="500"/>
              <a:buChar char="•"/>
              <a:defRPr/>
            </a:lvl3pPr>
            <a:lvl4pPr marL="6583680" lvl="3" indent="-937260" algn="l">
              <a:spcBef>
                <a:spcPts val="360"/>
              </a:spcBef>
              <a:spcAft>
                <a:spcPts val="0"/>
              </a:spcAft>
              <a:buClr>
                <a:schemeClr val="dk1"/>
              </a:buClr>
              <a:buSzPts val="500"/>
              <a:buChar char="–"/>
              <a:defRPr/>
            </a:lvl4pPr>
            <a:lvl5pPr marL="8229600" lvl="4" indent="-937260" algn="l">
              <a:spcBef>
                <a:spcPts val="360"/>
              </a:spcBef>
              <a:spcAft>
                <a:spcPts val="0"/>
              </a:spcAft>
              <a:buClr>
                <a:schemeClr val="dk1"/>
              </a:buClr>
              <a:buSzPts val="500"/>
              <a:buChar char="»"/>
              <a:defRPr/>
            </a:lvl5pPr>
            <a:lvl6pPr marL="9875520" lvl="5" indent="-937260" algn="l">
              <a:spcBef>
                <a:spcPts val="360"/>
              </a:spcBef>
              <a:spcAft>
                <a:spcPts val="0"/>
              </a:spcAft>
              <a:buClr>
                <a:schemeClr val="dk1"/>
              </a:buClr>
              <a:buSzPts val="500"/>
              <a:buChar char="»"/>
              <a:defRPr/>
            </a:lvl6pPr>
            <a:lvl7pPr marL="11521440" lvl="6" indent="-937260" algn="l">
              <a:spcBef>
                <a:spcPts val="360"/>
              </a:spcBef>
              <a:spcAft>
                <a:spcPts val="0"/>
              </a:spcAft>
              <a:buClr>
                <a:schemeClr val="dk1"/>
              </a:buClr>
              <a:buSzPts val="500"/>
              <a:buChar char="»"/>
              <a:defRPr/>
            </a:lvl7pPr>
            <a:lvl8pPr marL="13167360" lvl="7" indent="-937260" algn="l">
              <a:spcBef>
                <a:spcPts val="360"/>
              </a:spcBef>
              <a:spcAft>
                <a:spcPts val="0"/>
              </a:spcAft>
              <a:buClr>
                <a:schemeClr val="dk1"/>
              </a:buClr>
              <a:buSzPts val="500"/>
              <a:buChar char="»"/>
              <a:defRPr/>
            </a:lvl8pPr>
            <a:lvl9pPr marL="14813280" lvl="8" indent="-937260" algn="l">
              <a:spcBef>
                <a:spcPts val="360"/>
              </a:spcBef>
              <a:spcAft>
                <a:spcPts val="0"/>
              </a:spcAft>
              <a:buClr>
                <a:schemeClr val="dk1"/>
              </a:buClr>
              <a:buSzPts val="500"/>
              <a:buChar char="»"/>
              <a:defRPr/>
            </a:lvl9pPr>
          </a:lstStyle>
          <a:p>
            <a:endParaRPr/>
          </a:p>
        </p:txBody>
      </p:sp>
      <p:sp>
        <p:nvSpPr>
          <p:cNvPr id="126" name="Google Shape;126;p24"/>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127" name="Google Shape;127;p24"/>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a:endParaRPr/>
          </a:p>
        </p:txBody>
      </p:sp>
      <p:sp>
        <p:nvSpPr>
          <p:cNvPr id="128" name="Google Shape;128;p24"/>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122120" y="1898773"/>
            <a:ext cx="30674160" cy="244352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1122120" y="4917227"/>
            <a:ext cx="30674160" cy="1457664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30500849" y="19896393"/>
            <a:ext cx="1975320" cy="1679360"/>
          </a:xfrm>
          <a:prstGeom prst="rect">
            <a:avLst/>
          </a:prstGeom>
          <a:noFill/>
          <a:ln>
            <a:noFill/>
          </a:ln>
        </p:spPr>
        <p:txBody>
          <a:bodyPr spcFirstLastPara="1" wrap="square" lIns="91425" tIns="91425" rIns="91425" bIns="91425" anchor="ctr" anchorCtr="0">
            <a:normAutofit/>
          </a:bodyPr>
          <a:lstStyle>
            <a:lvl1pPr lvl="0" algn="r">
              <a:buNone/>
              <a:defRPr sz="3600">
                <a:solidFill>
                  <a:schemeClr val="dk2"/>
                </a:solidFill>
              </a:defRPr>
            </a:lvl1pPr>
            <a:lvl2pPr lvl="1" algn="r">
              <a:buNone/>
              <a:defRPr sz="3600">
                <a:solidFill>
                  <a:schemeClr val="dk2"/>
                </a:solidFill>
              </a:defRPr>
            </a:lvl2pPr>
            <a:lvl3pPr lvl="2" algn="r">
              <a:buNone/>
              <a:defRPr sz="3600">
                <a:solidFill>
                  <a:schemeClr val="dk2"/>
                </a:solidFill>
              </a:defRPr>
            </a:lvl3pPr>
            <a:lvl4pPr lvl="3" algn="r">
              <a:buNone/>
              <a:defRPr sz="3600">
                <a:solidFill>
                  <a:schemeClr val="dk2"/>
                </a:solidFill>
              </a:defRPr>
            </a:lvl4pPr>
            <a:lvl5pPr lvl="4" algn="r">
              <a:buNone/>
              <a:defRPr sz="3600">
                <a:solidFill>
                  <a:schemeClr val="dk2"/>
                </a:solidFill>
              </a:defRPr>
            </a:lvl5pPr>
            <a:lvl6pPr lvl="5" algn="r">
              <a:buNone/>
              <a:defRPr sz="3600">
                <a:solidFill>
                  <a:schemeClr val="dk2"/>
                </a:solidFill>
              </a:defRPr>
            </a:lvl6pPr>
            <a:lvl7pPr lvl="6" algn="r">
              <a:buNone/>
              <a:defRPr sz="3600">
                <a:solidFill>
                  <a:schemeClr val="dk2"/>
                </a:solidFill>
              </a:defRPr>
            </a:lvl7pPr>
            <a:lvl8pPr lvl="7" algn="r">
              <a:buNone/>
              <a:defRPr sz="3600">
                <a:solidFill>
                  <a:schemeClr val="dk2"/>
                </a:solidFill>
              </a:defRPr>
            </a:lvl8pPr>
            <a:lvl9pPr lvl="8" algn="r">
              <a:buNone/>
              <a:defRPr sz="36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0094B3"/>
            </a:gs>
          </a:gsLst>
          <a:lin ang="5400000" scaled="0"/>
        </a:gra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470547" y="1950511"/>
            <a:ext cx="27977306" cy="3657600"/>
          </a:xfrm>
          <a:prstGeom prst="rect">
            <a:avLst/>
          </a:prstGeom>
          <a:noFill/>
          <a:ln>
            <a:noFill/>
          </a:ln>
        </p:spPr>
        <p:txBody>
          <a:bodyPr spcFirstLastPara="1" wrap="square" lIns="112350" tIns="56175" rIns="112350" bIns="56175" anchor="ctr" anchorCtr="0">
            <a:noAutofit/>
          </a:bodyPr>
          <a:lstStyle>
            <a:lvl1pPr marR="0" lvl="0" algn="ctr" rtl="0">
              <a:spcBef>
                <a:spcPts val="0"/>
              </a:spcBef>
              <a:spcAft>
                <a:spcPts val="0"/>
              </a:spcAft>
              <a:buSzPts val="400"/>
              <a:buNone/>
              <a:defRPr sz="3600" b="0" i="0" u="none" strike="noStrike" cap="none">
                <a:solidFill>
                  <a:schemeClr val="dk2"/>
                </a:solidFill>
                <a:latin typeface="Times New Roman"/>
                <a:ea typeface="Times New Roman"/>
                <a:cs typeface="Times New Roman"/>
                <a:sym typeface="Times New Roman"/>
              </a:defRPr>
            </a:lvl1pPr>
            <a:lvl2pPr marR="0" lvl="1" algn="ctr" rtl="0">
              <a:spcBef>
                <a:spcPts val="0"/>
              </a:spcBef>
              <a:spcAft>
                <a:spcPts val="0"/>
              </a:spcAft>
              <a:buSzPts val="400"/>
              <a:buNone/>
              <a:defRPr sz="3600" b="0" i="0" u="none" strike="noStrike" cap="none">
                <a:solidFill>
                  <a:schemeClr val="dk2"/>
                </a:solidFill>
                <a:latin typeface="Times New Roman"/>
                <a:ea typeface="Times New Roman"/>
                <a:cs typeface="Times New Roman"/>
                <a:sym typeface="Times New Roman"/>
              </a:defRPr>
            </a:lvl2pPr>
            <a:lvl3pPr marR="0" lvl="2" algn="ctr" rtl="0">
              <a:spcBef>
                <a:spcPts val="0"/>
              </a:spcBef>
              <a:spcAft>
                <a:spcPts val="0"/>
              </a:spcAft>
              <a:buSzPts val="400"/>
              <a:buNone/>
              <a:defRPr sz="3600" b="0" i="0" u="none" strike="noStrike" cap="none">
                <a:solidFill>
                  <a:schemeClr val="dk2"/>
                </a:solidFill>
                <a:latin typeface="Times New Roman"/>
                <a:ea typeface="Times New Roman"/>
                <a:cs typeface="Times New Roman"/>
                <a:sym typeface="Times New Roman"/>
              </a:defRPr>
            </a:lvl3pPr>
            <a:lvl4pPr marR="0" lvl="3" algn="ctr" rtl="0">
              <a:spcBef>
                <a:spcPts val="0"/>
              </a:spcBef>
              <a:spcAft>
                <a:spcPts val="0"/>
              </a:spcAft>
              <a:buSzPts val="400"/>
              <a:buNone/>
              <a:defRPr sz="3600" b="0" i="0" u="none" strike="noStrike" cap="none">
                <a:solidFill>
                  <a:schemeClr val="dk2"/>
                </a:solidFill>
                <a:latin typeface="Times New Roman"/>
                <a:ea typeface="Times New Roman"/>
                <a:cs typeface="Times New Roman"/>
                <a:sym typeface="Times New Roman"/>
              </a:defRPr>
            </a:lvl4pPr>
            <a:lvl5pPr marR="0" lvl="4" algn="ctr" rtl="0">
              <a:spcBef>
                <a:spcPts val="0"/>
              </a:spcBef>
              <a:spcAft>
                <a:spcPts val="0"/>
              </a:spcAft>
              <a:buSzPts val="400"/>
              <a:buNone/>
              <a:defRPr sz="3600" b="0" i="0" u="none" strike="noStrike" cap="none">
                <a:solidFill>
                  <a:schemeClr val="dk2"/>
                </a:solidFill>
                <a:latin typeface="Times New Roman"/>
                <a:ea typeface="Times New Roman"/>
                <a:cs typeface="Times New Roman"/>
                <a:sym typeface="Times New Roman"/>
              </a:defRPr>
            </a:lvl5pPr>
            <a:lvl6pPr marR="0" lvl="5" algn="ctr" rtl="0">
              <a:spcBef>
                <a:spcPts val="0"/>
              </a:spcBef>
              <a:spcAft>
                <a:spcPts val="0"/>
              </a:spcAft>
              <a:buSzPts val="400"/>
              <a:buNone/>
              <a:defRPr sz="3600" b="0" i="0" u="none" strike="noStrike" cap="none">
                <a:solidFill>
                  <a:schemeClr val="dk2"/>
                </a:solidFill>
                <a:latin typeface="Times New Roman"/>
                <a:ea typeface="Times New Roman"/>
                <a:cs typeface="Times New Roman"/>
                <a:sym typeface="Times New Roman"/>
              </a:defRPr>
            </a:lvl6pPr>
            <a:lvl7pPr marR="0" lvl="6" algn="ctr" rtl="0">
              <a:spcBef>
                <a:spcPts val="0"/>
              </a:spcBef>
              <a:spcAft>
                <a:spcPts val="0"/>
              </a:spcAft>
              <a:buSzPts val="400"/>
              <a:buNone/>
              <a:defRPr sz="3600" b="0" i="0" u="none" strike="noStrike" cap="none">
                <a:solidFill>
                  <a:schemeClr val="dk2"/>
                </a:solidFill>
                <a:latin typeface="Times New Roman"/>
                <a:ea typeface="Times New Roman"/>
                <a:cs typeface="Times New Roman"/>
                <a:sym typeface="Times New Roman"/>
              </a:defRPr>
            </a:lvl7pPr>
            <a:lvl8pPr marR="0" lvl="7" algn="ctr" rtl="0">
              <a:spcBef>
                <a:spcPts val="0"/>
              </a:spcBef>
              <a:spcAft>
                <a:spcPts val="0"/>
              </a:spcAft>
              <a:buSzPts val="400"/>
              <a:buNone/>
              <a:defRPr sz="3600" b="0" i="0" u="none" strike="noStrike" cap="none">
                <a:solidFill>
                  <a:schemeClr val="dk2"/>
                </a:solidFill>
                <a:latin typeface="Times New Roman"/>
                <a:ea typeface="Times New Roman"/>
                <a:cs typeface="Times New Roman"/>
                <a:sym typeface="Times New Roman"/>
              </a:defRPr>
            </a:lvl8pPr>
            <a:lvl9pPr marR="0" lvl="8" algn="ctr" rtl="0">
              <a:spcBef>
                <a:spcPts val="0"/>
              </a:spcBef>
              <a:spcAft>
                <a:spcPts val="0"/>
              </a:spcAft>
              <a:buSzPts val="400"/>
              <a:buNone/>
              <a:defRPr sz="3600" b="0" i="0" u="none" strike="noStrike" cap="none">
                <a:solidFill>
                  <a:schemeClr val="dk2"/>
                </a:solidFill>
                <a:latin typeface="Times New Roman"/>
                <a:ea typeface="Times New Roman"/>
                <a:cs typeface="Times New Roman"/>
                <a:sym typeface="Times New Roman"/>
              </a:defRPr>
            </a:lvl9pPr>
          </a:lstStyle>
          <a:p>
            <a:endParaRPr/>
          </a:p>
        </p:txBody>
      </p:sp>
      <p:sp>
        <p:nvSpPr>
          <p:cNvPr id="52" name="Google Shape;52;p13"/>
          <p:cNvSpPr txBox="1">
            <a:spLocks noGrp="1"/>
          </p:cNvSpPr>
          <p:nvPr>
            <p:ph type="body" idx="1"/>
          </p:nvPr>
        </p:nvSpPr>
        <p:spPr>
          <a:xfrm>
            <a:off x="2470547" y="6339420"/>
            <a:ext cx="27977306" cy="13167782"/>
          </a:xfrm>
          <a:prstGeom prst="rect">
            <a:avLst/>
          </a:prstGeom>
          <a:noFill/>
          <a:ln>
            <a:noFill/>
          </a:ln>
        </p:spPr>
        <p:txBody>
          <a:bodyPr spcFirstLastPara="1" wrap="square" lIns="112350" tIns="56175" rIns="112350" bIns="56175" anchor="t" anchorCtr="0">
            <a:noAutofit/>
          </a:bodyPr>
          <a:lstStyle>
            <a:lvl1pPr marL="457200" marR="0" lvl="0" indent="-393700" algn="l" rtl="0">
              <a:spcBef>
                <a:spcPts val="500"/>
              </a:spcBef>
              <a:spcAft>
                <a:spcPts val="0"/>
              </a:spcAft>
              <a:buClr>
                <a:schemeClr val="dk1"/>
              </a:buClr>
              <a:buSzPts val="2600"/>
              <a:buFont typeface="Times New Roman"/>
              <a:buChar char="•"/>
              <a:defRPr sz="2600" b="0" i="0" u="none" strike="noStrike" cap="none">
                <a:solidFill>
                  <a:schemeClr val="dk1"/>
                </a:solidFill>
                <a:latin typeface="Times New Roman"/>
                <a:ea typeface="Times New Roman"/>
                <a:cs typeface="Times New Roman"/>
                <a:sym typeface="Times New Roman"/>
              </a:defRPr>
            </a:lvl1pPr>
            <a:lvl2pPr marL="914400" marR="0" lvl="1" indent="-374650" algn="l" rtl="0">
              <a:spcBef>
                <a:spcPts val="500"/>
              </a:spcBef>
              <a:spcAft>
                <a:spcPts val="0"/>
              </a:spcAft>
              <a:buClr>
                <a:schemeClr val="dk1"/>
              </a:buClr>
              <a:buSzPts val="2300"/>
              <a:buFont typeface="Times New Roman"/>
              <a:buChar char="–"/>
              <a:defRPr sz="2300" b="0" i="0" u="none" strike="noStrike" cap="none">
                <a:solidFill>
                  <a:schemeClr val="dk1"/>
                </a:solidFill>
                <a:latin typeface="Times New Roman"/>
                <a:ea typeface="Times New Roman"/>
                <a:cs typeface="Times New Roman"/>
                <a:sym typeface="Times New Roman"/>
              </a:defRPr>
            </a:lvl2pPr>
            <a:lvl3pPr marL="1371600" marR="0" lvl="2"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30200" algn="l" rtl="0">
              <a:spcBef>
                <a:spcPts val="30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4pPr>
            <a:lvl5pPr marL="2286000" marR="0" lvl="4" indent="-330200" algn="l" rtl="0">
              <a:spcBef>
                <a:spcPts val="30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5pPr>
            <a:lvl6pPr marL="2743200" marR="0" lvl="5" indent="-330200" algn="l" rtl="0">
              <a:spcBef>
                <a:spcPts val="30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6pPr>
            <a:lvl7pPr marL="3200400" marR="0" lvl="6" indent="-330200" algn="l" rtl="0">
              <a:spcBef>
                <a:spcPts val="30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7pPr>
            <a:lvl8pPr marL="3657600" marR="0" lvl="7" indent="-330200" algn="l" rtl="0">
              <a:spcBef>
                <a:spcPts val="30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8pPr>
            <a:lvl9pPr marL="4114800" marR="0" lvl="8" indent="-330200" algn="l" rtl="0">
              <a:spcBef>
                <a:spcPts val="30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9pPr>
          </a:lstStyle>
          <a:p>
            <a:endParaRPr/>
          </a:p>
        </p:txBody>
      </p:sp>
      <p:sp>
        <p:nvSpPr>
          <p:cNvPr id="53" name="Google Shape;53;p13"/>
          <p:cNvSpPr txBox="1">
            <a:spLocks noGrp="1"/>
          </p:cNvSpPr>
          <p:nvPr>
            <p:ph type="dt" idx="10"/>
          </p:nvPr>
        </p:nvSpPr>
        <p:spPr>
          <a:xfrm>
            <a:off x="2470547" y="19995095"/>
            <a:ext cx="6858000" cy="1462618"/>
          </a:xfrm>
          <a:prstGeom prst="rect">
            <a:avLst/>
          </a:prstGeom>
          <a:noFill/>
          <a:ln>
            <a:noFill/>
          </a:ln>
        </p:spPr>
        <p:txBody>
          <a:bodyPr spcFirstLastPara="1" wrap="square" lIns="112350" tIns="56175" rIns="112350" bIns="56175" anchor="t" anchorCtr="0">
            <a:noAutofit/>
          </a:bodyPr>
          <a:lstStyle>
            <a:lvl1pPr marR="0" lvl="0" algn="l" rtl="0">
              <a:spcBef>
                <a:spcPts val="0"/>
              </a:spcBef>
              <a:spcAft>
                <a:spcPts val="0"/>
              </a:spcAft>
              <a:buSzPts val="400"/>
              <a:buNone/>
              <a:defRPr sz="396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54" name="Google Shape;54;p13"/>
          <p:cNvSpPr txBox="1">
            <a:spLocks noGrp="1"/>
          </p:cNvSpPr>
          <p:nvPr>
            <p:ph type="ftr" idx="11"/>
          </p:nvPr>
        </p:nvSpPr>
        <p:spPr>
          <a:xfrm>
            <a:off x="11245453" y="19995095"/>
            <a:ext cx="10427494" cy="1462618"/>
          </a:xfrm>
          <a:prstGeom prst="rect">
            <a:avLst/>
          </a:prstGeom>
          <a:noFill/>
          <a:ln>
            <a:noFill/>
          </a:ln>
        </p:spPr>
        <p:txBody>
          <a:bodyPr spcFirstLastPara="1" wrap="square" lIns="112350" tIns="56175" rIns="112350" bIns="56175" anchor="t" anchorCtr="0">
            <a:noAutofit/>
          </a:bodyPr>
          <a:lstStyle>
            <a:lvl1pPr marR="0" lvl="0" algn="ctr" rtl="0">
              <a:spcBef>
                <a:spcPts val="0"/>
              </a:spcBef>
              <a:spcAft>
                <a:spcPts val="0"/>
              </a:spcAft>
              <a:buSzPts val="400"/>
              <a:buNone/>
              <a:defRPr sz="396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55" name="Google Shape;55;p13"/>
          <p:cNvSpPr txBox="1">
            <a:spLocks noGrp="1"/>
          </p:cNvSpPr>
          <p:nvPr>
            <p:ph type="sldNum" idx="12"/>
          </p:nvPr>
        </p:nvSpPr>
        <p:spPr>
          <a:xfrm>
            <a:off x="23589857" y="19995095"/>
            <a:ext cx="6858000" cy="1462618"/>
          </a:xfrm>
          <a:prstGeom prst="rect">
            <a:avLst/>
          </a:prstGeom>
          <a:noFill/>
          <a:ln>
            <a:noFill/>
          </a:ln>
        </p:spPr>
        <p:txBody>
          <a:bodyPr spcFirstLastPara="1" wrap="square" lIns="112350" tIns="56175" rIns="112350" bIns="56175" anchor="t" anchorCtr="0">
            <a:noAutofit/>
          </a:bodyPr>
          <a:lstStyle>
            <a:lvl1pPr marL="0" marR="0" lvl="0" indent="0" algn="r" rtl="0">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1pPr>
            <a:lvl2pPr marL="0" marR="0" lvl="1" indent="0" algn="r" rtl="0">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2pPr>
            <a:lvl3pPr marL="0" marR="0" lvl="2" indent="0" algn="r" rtl="0">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3pPr>
            <a:lvl4pPr marL="0" marR="0" lvl="3" indent="0" algn="r" rtl="0">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4pPr>
            <a:lvl5pPr marL="0" marR="0" lvl="4" indent="0" algn="r" rtl="0">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5pPr>
            <a:lvl6pPr marL="0" marR="0" lvl="5" indent="0" algn="r" rtl="0">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6pPr>
            <a:lvl7pPr marL="0" marR="0" lvl="6" indent="0" algn="r" rtl="0">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7pPr>
            <a:lvl8pPr marL="0" marR="0" lvl="7" indent="0" algn="r" rtl="0">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8pPr>
            <a:lvl9pPr marL="0" marR="0" lvl="8" indent="0" algn="r" rtl="0">
              <a:spcBef>
                <a:spcPts val="0"/>
              </a:spcBef>
              <a:spcAft>
                <a:spcPts val="0"/>
              </a:spcAft>
              <a:buNone/>
              <a:defRPr sz="3960" b="0" i="0" u="none" strike="noStrike" cap="none">
                <a:solidFill>
                  <a:schemeClr val="dk1"/>
                </a:solidFill>
                <a:latin typeface="Times New Roman"/>
                <a:ea typeface="Times New Roman"/>
                <a:cs typeface="Times New Roman"/>
                <a:sym typeface="Times New Roman"/>
              </a:defRPr>
            </a:lvl9pPr>
          </a:lstStyle>
          <a:p>
            <a:fld id="{00000000-1234-1234-1234-123412341234}" type="slidenum">
              <a:rPr lang="en" smtClean="0"/>
              <a:pPr/>
              <a:t>‹#›</a:t>
            </a:fld>
            <a:endParaRPr lang="en"/>
          </a:p>
        </p:txBody>
      </p:sp>
      <p:pic>
        <p:nvPicPr>
          <p:cNvPr id="56" name="Google Shape;56;p13"/>
          <p:cNvPicPr preferRelativeResize="0"/>
          <p:nvPr/>
        </p:nvPicPr>
        <p:blipFill rotWithShape="1">
          <a:blip r:embed="rId13">
            <a:alphaModFix/>
          </a:blip>
          <a:srcRect/>
          <a:stretch/>
        </p:blipFill>
        <p:spPr>
          <a:xfrm rot="-5400000">
            <a:off x="-11381980" y="11280378"/>
            <a:ext cx="14274799" cy="3321842"/>
          </a:xfrm>
          <a:prstGeom prst="rect">
            <a:avLst/>
          </a:prstGeom>
          <a:noFill/>
          <a:ln>
            <a:noFill/>
          </a:ln>
        </p:spPr>
      </p:pic>
      <p:pic>
        <p:nvPicPr>
          <p:cNvPr id="57" name="Google Shape;57;p13"/>
          <p:cNvPicPr preferRelativeResize="0"/>
          <p:nvPr/>
        </p:nvPicPr>
        <p:blipFill rotWithShape="1">
          <a:blip r:embed="rId13">
            <a:alphaModFix/>
          </a:blip>
          <a:srcRect/>
          <a:stretch/>
        </p:blipFill>
        <p:spPr>
          <a:xfrm rot="5400000">
            <a:off x="30025577" y="11280378"/>
            <a:ext cx="14274799" cy="3321842"/>
          </a:xfrm>
          <a:prstGeom prst="rect">
            <a:avLst/>
          </a:prstGeom>
          <a:noFill/>
          <a:ln>
            <a:noFill/>
          </a:ln>
        </p:spPr>
      </p:pic>
      <p:pic>
        <p:nvPicPr>
          <p:cNvPr id="58" name="Google Shape;58;p13"/>
          <p:cNvPicPr preferRelativeResize="0"/>
          <p:nvPr/>
        </p:nvPicPr>
        <p:blipFill rotWithShape="1">
          <a:blip r:embed="rId14">
            <a:alphaModFix/>
          </a:blip>
          <a:srcRect/>
          <a:stretch/>
        </p:blipFill>
        <p:spPr>
          <a:xfrm>
            <a:off x="1460500" y="22453602"/>
            <a:ext cx="25310308" cy="1447799"/>
          </a:xfrm>
          <a:prstGeom prst="rect">
            <a:avLst/>
          </a:prstGeom>
          <a:noFill/>
          <a:ln>
            <a:noFill/>
          </a:ln>
        </p:spPr>
      </p:pic>
      <p:sp>
        <p:nvSpPr>
          <p:cNvPr id="59" name="Google Shape;59;p13"/>
          <p:cNvSpPr/>
          <p:nvPr/>
        </p:nvSpPr>
        <p:spPr>
          <a:xfrm>
            <a:off x="1460498" y="23025101"/>
            <a:ext cx="16459200" cy="1269999"/>
          </a:xfrm>
          <a:prstGeom prst="rect">
            <a:avLst/>
          </a:prstGeom>
          <a:noFill/>
          <a:ln>
            <a:noFill/>
          </a:ln>
        </p:spPr>
        <p:txBody>
          <a:bodyPr spcFirstLastPara="1" wrap="square" lIns="86670" tIns="43290" rIns="86670" bIns="43290" anchor="ctr" anchorCtr="0">
            <a:noAutofit/>
          </a:bodyPr>
          <a:lstStyle/>
          <a:p>
            <a:pPr marL="0" marR="0" lvl="0" indent="0" algn="l" rtl="0">
              <a:spcBef>
                <a:spcPts val="0"/>
              </a:spcBef>
              <a:spcAft>
                <a:spcPts val="0"/>
              </a:spcAft>
              <a:buNone/>
            </a:pPr>
            <a:r>
              <a:rPr lang="en" sz="4320" b="0" i="0" u="none" strike="noStrike" cap="none">
                <a:solidFill>
                  <a:srgbClr val="808080"/>
                </a:solidFill>
                <a:latin typeface="Times New Roman"/>
                <a:ea typeface="Times New Roman"/>
                <a:cs typeface="Times New Roman"/>
                <a:sym typeface="Times New Roman"/>
              </a:rPr>
              <a:t>Template ID: persuadingsapphire  Size: 36x24</a:t>
            </a:r>
            <a:endParaRPr sz="1440"/>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hyperlink" Target="https://dx.doi.org/10.1111/resp.14389?utm_medium=email&amp;utm_source=transaction" TargetMode="External"/><Relationship Id="rId6" Type="http://schemas.openxmlformats.org/officeDocument/2006/relationships/hyperlink" Target="https://dx.doi.org/10.1186/s12879-017-2891-x?utm_medium=email&amp;utm_source=transaction" TargetMode="External"/><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1482A5"/>
            </a:gs>
          </a:gsLst>
          <a:lin ang="5400000" scaled="0"/>
        </a:gradFill>
        <a:effectLst/>
      </p:bgPr>
    </p:bg>
    <p:spTree>
      <p:nvGrpSpPr>
        <p:cNvPr id="1" name="Shape 133"/>
        <p:cNvGrpSpPr/>
        <p:nvPr/>
      </p:nvGrpSpPr>
      <p:grpSpPr>
        <a:xfrm>
          <a:off x="0" y="0"/>
          <a:ext cx="0" cy="0"/>
          <a:chOff x="0" y="0"/>
          <a:chExt cx="0" cy="0"/>
        </a:xfrm>
      </p:grpSpPr>
      <p:sp>
        <p:nvSpPr>
          <p:cNvPr id="134" name="Google Shape;134;p25"/>
          <p:cNvSpPr txBox="1"/>
          <p:nvPr/>
        </p:nvSpPr>
        <p:spPr>
          <a:xfrm>
            <a:off x="4622642" y="3241249"/>
            <a:ext cx="24384240" cy="1168573"/>
          </a:xfrm>
          <a:prstGeom prst="rect">
            <a:avLst/>
          </a:prstGeom>
          <a:noFill/>
          <a:ln>
            <a:noFill/>
          </a:ln>
        </p:spPr>
        <p:txBody>
          <a:bodyPr spcFirstLastPara="1" wrap="square" lIns="80910" tIns="40410" rIns="80910" bIns="40410" anchor="t" anchorCtr="0">
            <a:spAutoFit/>
          </a:bodyPr>
          <a:lstStyle/>
          <a:p>
            <a:pPr algn="ctr">
              <a:buClr>
                <a:srgbClr val="1482A5"/>
              </a:buClr>
              <a:buSzPts val="1000"/>
            </a:pPr>
            <a:r>
              <a:rPr lang="en" sz="3960" dirty="0"/>
              <a:t>Ahmad B. Al-</a:t>
            </a:r>
            <a:r>
              <a:rPr lang="en" sz="3960" dirty="0" err="1"/>
              <a:t>Zughoul</a:t>
            </a:r>
            <a:r>
              <a:rPr lang="en" sz="3960" dirty="0"/>
              <a:t> &amp; Mohammed G. Elhassan</a:t>
            </a:r>
            <a:endParaRPr sz="360" dirty="0"/>
          </a:p>
          <a:p>
            <a:pPr algn="ctr">
              <a:spcBef>
                <a:spcPts val="720"/>
              </a:spcBef>
              <a:buClr>
                <a:srgbClr val="1482A5"/>
              </a:buClr>
              <a:buSzPts val="1000"/>
            </a:pPr>
            <a:r>
              <a:rPr lang="en" sz="2520" dirty="0">
                <a:solidFill>
                  <a:srgbClr val="1482A5"/>
                </a:solidFill>
                <a:latin typeface="Montserrat Light"/>
                <a:ea typeface="Montserrat Light"/>
                <a:cs typeface="Montserrat Light"/>
                <a:sym typeface="Montserrat Light"/>
              </a:rPr>
              <a:t>Saint Agnes Medical Center </a:t>
            </a:r>
            <a:endParaRPr sz="360" dirty="0"/>
          </a:p>
        </p:txBody>
      </p:sp>
      <p:sp>
        <p:nvSpPr>
          <p:cNvPr id="135" name="Google Shape;135;p25"/>
          <p:cNvSpPr/>
          <p:nvPr/>
        </p:nvSpPr>
        <p:spPr>
          <a:xfrm>
            <a:off x="533430" y="6071130"/>
            <a:ext cx="7535160" cy="7443702"/>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Times New Roman"/>
              <a:ea typeface="Times New Roman"/>
              <a:cs typeface="Times New Roman"/>
              <a:sym typeface="Times New Roman"/>
            </a:endParaRPr>
          </a:p>
        </p:txBody>
      </p:sp>
      <p:sp>
        <p:nvSpPr>
          <p:cNvPr id="136" name="Google Shape;136;p25"/>
          <p:cNvSpPr/>
          <p:nvPr/>
        </p:nvSpPr>
        <p:spPr>
          <a:xfrm>
            <a:off x="16744608" y="6071157"/>
            <a:ext cx="7534786" cy="14925233"/>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Times New Roman"/>
              <a:ea typeface="Times New Roman"/>
              <a:cs typeface="Times New Roman"/>
              <a:sym typeface="Times New Roman"/>
            </a:endParaRPr>
          </a:p>
        </p:txBody>
      </p:sp>
      <p:sp>
        <p:nvSpPr>
          <p:cNvPr id="137" name="Google Shape;137;p25"/>
          <p:cNvSpPr/>
          <p:nvPr/>
        </p:nvSpPr>
        <p:spPr>
          <a:xfrm>
            <a:off x="8639010" y="6071133"/>
            <a:ext cx="7535160" cy="14925257"/>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Times New Roman"/>
              <a:ea typeface="Times New Roman"/>
              <a:cs typeface="Times New Roman"/>
              <a:sym typeface="Times New Roman"/>
            </a:endParaRPr>
          </a:p>
        </p:txBody>
      </p:sp>
      <p:sp>
        <p:nvSpPr>
          <p:cNvPr id="138" name="Google Shape;138;p25"/>
          <p:cNvSpPr/>
          <p:nvPr/>
        </p:nvSpPr>
        <p:spPr>
          <a:xfrm>
            <a:off x="24850170" y="11938590"/>
            <a:ext cx="7535160" cy="5796360"/>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Times New Roman"/>
              <a:ea typeface="Times New Roman"/>
              <a:cs typeface="Times New Roman"/>
              <a:sym typeface="Times New Roman"/>
            </a:endParaRPr>
          </a:p>
        </p:txBody>
      </p:sp>
      <p:sp>
        <p:nvSpPr>
          <p:cNvPr id="139" name="Google Shape;139;p25"/>
          <p:cNvSpPr txBox="1"/>
          <p:nvPr/>
        </p:nvSpPr>
        <p:spPr>
          <a:xfrm>
            <a:off x="704646" y="6257927"/>
            <a:ext cx="7192296" cy="419824"/>
          </a:xfrm>
          <a:prstGeom prst="rect">
            <a:avLst/>
          </a:prstGeom>
          <a:noFill/>
          <a:ln>
            <a:noFill/>
          </a:ln>
        </p:spPr>
        <p:txBody>
          <a:bodyPr spcFirstLastPara="1" wrap="square" lIns="86670" tIns="43290" rIns="86670" bIns="43290" anchor="t" anchorCtr="0">
            <a:spAutoFit/>
          </a:bodyPr>
          <a:lstStyle/>
          <a:p>
            <a:r>
              <a:rPr lang="en" sz="2160">
                <a:solidFill>
                  <a:srgbClr val="235078"/>
                </a:solidFill>
                <a:latin typeface="Libre Baskerville"/>
                <a:ea typeface="Libre Baskerville"/>
                <a:cs typeface="Libre Baskerville"/>
                <a:sym typeface="Libre Baskerville"/>
              </a:rPr>
              <a:t>Abstract</a:t>
            </a:r>
            <a:endParaRPr sz="1440"/>
          </a:p>
        </p:txBody>
      </p:sp>
      <p:sp>
        <p:nvSpPr>
          <p:cNvPr id="140" name="Google Shape;140;p25"/>
          <p:cNvSpPr/>
          <p:nvPr/>
        </p:nvSpPr>
        <p:spPr>
          <a:xfrm>
            <a:off x="24850213" y="17916527"/>
            <a:ext cx="7534786" cy="2989556"/>
          </a:xfrm>
          <a:prstGeom prst="rect">
            <a:avLst/>
          </a:prstGeom>
          <a:solidFill>
            <a:schemeClr val="lt1"/>
          </a:solidFill>
          <a:ln>
            <a:noFill/>
          </a:ln>
        </p:spPr>
        <p:txBody>
          <a:bodyPr spcFirstLastPara="1" wrap="square" lIns="86670" tIns="43290" rIns="86670" bIns="43290" anchor="ctr" anchorCtr="0">
            <a:noAutofit/>
          </a:bodyPr>
          <a:lstStyle/>
          <a:p>
            <a:pPr>
              <a:lnSpc>
                <a:spcPct val="115000"/>
              </a:lnSpc>
              <a:spcAft>
                <a:spcPts val="5400"/>
              </a:spcAft>
            </a:pPr>
            <a:endParaRPr sz="4320">
              <a:solidFill>
                <a:srgbClr val="3088C6"/>
              </a:solidFill>
              <a:highlight>
                <a:srgbClr val="FFFFFF"/>
              </a:highlight>
            </a:endParaRPr>
          </a:p>
        </p:txBody>
      </p:sp>
      <p:sp>
        <p:nvSpPr>
          <p:cNvPr id="141" name="Google Shape;141;p25"/>
          <p:cNvSpPr txBox="1"/>
          <p:nvPr/>
        </p:nvSpPr>
        <p:spPr>
          <a:xfrm>
            <a:off x="25020806" y="12170797"/>
            <a:ext cx="7192800" cy="419824"/>
          </a:xfrm>
          <a:prstGeom prst="rect">
            <a:avLst/>
          </a:prstGeom>
          <a:noFill/>
          <a:ln>
            <a:noFill/>
          </a:ln>
        </p:spPr>
        <p:txBody>
          <a:bodyPr spcFirstLastPara="1" wrap="square" lIns="86670" tIns="43290" rIns="86670" bIns="43290" anchor="t" anchorCtr="0">
            <a:spAutoFit/>
          </a:bodyPr>
          <a:lstStyle/>
          <a:p>
            <a:r>
              <a:rPr lang="en" sz="2160">
                <a:solidFill>
                  <a:srgbClr val="235078"/>
                </a:solidFill>
                <a:latin typeface="Libre Baskerville"/>
                <a:ea typeface="Libre Baskerville"/>
                <a:cs typeface="Libre Baskerville"/>
                <a:sym typeface="Libre Baskerville"/>
              </a:rPr>
              <a:t>What We Learned </a:t>
            </a:r>
            <a:endParaRPr sz="1440"/>
          </a:p>
        </p:txBody>
      </p:sp>
      <p:sp>
        <p:nvSpPr>
          <p:cNvPr id="142" name="Google Shape;142;p25"/>
          <p:cNvSpPr txBox="1"/>
          <p:nvPr/>
        </p:nvSpPr>
        <p:spPr>
          <a:xfrm>
            <a:off x="24911460" y="18126462"/>
            <a:ext cx="7192800" cy="419824"/>
          </a:xfrm>
          <a:prstGeom prst="rect">
            <a:avLst/>
          </a:prstGeom>
          <a:noFill/>
          <a:ln>
            <a:noFill/>
          </a:ln>
        </p:spPr>
        <p:txBody>
          <a:bodyPr spcFirstLastPara="1" wrap="square" lIns="86670" tIns="43290" rIns="86670" bIns="43290" anchor="t" anchorCtr="0">
            <a:spAutoFit/>
          </a:bodyPr>
          <a:lstStyle/>
          <a:p>
            <a:r>
              <a:rPr lang="en" sz="2160">
                <a:solidFill>
                  <a:srgbClr val="235078"/>
                </a:solidFill>
                <a:latin typeface="Libre Baskerville"/>
                <a:ea typeface="Libre Baskerville"/>
                <a:cs typeface="Libre Baskerville"/>
                <a:sym typeface="Libre Baskerville"/>
              </a:rPr>
              <a:t>References</a:t>
            </a:r>
            <a:endParaRPr sz="1440"/>
          </a:p>
        </p:txBody>
      </p:sp>
      <p:sp>
        <p:nvSpPr>
          <p:cNvPr id="143" name="Google Shape;143;p25"/>
          <p:cNvSpPr txBox="1"/>
          <p:nvPr/>
        </p:nvSpPr>
        <p:spPr>
          <a:xfrm>
            <a:off x="8874673" y="6282038"/>
            <a:ext cx="7192800" cy="419824"/>
          </a:xfrm>
          <a:prstGeom prst="rect">
            <a:avLst/>
          </a:prstGeom>
          <a:noFill/>
          <a:ln>
            <a:noFill/>
          </a:ln>
        </p:spPr>
        <p:txBody>
          <a:bodyPr spcFirstLastPara="1" wrap="square" lIns="86670" tIns="43290" rIns="86670" bIns="43290" anchor="t" anchorCtr="0">
            <a:spAutoFit/>
          </a:bodyPr>
          <a:lstStyle/>
          <a:p>
            <a:r>
              <a:rPr lang="en" sz="2160" dirty="0">
                <a:solidFill>
                  <a:srgbClr val="235078"/>
                </a:solidFill>
                <a:latin typeface="Libre Baskerville"/>
                <a:ea typeface="Libre Baskerville"/>
                <a:cs typeface="Libre Baskerville"/>
                <a:sym typeface="Libre Baskerville"/>
              </a:rPr>
              <a:t>Case Presentation</a:t>
            </a:r>
            <a:endParaRPr sz="1440" dirty="0"/>
          </a:p>
        </p:txBody>
      </p:sp>
      <p:sp>
        <p:nvSpPr>
          <p:cNvPr id="144" name="Google Shape;144;p25"/>
          <p:cNvSpPr txBox="1"/>
          <p:nvPr/>
        </p:nvSpPr>
        <p:spPr>
          <a:xfrm>
            <a:off x="16924392" y="6370395"/>
            <a:ext cx="7535160" cy="419824"/>
          </a:xfrm>
          <a:prstGeom prst="rect">
            <a:avLst/>
          </a:prstGeom>
          <a:noFill/>
          <a:ln>
            <a:noFill/>
          </a:ln>
        </p:spPr>
        <p:txBody>
          <a:bodyPr spcFirstLastPara="1" wrap="square" lIns="86670" tIns="43290" rIns="86670" bIns="43290" anchor="t" anchorCtr="0">
            <a:spAutoFit/>
          </a:bodyPr>
          <a:lstStyle/>
          <a:p>
            <a:r>
              <a:rPr lang="en" sz="2160" dirty="0">
                <a:solidFill>
                  <a:srgbClr val="235078"/>
                </a:solidFill>
                <a:latin typeface="Libre Baskerville"/>
                <a:ea typeface="Libre Baskerville"/>
                <a:cs typeface="Libre Baskerville"/>
                <a:sym typeface="Libre Baskerville"/>
              </a:rPr>
              <a:t>Results</a:t>
            </a:r>
            <a:endParaRPr sz="1440" dirty="0"/>
          </a:p>
        </p:txBody>
      </p:sp>
      <p:sp>
        <p:nvSpPr>
          <p:cNvPr id="145" name="Google Shape;145;p25"/>
          <p:cNvSpPr txBox="1"/>
          <p:nvPr/>
        </p:nvSpPr>
        <p:spPr>
          <a:xfrm>
            <a:off x="532620" y="6580307"/>
            <a:ext cx="6970320" cy="6504749"/>
          </a:xfrm>
          <a:prstGeom prst="rect">
            <a:avLst/>
          </a:prstGeom>
          <a:noFill/>
          <a:ln>
            <a:noFill/>
          </a:ln>
        </p:spPr>
        <p:txBody>
          <a:bodyPr spcFirstLastPara="1" wrap="square" lIns="329130" tIns="329130" rIns="329130" bIns="329130" anchor="t" anchorCtr="0">
            <a:spAutoFit/>
          </a:bodyPr>
          <a:lstStyle/>
          <a:p>
            <a:pPr>
              <a:lnSpc>
                <a:spcPct val="115000"/>
              </a:lnSpc>
              <a:buClr>
                <a:schemeClr val="dk1"/>
              </a:buClr>
              <a:buSzPts val="1100"/>
            </a:pPr>
            <a:r>
              <a:rPr lang="en" sz="2200" dirty="0">
                <a:solidFill>
                  <a:schemeClr val="dk1"/>
                </a:solidFill>
              </a:rPr>
              <a:t>Pneumonia, a common cause of morbidity and mortality in the United States and worldwide, is usually caused by a single pathogen but co-infection is common. Nevertheless, there are no or very few reported cases of triple acute co-infection with a virus, a bacterium, and a fungus in an immunocompetent patient without underlying chronic lung disease. Here we discuss a case in which an otherwise healthy, elderly male exhibited a triple co-infection with coronavirus NL63, </a:t>
            </a:r>
            <a:r>
              <a:rPr lang="en" sz="2200" i="1" dirty="0">
                <a:solidFill>
                  <a:schemeClr val="dk1"/>
                </a:solidFill>
              </a:rPr>
              <a:t>Coccidioides immitis</a:t>
            </a:r>
            <a:r>
              <a:rPr lang="en" sz="2200" dirty="0">
                <a:solidFill>
                  <a:schemeClr val="dk1"/>
                </a:solidFill>
              </a:rPr>
              <a:t> or </a:t>
            </a:r>
            <a:r>
              <a:rPr lang="en" sz="2200" i="1" dirty="0">
                <a:solidFill>
                  <a:schemeClr val="dk1"/>
                </a:solidFill>
              </a:rPr>
              <a:t>Coccidioides </a:t>
            </a:r>
            <a:r>
              <a:rPr lang="en" sz="2200" i="1" dirty="0" err="1">
                <a:solidFill>
                  <a:schemeClr val="dk1"/>
                </a:solidFill>
              </a:rPr>
              <a:t>posadasii</a:t>
            </a:r>
            <a:r>
              <a:rPr lang="en" sz="2200" dirty="0">
                <a:solidFill>
                  <a:schemeClr val="dk1"/>
                </a:solidFill>
              </a:rPr>
              <a:t> (also known as a cause of Valley Fever), and </a:t>
            </a:r>
            <a:r>
              <a:rPr lang="en" sz="2200" i="1" dirty="0">
                <a:solidFill>
                  <a:schemeClr val="dk1"/>
                </a:solidFill>
              </a:rPr>
              <a:t>Mycoplasma Pneumoniae</a:t>
            </a:r>
            <a:r>
              <a:rPr lang="en" sz="2200" dirty="0">
                <a:solidFill>
                  <a:schemeClr val="dk1"/>
                </a:solidFill>
              </a:rPr>
              <a:t>. We discuss the insight this clinical course can provide on future diagnosis and management of pulmonary coinfections. </a:t>
            </a:r>
            <a:endParaRPr sz="2200" dirty="0">
              <a:solidFill>
                <a:schemeClr val="dk1"/>
              </a:solidFill>
            </a:endParaRPr>
          </a:p>
        </p:txBody>
      </p:sp>
      <p:sp>
        <p:nvSpPr>
          <p:cNvPr id="146" name="Google Shape;146;p25"/>
          <p:cNvSpPr txBox="1"/>
          <p:nvPr/>
        </p:nvSpPr>
        <p:spPr>
          <a:xfrm>
            <a:off x="-2870820" y="22558860"/>
            <a:ext cx="6928200" cy="983237"/>
          </a:xfrm>
          <a:prstGeom prst="rect">
            <a:avLst/>
          </a:prstGeom>
          <a:noFill/>
          <a:ln>
            <a:noFill/>
          </a:ln>
        </p:spPr>
        <p:txBody>
          <a:bodyPr spcFirstLastPara="1" wrap="square" lIns="329130" tIns="329130" rIns="329130" bIns="329130" anchor="t" anchorCtr="0">
            <a:spAutoFit/>
          </a:bodyPr>
          <a:lstStyle/>
          <a:p>
            <a:pPr>
              <a:lnSpc>
                <a:spcPct val="115000"/>
              </a:lnSpc>
              <a:buClr>
                <a:schemeClr val="dk1"/>
              </a:buClr>
              <a:buSzPts val="1100"/>
            </a:pPr>
            <a:endParaRPr sz="1800">
              <a:solidFill>
                <a:schemeClr val="dk1"/>
              </a:solidFill>
              <a:latin typeface="Times New Roman"/>
              <a:ea typeface="Times New Roman"/>
              <a:cs typeface="Times New Roman"/>
              <a:sym typeface="Times New Roman"/>
            </a:endParaRPr>
          </a:p>
        </p:txBody>
      </p:sp>
      <p:pic>
        <p:nvPicPr>
          <p:cNvPr id="147" name="Google Shape;147;p25"/>
          <p:cNvPicPr preferRelativeResize="0"/>
          <p:nvPr/>
        </p:nvPicPr>
        <p:blipFill>
          <a:blip r:embed="rId3">
            <a:alphaModFix/>
          </a:blip>
          <a:stretch>
            <a:fillRect/>
          </a:stretch>
        </p:blipFill>
        <p:spPr>
          <a:xfrm>
            <a:off x="533387" y="13822287"/>
            <a:ext cx="7535160" cy="5796281"/>
          </a:xfrm>
          <a:prstGeom prst="rect">
            <a:avLst/>
          </a:prstGeom>
          <a:noFill/>
          <a:ln>
            <a:noFill/>
          </a:ln>
        </p:spPr>
      </p:pic>
      <p:pic>
        <p:nvPicPr>
          <p:cNvPr id="148" name="Google Shape;148;p25"/>
          <p:cNvPicPr preferRelativeResize="0"/>
          <p:nvPr/>
        </p:nvPicPr>
        <p:blipFill>
          <a:blip r:embed="rId4">
            <a:alphaModFix/>
          </a:blip>
          <a:stretch>
            <a:fillRect/>
          </a:stretch>
        </p:blipFill>
        <p:spPr>
          <a:xfrm>
            <a:off x="24849804" y="6966637"/>
            <a:ext cx="7534804" cy="4793702"/>
          </a:xfrm>
          <a:prstGeom prst="rect">
            <a:avLst/>
          </a:prstGeom>
          <a:noFill/>
          <a:ln>
            <a:noFill/>
          </a:ln>
        </p:spPr>
      </p:pic>
      <p:sp>
        <p:nvSpPr>
          <p:cNvPr id="149" name="Google Shape;149;p25"/>
          <p:cNvSpPr txBox="1"/>
          <p:nvPr/>
        </p:nvSpPr>
        <p:spPr>
          <a:xfrm>
            <a:off x="7219182" y="949209"/>
            <a:ext cx="18480035" cy="2326682"/>
          </a:xfrm>
          <a:prstGeom prst="rect">
            <a:avLst/>
          </a:prstGeom>
          <a:noFill/>
          <a:ln>
            <a:noFill/>
          </a:ln>
        </p:spPr>
        <p:txBody>
          <a:bodyPr spcFirstLastPara="1" wrap="square" lIns="329130" tIns="329130" rIns="329130" bIns="329130" anchor="t" anchorCtr="0">
            <a:spAutoFit/>
          </a:bodyPr>
          <a:lstStyle/>
          <a:p>
            <a:pPr algn="ctr"/>
            <a:r>
              <a:rPr lang="en" sz="5400" dirty="0">
                <a:solidFill>
                  <a:schemeClr val="dk1"/>
                </a:solidFill>
                <a:latin typeface="Times New Roman"/>
                <a:ea typeface="Times New Roman"/>
                <a:cs typeface="Times New Roman"/>
                <a:sym typeface="Times New Roman"/>
              </a:rPr>
              <a:t>Three in One: A Case Report of Pulmonary Co-infection With a Virus, a Bacterium, and a Fungus in an Immunocompetent Adult</a:t>
            </a:r>
            <a:endParaRPr sz="5400" dirty="0">
              <a:solidFill>
                <a:schemeClr val="dk1"/>
              </a:solidFill>
              <a:latin typeface="Times New Roman"/>
              <a:ea typeface="Times New Roman"/>
              <a:cs typeface="Times New Roman"/>
              <a:sym typeface="Times New Roman"/>
            </a:endParaRPr>
          </a:p>
        </p:txBody>
      </p:sp>
      <p:sp>
        <p:nvSpPr>
          <p:cNvPr id="150" name="Google Shape;150;p25"/>
          <p:cNvSpPr txBox="1"/>
          <p:nvPr/>
        </p:nvSpPr>
        <p:spPr>
          <a:xfrm>
            <a:off x="297767" y="19559159"/>
            <a:ext cx="7535160" cy="1440285"/>
          </a:xfrm>
          <a:prstGeom prst="rect">
            <a:avLst/>
          </a:prstGeom>
          <a:noFill/>
          <a:ln>
            <a:noFill/>
          </a:ln>
        </p:spPr>
        <p:txBody>
          <a:bodyPr spcFirstLastPara="1" wrap="square" lIns="329130" tIns="329130" rIns="329130" bIns="329130" anchor="t" anchorCtr="0">
            <a:spAutoFit/>
          </a:bodyPr>
          <a:lstStyle/>
          <a:p>
            <a:r>
              <a:rPr lang="en" sz="2520" b="1" dirty="0">
                <a:solidFill>
                  <a:srgbClr val="222222"/>
                </a:solidFill>
                <a:highlight>
                  <a:srgbClr val="FFFFFF"/>
                </a:highlight>
              </a:rPr>
              <a:t>Figure: CT scan of the chest showing right lower lobe consolidation.</a:t>
            </a:r>
            <a:endParaRPr sz="7560" dirty="0">
              <a:solidFill>
                <a:schemeClr val="dk1"/>
              </a:solidFill>
              <a:latin typeface="Times New Roman"/>
              <a:ea typeface="Times New Roman"/>
              <a:cs typeface="Times New Roman"/>
              <a:sym typeface="Times New Roman"/>
            </a:endParaRPr>
          </a:p>
        </p:txBody>
      </p:sp>
      <p:sp>
        <p:nvSpPr>
          <p:cNvPr id="151" name="Google Shape;151;p25"/>
          <p:cNvSpPr txBox="1"/>
          <p:nvPr/>
        </p:nvSpPr>
        <p:spPr>
          <a:xfrm>
            <a:off x="24631200" y="5634566"/>
            <a:ext cx="8438040" cy="1618667"/>
          </a:xfrm>
          <a:prstGeom prst="rect">
            <a:avLst/>
          </a:prstGeom>
          <a:noFill/>
          <a:ln>
            <a:noFill/>
          </a:ln>
        </p:spPr>
        <p:txBody>
          <a:bodyPr spcFirstLastPara="1" wrap="square" lIns="329130" tIns="329130" rIns="329130" bIns="329130" anchor="t" anchorCtr="0">
            <a:spAutoFit/>
          </a:bodyPr>
          <a:lstStyle/>
          <a:p>
            <a:pPr>
              <a:lnSpc>
                <a:spcPct val="130000"/>
              </a:lnSpc>
              <a:spcBef>
                <a:spcPts val="720"/>
              </a:spcBef>
              <a:buClr>
                <a:schemeClr val="dk1"/>
              </a:buClr>
              <a:buSzPts val="1100"/>
            </a:pPr>
            <a:r>
              <a:rPr lang="en" sz="2160" b="1" dirty="0">
                <a:solidFill>
                  <a:srgbClr val="222222"/>
                </a:solidFill>
                <a:highlight>
                  <a:srgbClr val="FFFFFF"/>
                </a:highlight>
              </a:rPr>
              <a:t>Table: The results of the microbiological tests used to make the diagnosis of triple-pulmonary co-infection.</a:t>
            </a:r>
            <a:endParaRPr sz="8280" b="1" dirty="0">
              <a:solidFill>
                <a:schemeClr val="dk1"/>
              </a:solidFill>
              <a:latin typeface="Times New Roman"/>
              <a:ea typeface="Times New Roman"/>
              <a:cs typeface="Times New Roman"/>
              <a:sym typeface="Times New Roman"/>
            </a:endParaRPr>
          </a:p>
        </p:txBody>
      </p:sp>
      <p:sp>
        <p:nvSpPr>
          <p:cNvPr id="152" name="Google Shape;152;p25"/>
          <p:cNvSpPr txBox="1"/>
          <p:nvPr/>
        </p:nvSpPr>
        <p:spPr>
          <a:xfrm>
            <a:off x="8639010" y="6678090"/>
            <a:ext cx="7535160" cy="13831370"/>
          </a:xfrm>
          <a:prstGeom prst="rect">
            <a:avLst/>
          </a:prstGeom>
          <a:noFill/>
          <a:ln>
            <a:noFill/>
          </a:ln>
        </p:spPr>
        <p:txBody>
          <a:bodyPr spcFirstLastPara="1" wrap="square" lIns="329130" tIns="329130" rIns="329130" bIns="329130" anchor="t" anchorCtr="0">
            <a:spAutoFit/>
          </a:bodyPr>
          <a:lstStyle/>
          <a:p>
            <a:pPr>
              <a:lnSpc>
                <a:spcPct val="115000"/>
              </a:lnSpc>
            </a:pPr>
            <a:r>
              <a:rPr lang="en" sz="2400" b="1" dirty="0">
                <a:solidFill>
                  <a:schemeClr val="dk1"/>
                </a:solidFill>
              </a:rPr>
              <a:t>Chief complaints</a:t>
            </a:r>
            <a:endParaRPr sz="2400" b="1" dirty="0">
              <a:solidFill>
                <a:schemeClr val="dk1"/>
              </a:solidFill>
            </a:endParaRPr>
          </a:p>
          <a:p>
            <a:pPr>
              <a:lnSpc>
                <a:spcPct val="115000"/>
              </a:lnSpc>
            </a:pPr>
            <a:r>
              <a:rPr lang="en" sz="2400" dirty="0">
                <a:solidFill>
                  <a:schemeClr val="dk1"/>
                </a:solidFill>
              </a:rPr>
              <a:t>Cough and Shortness of breath</a:t>
            </a:r>
            <a:br>
              <a:rPr lang="en" sz="2400" dirty="0">
                <a:solidFill>
                  <a:schemeClr val="dk1"/>
                </a:solidFill>
              </a:rPr>
            </a:br>
            <a:endParaRPr sz="2400" dirty="0">
              <a:solidFill>
                <a:schemeClr val="dk1"/>
              </a:solidFill>
            </a:endParaRPr>
          </a:p>
          <a:p>
            <a:pPr>
              <a:lnSpc>
                <a:spcPct val="115000"/>
              </a:lnSpc>
            </a:pPr>
            <a:r>
              <a:rPr lang="en" sz="2400" b="1" dirty="0">
                <a:solidFill>
                  <a:schemeClr val="dk1"/>
                </a:solidFill>
              </a:rPr>
              <a:t>HPI </a:t>
            </a:r>
            <a:endParaRPr sz="2400" b="1" dirty="0">
              <a:solidFill>
                <a:schemeClr val="dk1"/>
              </a:solidFill>
            </a:endParaRPr>
          </a:p>
          <a:p>
            <a:pPr>
              <a:lnSpc>
                <a:spcPct val="115000"/>
              </a:lnSpc>
            </a:pPr>
            <a:r>
              <a:rPr lang="en" sz="2400" dirty="0">
                <a:solidFill>
                  <a:schemeClr val="dk1"/>
                </a:solidFill>
              </a:rPr>
              <a:t>61 year old otherwise healthy male presented to SAMC ED for evaluation of shortness of breath and cough with associated skin rash. Patient reported constant and dull 5/10 right lower back pain that started 3 days prior to arrival, worse with coughing and improved with pain medication. He used an icy hot patch which helped a little bit, but soon after, he started having rash at the site of patch which was urticarial in nature and itchy then spread out to the rest of the back and upper shoulder and inner arms. Patient also endorsed SOB with dry cough and fever starting last Sunday 9/29/25. Patient's daughter had some form of viral upper respiratory tract infection 2 weeks prior to admission.</a:t>
            </a:r>
            <a:endParaRPr sz="2400" dirty="0">
              <a:solidFill>
                <a:schemeClr val="dk1"/>
              </a:solidFill>
            </a:endParaRPr>
          </a:p>
          <a:p>
            <a:pPr>
              <a:lnSpc>
                <a:spcPct val="115000"/>
              </a:lnSpc>
            </a:pPr>
            <a:endParaRPr sz="2400" dirty="0">
              <a:solidFill>
                <a:schemeClr val="dk1"/>
              </a:solidFill>
            </a:endParaRPr>
          </a:p>
          <a:p>
            <a:pPr>
              <a:lnSpc>
                <a:spcPct val="115000"/>
              </a:lnSpc>
            </a:pPr>
            <a:r>
              <a:rPr lang="en" sz="2400" b="1" dirty="0">
                <a:solidFill>
                  <a:schemeClr val="dk1"/>
                </a:solidFill>
              </a:rPr>
              <a:t>Physical Exam</a:t>
            </a:r>
            <a:endParaRPr sz="2400" b="1" dirty="0">
              <a:solidFill>
                <a:schemeClr val="dk1"/>
              </a:solidFill>
            </a:endParaRPr>
          </a:p>
          <a:p>
            <a:pPr>
              <a:lnSpc>
                <a:spcPct val="115000"/>
              </a:lnSpc>
            </a:pPr>
            <a:r>
              <a:rPr lang="en" sz="2400" dirty="0">
                <a:solidFill>
                  <a:schemeClr val="dk1"/>
                </a:solidFill>
              </a:rPr>
              <a:t>Vitals: febrile (38.8ºC or 101.8ºF) and tachycardic (115 bpm)</a:t>
            </a:r>
            <a:endParaRPr sz="2400" dirty="0">
              <a:solidFill>
                <a:schemeClr val="dk1"/>
              </a:solidFill>
            </a:endParaRPr>
          </a:p>
          <a:p>
            <a:pPr>
              <a:lnSpc>
                <a:spcPct val="115000"/>
              </a:lnSpc>
            </a:pPr>
            <a:r>
              <a:rPr lang="en" sz="2400" dirty="0">
                <a:solidFill>
                  <a:schemeClr val="dk1"/>
                </a:solidFill>
              </a:rPr>
              <a:t>HEENT: mild pharyngeal erythema</a:t>
            </a:r>
            <a:endParaRPr sz="2400" dirty="0">
              <a:solidFill>
                <a:schemeClr val="dk1"/>
              </a:solidFill>
            </a:endParaRPr>
          </a:p>
          <a:p>
            <a:pPr>
              <a:lnSpc>
                <a:spcPct val="115000"/>
              </a:lnSpc>
            </a:pPr>
            <a:r>
              <a:rPr lang="en" sz="2400" dirty="0">
                <a:solidFill>
                  <a:schemeClr val="dk1"/>
                </a:solidFill>
              </a:rPr>
              <a:t>Chest: Decreased BS on L side with Rhonchi on R Side, coarse crackles at the lung bases</a:t>
            </a:r>
            <a:endParaRPr sz="2400" dirty="0">
              <a:solidFill>
                <a:schemeClr val="dk1"/>
              </a:solidFill>
            </a:endParaRPr>
          </a:p>
          <a:p>
            <a:pPr>
              <a:lnSpc>
                <a:spcPct val="115000"/>
              </a:lnSpc>
            </a:pPr>
            <a:r>
              <a:rPr lang="en" sz="2400" dirty="0">
                <a:solidFill>
                  <a:schemeClr val="dk1"/>
                </a:solidFill>
              </a:rPr>
              <a:t>Skin: Rash (Back rash that seems urticarial on right lower back and maculopapular on the rest of the back, inner arms, and shoulders) present. </a:t>
            </a:r>
            <a:endParaRPr sz="2400" dirty="0">
              <a:solidFill>
                <a:schemeClr val="dk1"/>
              </a:solidFill>
            </a:endParaRPr>
          </a:p>
          <a:p>
            <a:pPr>
              <a:lnSpc>
                <a:spcPct val="115000"/>
              </a:lnSpc>
            </a:pPr>
            <a:endParaRPr sz="2400" dirty="0">
              <a:solidFill>
                <a:schemeClr val="dk1"/>
              </a:solidFill>
            </a:endParaRPr>
          </a:p>
          <a:p>
            <a:pPr marL="1645920">
              <a:lnSpc>
                <a:spcPct val="115000"/>
              </a:lnSpc>
            </a:pPr>
            <a:endParaRPr sz="2400" dirty="0">
              <a:solidFill>
                <a:schemeClr val="dk1"/>
              </a:solidFill>
            </a:endParaRPr>
          </a:p>
        </p:txBody>
      </p:sp>
      <p:sp>
        <p:nvSpPr>
          <p:cNvPr id="153" name="Google Shape;153;p25"/>
          <p:cNvSpPr txBox="1"/>
          <p:nvPr/>
        </p:nvSpPr>
        <p:spPr>
          <a:xfrm>
            <a:off x="16744590" y="6580307"/>
            <a:ext cx="7535160" cy="14291496"/>
          </a:xfrm>
          <a:prstGeom prst="rect">
            <a:avLst/>
          </a:prstGeom>
          <a:noFill/>
          <a:ln>
            <a:noFill/>
          </a:ln>
        </p:spPr>
        <p:txBody>
          <a:bodyPr spcFirstLastPara="1" wrap="square" lIns="329130" tIns="329130" rIns="329130" bIns="329130" anchor="t" anchorCtr="0">
            <a:spAutoFit/>
          </a:bodyPr>
          <a:lstStyle/>
          <a:p>
            <a:pPr>
              <a:lnSpc>
                <a:spcPct val="115000"/>
              </a:lnSpc>
              <a:buClr>
                <a:schemeClr val="dk1"/>
              </a:buClr>
              <a:buSzPts val="1100"/>
            </a:pPr>
            <a:r>
              <a:rPr lang="en" sz="2200" b="1" dirty="0">
                <a:solidFill>
                  <a:schemeClr val="dk1"/>
                </a:solidFill>
              </a:rPr>
              <a:t>Labs</a:t>
            </a:r>
            <a:endParaRPr sz="2200" b="1" dirty="0">
              <a:solidFill>
                <a:schemeClr val="dk1"/>
              </a:solidFill>
            </a:endParaRPr>
          </a:p>
          <a:p>
            <a:pPr>
              <a:lnSpc>
                <a:spcPct val="115000"/>
              </a:lnSpc>
              <a:buClr>
                <a:schemeClr val="dk1"/>
              </a:buClr>
              <a:buSzPts val="1100"/>
            </a:pPr>
            <a:r>
              <a:rPr lang="en" sz="2200" dirty="0">
                <a:solidFill>
                  <a:schemeClr val="dk1"/>
                </a:solidFill>
              </a:rPr>
              <a:t>Leukocytosis of 15.0 K/mcl (normal 4.5 - 11.0 K/mcl) with neutrophilia at 12.22 K/mcl (normal 2.6 - 8.2 K/mcl), and mild eosinophilia of 0.36 K/mcl (normal 00.0 - 0.35 K/mcl)</a:t>
            </a:r>
            <a:endParaRPr sz="2200" dirty="0">
              <a:solidFill>
                <a:schemeClr val="dk1"/>
              </a:solidFill>
            </a:endParaRPr>
          </a:p>
          <a:p>
            <a:pPr>
              <a:lnSpc>
                <a:spcPct val="115000"/>
              </a:lnSpc>
            </a:pPr>
            <a:r>
              <a:rPr lang="en" sz="2200" dirty="0">
                <a:solidFill>
                  <a:schemeClr val="dk1"/>
                </a:solidFill>
              </a:rPr>
              <a:t>Multiplex polymerase chain reaction (PCR) respiratory panel called </a:t>
            </a:r>
            <a:r>
              <a:rPr lang="en" sz="2200" dirty="0" err="1">
                <a:solidFill>
                  <a:schemeClr val="dk1"/>
                </a:solidFill>
              </a:rPr>
              <a:t>BioFire</a:t>
            </a:r>
            <a:r>
              <a:rPr lang="en" sz="2200" dirty="0">
                <a:solidFill>
                  <a:schemeClr val="dk1"/>
                </a:solidFill>
              </a:rPr>
              <a:t> was performed on a nasopharyngeal swab sample and it was positive for </a:t>
            </a:r>
            <a:r>
              <a:rPr lang="en" sz="2200" i="1" dirty="0">
                <a:solidFill>
                  <a:schemeClr val="dk1"/>
                </a:solidFill>
              </a:rPr>
              <a:t>Mycoplasma Pneumoniae</a:t>
            </a:r>
            <a:r>
              <a:rPr lang="en" sz="2200" dirty="0">
                <a:solidFill>
                  <a:schemeClr val="dk1"/>
                </a:solidFill>
              </a:rPr>
              <a:t> and coronavirus NL63 (Table 1).</a:t>
            </a:r>
            <a:endParaRPr sz="2200" dirty="0">
              <a:solidFill>
                <a:schemeClr val="dk1"/>
              </a:solidFill>
            </a:endParaRPr>
          </a:p>
          <a:p>
            <a:pPr>
              <a:lnSpc>
                <a:spcPct val="115000"/>
              </a:lnSpc>
            </a:pPr>
            <a:r>
              <a:rPr lang="en" sz="2200" b="1" dirty="0">
                <a:solidFill>
                  <a:schemeClr val="dk1"/>
                </a:solidFill>
              </a:rPr>
              <a:t>Images</a:t>
            </a:r>
            <a:endParaRPr sz="2200" b="1" dirty="0">
              <a:solidFill>
                <a:schemeClr val="dk1"/>
              </a:solidFill>
            </a:endParaRPr>
          </a:p>
          <a:p>
            <a:pPr>
              <a:lnSpc>
                <a:spcPct val="115000"/>
              </a:lnSpc>
            </a:pPr>
            <a:r>
              <a:rPr lang="en" sz="2200" dirty="0">
                <a:solidFill>
                  <a:schemeClr val="dk1"/>
                </a:solidFill>
              </a:rPr>
              <a:t>Chest X-ray: right lower lung infiltrate, confirmed with CT chest as well, which did not show pleural effusion or lymphadenopathy (Figure).</a:t>
            </a:r>
            <a:endParaRPr sz="2200" dirty="0">
              <a:solidFill>
                <a:schemeClr val="dk1"/>
              </a:solidFill>
            </a:endParaRPr>
          </a:p>
          <a:p>
            <a:pPr>
              <a:lnSpc>
                <a:spcPct val="115000"/>
              </a:lnSpc>
            </a:pPr>
            <a:r>
              <a:rPr lang="en" sz="2200" b="1" dirty="0">
                <a:solidFill>
                  <a:schemeClr val="dk1"/>
                </a:solidFill>
              </a:rPr>
              <a:t>Initial Diagnosis</a:t>
            </a:r>
            <a:endParaRPr sz="2200" b="1" dirty="0">
              <a:solidFill>
                <a:schemeClr val="dk1"/>
              </a:solidFill>
            </a:endParaRPr>
          </a:p>
          <a:p>
            <a:pPr>
              <a:lnSpc>
                <a:spcPct val="115000"/>
              </a:lnSpc>
            </a:pPr>
            <a:r>
              <a:rPr lang="en" sz="2200" dirty="0">
                <a:solidFill>
                  <a:schemeClr val="dk1"/>
                </a:solidFill>
              </a:rPr>
              <a:t>Community-acquired pneumonia (CAP) treated with Azithromycin 500 milligrams IV and ceftriaxone 1 gram IV and levofloxacin 750 mg IV to cover for the possibility of macrolide-resistant </a:t>
            </a:r>
            <a:r>
              <a:rPr lang="en" sz="2200" i="1" dirty="0">
                <a:solidFill>
                  <a:schemeClr val="dk1"/>
                </a:solidFill>
              </a:rPr>
              <a:t>Mycoplasma Pneumoniae</a:t>
            </a:r>
            <a:endParaRPr sz="2200" i="1" dirty="0">
              <a:solidFill>
                <a:schemeClr val="dk1"/>
              </a:solidFill>
            </a:endParaRPr>
          </a:p>
          <a:p>
            <a:pPr>
              <a:lnSpc>
                <a:spcPct val="115000"/>
              </a:lnSpc>
            </a:pPr>
            <a:r>
              <a:rPr lang="en" sz="2200" b="1" dirty="0">
                <a:solidFill>
                  <a:schemeClr val="dk1"/>
                </a:solidFill>
              </a:rPr>
              <a:t>Further testing</a:t>
            </a:r>
            <a:endParaRPr sz="2200" b="1" dirty="0">
              <a:solidFill>
                <a:schemeClr val="dk1"/>
              </a:solidFill>
            </a:endParaRPr>
          </a:p>
          <a:p>
            <a:pPr>
              <a:lnSpc>
                <a:spcPct val="115000"/>
              </a:lnSpc>
            </a:pPr>
            <a:r>
              <a:rPr lang="en" sz="2200" dirty="0">
                <a:solidFill>
                  <a:schemeClr val="dk1"/>
                </a:solidFill>
              </a:rPr>
              <a:t>C</a:t>
            </a:r>
            <a:r>
              <a:rPr lang="en" sz="2200" i="1" dirty="0">
                <a:solidFill>
                  <a:schemeClr val="dk1"/>
                </a:solidFill>
              </a:rPr>
              <a:t>occidioides spp. </a:t>
            </a:r>
            <a:r>
              <a:rPr lang="en" sz="2200" dirty="0">
                <a:solidFill>
                  <a:schemeClr val="dk1"/>
                </a:solidFill>
              </a:rPr>
              <a:t>immunoglobulin M (IgM) and immunoglobulin G (IgG) detected using Enzyme-immunoassay (EIA) came back negative. The patient was still having a cough and fever five days into admission with a high total white blood count at 17.5 k/mcl with increased eosinophilia at 1.08 K/mcl. Given a high clinical suspicion for acute pulmonary Coccidioidomycosis, screening IgM and IgG antibodies with the same EIA were repeated and both came back positive.</a:t>
            </a:r>
            <a:endParaRPr sz="2200" dirty="0">
              <a:solidFill>
                <a:schemeClr val="dk1"/>
              </a:solidFill>
            </a:endParaRPr>
          </a:p>
          <a:p>
            <a:pPr>
              <a:lnSpc>
                <a:spcPct val="115000"/>
              </a:lnSpc>
              <a:buClr>
                <a:schemeClr val="dk1"/>
              </a:buClr>
              <a:buSzPts val="1100"/>
            </a:pPr>
            <a:r>
              <a:rPr lang="en" sz="2200" b="1" dirty="0">
                <a:solidFill>
                  <a:schemeClr val="dk1"/>
                </a:solidFill>
              </a:rPr>
              <a:t>Final diagnosis and management: </a:t>
            </a:r>
            <a:r>
              <a:rPr lang="en" sz="2200" dirty="0">
                <a:solidFill>
                  <a:schemeClr val="dk1"/>
                </a:solidFill>
              </a:rPr>
              <a:t>Patient was started and discharged the following day on fluconazole 200 mg tablet by mouth daily for three months. </a:t>
            </a:r>
            <a:endParaRPr sz="2200" dirty="0">
              <a:solidFill>
                <a:schemeClr val="dk1"/>
              </a:solidFill>
            </a:endParaRPr>
          </a:p>
        </p:txBody>
      </p:sp>
      <p:sp>
        <p:nvSpPr>
          <p:cNvPr id="154" name="Google Shape;154;p25"/>
          <p:cNvSpPr txBox="1"/>
          <p:nvPr/>
        </p:nvSpPr>
        <p:spPr>
          <a:xfrm>
            <a:off x="24849804" y="11937424"/>
            <a:ext cx="7473060" cy="6398950"/>
          </a:xfrm>
          <a:prstGeom prst="rect">
            <a:avLst/>
          </a:prstGeom>
          <a:noFill/>
          <a:ln>
            <a:noFill/>
          </a:ln>
        </p:spPr>
        <p:txBody>
          <a:bodyPr spcFirstLastPara="1" wrap="square" lIns="329130" tIns="329130" rIns="329130" bIns="329130" anchor="t" anchorCtr="0">
            <a:spAutoFit/>
          </a:bodyPr>
          <a:lstStyle/>
          <a:p>
            <a:pPr>
              <a:lnSpc>
                <a:spcPct val="115000"/>
              </a:lnSpc>
            </a:pPr>
            <a:endParaRPr sz="2160" dirty="0">
              <a:solidFill>
                <a:schemeClr val="dk1"/>
              </a:solidFill>
            </a:endParaRPr>
          </a:p>
          <a:p>
            <a:pPr>
              <a:lnSpc>
                <a:spcPct val="115000"/>
              </a:lnSpc>
            </a:pPr>
            <a:r>
              <a:rPr lang="en" sz="2160" dirty="0">
                <a:solidFill>
                  <a:schemeClr val="dk1"/>
                </a:solidFill>
              </a:rPr>
              <a:t>- The presence of multiple respiratory pathogens can potentially complicate the clinical course and management of pneumonia</a:t>
            </a:r>
            <a:endParaRPr sz="2160" dirty="0">
              <a:solidFill>
                <a:schemeClr val="dk1"/>
              </a:solidFill>
            </a:endParaRPr>
          </a:p>
          <a:p>
            <a:pPr>
              <a:lnSpc>
                <a:spcPct val="115000"/>
              </a:lnSpc>
            </a:pPr>
            <a:endParaRPr sz="2160" dirty="0">
              <a:solidFill>
                <a:schemeClr val="dk1"/>
              </a:solidFill>
            </a:endParaRPr>
          </a:p>
          <a:p>
            <a:pPr>
              <a:lnSpc>
                <a:spcPct val="115000"/>
              </a:lnSpc>
            </a:pPr>
            <a:r>
              <a:rPr lang="en" sz="2160" dirty="0">
                <a:solidFill>
                  <a:schemeClr val="dk1"/>
                </a:solidFill>
              </a:rPr>
              <a:t>- Clinicians should be aware of the sensitivity and specificity of microbiological tests used to diagnose specific respiratory pathogens in their institution in order to make informed management decisions for their patients</a:t>
            </a:r>
            <a:endParaRPr sz="2160" dirty="0">
              <a:solidFill>
                <a:schemeClr val="dk1"/>
              </a:solidFill>
            </a:endParaRPr>
          </a:p>
          <a:p>
            <a:pPr>
              <a:lnSpc>
                <a:spcPct val="115000"/>
              </a:lnSpc>
            </a:pPr>
            <a:endParaRPr sz="2160" dirty="0">
              <a:solidFill>
                <a:schemeClr val="dk1"/>
              </a:solidFill>
            </a:endParaRPr>
          </a:p>
          <a:p>
            <a:pPr>
              <a:lnSpc>
                <a:spcPct val="115000"/>
              </a:lnSpc>
            </a:pPr>
            <a:r>
              <a:rPr lang="en" sz="2160" dirty="0">
                <a:solidFill>
                  <a:schemeClr val="dk1"/>
                </a:solidFill>
              </a:rPr>
              <a:t>- Negative serology for Coccidioidomycosis does not entirely rule out acute Coccidioidomycosis infections. When in doubt, repeat serology can be helpful</a:t>
            </a:r>
            <a:endParaRPr sz="2160" dirty="0">
              <a:solidFill>
                <a:schemeClr val="dk1"/>
              </a:solidFill>
            </a:endParaRPr>
          </a:p>
          <a:p>
            <a:pPr>
              <a:lnSpc>
                <a:spcPct val="115000"/>
              </a:lnSpc>
            </a:pPr>
            <a:endParaRPr sz="2160" dirty="0">
              <a:solidFill>
                <a:schemeClr val="dk1"/>
              </a:solidFill>
            </a:endParaRPr>
          </a:p>
        </p:txBody>
      </p:sp>
      <p:sp>
        <p:nvSpPr>
          <p:cNvPr id="155" name="Google Shape;155;p25"/>
          <p:cNvSpPr txBox="1"/>
          <p:nvPr/>
        </p:nvSpPr>
        <p:spPr>
          <a:xfrm>
            <a:off x="0" y="1714500"/>
            <a:ext cx="10800000" cy="983237"/>
          </a:xfrm>
          <a:prstGeom prst="rect">
            <a:avLst/>
          </a:prstGeom>
          <a:noFill/>
          <a:ln>
            <a:noFill/>
          </a:ln>
        </p:spPr>
        <p:txBody>
          <a:bodyPr spcFirstLastPara="1" wrap="square" lIns="329130" tIns="329130" rIns="329130" bIns="329130" anchor="t" anchorCtr="0">
            <a:spAutoFit/>
          </a:bodyPr>
          <a:lstStyle/>
          <a:p>
            <a:pPr>
              <a:lnSpc>
                <a:spcPct val="115000"/>
              </a:lnSpc>
            </a:pPr>
            <a:endParaRPr sz="1800">
              <a:solidFill>
                <a:schemeClr val="dk1"/>
              </a:solidFill>
              <a:latin typeface="Times New Roman"/>
              <a:ea typeface="Times New Roman"/>
              <a:cs typeface="Times New Roman"/>
              <a:sym typeface="Times New Roman"/>
            </a:endParaRPr>
          </a:p>
        </p:txBody>
      </p:sp>
      <p:sp>
        <p:nvSpPr>
          <p:cNvPr id="156" name="Google Shape;156;p25"/>
          <p:cNvSpPr txBox="1"/>
          <p:nvPr/>
        </p:nvSpPr>
        <p:spPr>
          <a:xfrm>
            <a:off x="24849810" y="18636030"/>
            <a:ext cx="7192800" cy="1930612"/>
          </a:xfrm>
          <a:prstGeom prst="rect">
            <a:avLst/>
          </a:prstGeom>
          <a:noFill/>
          <a:ln>
            <a:noFill/>
          </a:ln>
        </p:spPr>
        <p:txBody>
          <a:bodyPr spcFirstLastPara="1" wrap="square" lIns="329130" tIns="329130" rIns="329130" bIns="329130" anchor="t" anchorCtr="0">
            <a:spAutoFit/>
          </a:bodyPr>
          <a:lstStyle/>
          <a:p>
            <a:pPr>
              <a:lnSpc>
                <a:spcPct val="115000"/>
              </a:lnSpc>
              <a:spcAft>
                <a:spcPts val="5400"/>
              </a:spcAft>
            </a:pPr>
            <a:r>
              <a:rPr lang="en" sz="1080" dirty="0">
                <a:solidFill>
                  <a:srgbClr val="222222"/>
                </a:solidFill>
                <a:highlight>
                  <a:srgbClr val="FFFFFF"/>
                </a:highlight>
              </a:rPr>
              <a:t>Kang L, Jing W, Liu J, Liu M: </a:t>
            </a:r>
            <a:r>
              <a:rPr lang="en" sz="1080" dirty="0">
                <a:solidFill>
                  <a:srgbClr val="3088C6"/>
                </a:solidFill>
                <a:highlight>
                  <a:srgbClr val="FFFFFF"/>
                </a:highlight>
                <a:uFill>
                  <a:noFill/>
                </a:uFill>
                <a:hlinkClick r:id="rId5">
                  <a:extLst>
                    <a:ext uri="{A12FA001-AC4F-418D-AE19-62706E023703}">
                      <ahyp:hlinkClr xmlns:ahyp="http://schemas.microsoft.com/office/drawing/2018/hyperlinkcolor" val="tx"/>
                    </a:ext>
                  </a:extLst>
                </a:hlinkClick>
              </a:rPr>
              <a:t>Trends of global and regional aetiologies, risk factors and mortality of lower respiratory infections from 1990 to 2019: an analysis for the Global Burden of Disease Study 2019</a:t>
            </a:r>
            <a:r>
              <a:rPr lang="en" sz="1080" dirty="0">
                <a:solidFill>
                  <a:srgbClr val="222222"/>
                </a:solidFill>
                <a:highlight>
                  <a:srgbClr val="FFFFFF"/>
                </a:highlight>
              </a:rPr>
              <a:t>. Respirology. 2023, 28:166-75. </a:t>
            </a:r>
            <a:r>
              <a:rPr lang="en" sz="1080" dirty="0">
                <a:solidFill>
                  <a:srgbClr val="3088C6"/>
                </a:solidFill>
                <a:highlight>
                  <a:srgbClr val="FFFFFF"/>
                </a:highlight>
                <a:uFill>
                  <a:noFill/>
                </a:uFill>
                <a:hlinkClick r:id="rId5">
                  <a:extLst>
                    <a:ext uri="{A12FA001-AC4F-418D-AE19-62706E023703}">
                      <ahyp:hlinkClr xmlns:ahyp="http://schemas.microsoft.com/office/drawing/2018/hyperlinkcolor" val="tx"/>
                    </a:ext>
                  </a:extLst>
                </a:hlinkClick>
              </a:rPr>
              <a:t>10.1111/resp.14389</a:t>
            </a:r>
            <a:endParaRPr sz="6120" dirty="0">
              <a:solidFill>
                <a:schemeClr val="dk1"/>
              </a:solidFill>
              <a:latin typeface="Times New Roman"/>
              <a:ea typeface="Times New Roman"/>
              <a:cs typeface="Times New Roman"/>
              <a:sym typeface="Times New Roman"/>
            </a:endParaRPr>
          </a:p>
        </p:txBody>
      </p:sp>
      <p:sp>
        <p:nvSpPr>
          <p:cNvPr id="157" name="Google Shape;157;p25"/>
          <p:cNvSpPr txBox="1"/>
          <p:nvPr/>
        </p:nvSpPr>
        <p:spPr>
          <a:xfrm>
            <a:off x="24849804" y="19333097"/>
            <a:ext cx="7535160" cy="2121626"/>
          </a:xfrm>
          <a:prstGeom prst="rect">
            <a:avLst/>
          </a:prstGeom>
          <a:noFill/>
          <a:ln>
            <a:noFill/>
          </a:ln>
        </p:spPr>
        <p:txBody>
          <a:bodyPr spcFirstLastPara="1" wrap="square" lIns="329130" tIns="329130" rIns="329130" bIns="329130" anchor="t" anchorCtr="0">
            <a:spAutoFit/>
          </a:bodyPr>
          <a:lstStyle/>
          <a:p>
            <a:pPr>
              <a:lnSpc>
                <a:spcPct val="115000"/>
              </a:lnSpc>
              <a:spcAft>
                <a:spcPts val="5400"/>
              </a:spcAft>
            </a:pPr>
            <a:r>
              <a:rPr lang="en" sz="1440">
                <a:solidFill>
                  <a:srgbClr val="222222"/>
                </a:solidFill>
                <a:highlight>
                  <a:srgbClr val="FFFFFF"/>
                </a:highlight>
              </a:rPr>
              <a:t>Jiang W, Wu M, Zhou J, et al.: </a:t>
            </a:r>
            <a:r>
              <a:rPr lang="en" sz="1440">
                <a:solidFill>
                  <a:srgbClr val="3088C6"/>
                </a:solidFill>
                <a:highlight>
                  <a:srgbClr val="FFFFFF"/>
                </a:highlight>
                <a:uFill>
                  <a:noFill/>
                </a:uFill>
                <a:hlinkClick r:id="rId6">
                  <a:extLst>
                    <a:ext uri="{A12FA001-AC4F-418D-AE19-62706E023703}">
                      <ahyp:hlinkClr xmlns:ahyp="http://schemas.microsoft.com/office/drawing/2018/hyperlinkcolor" val="tx"/>
                    </a:ext>
                  </a:extLst>
                </a:hlinkClick>
              </a:rPr>
              <a:t>Etiologic spectrum and occurrence of coinfections in children hospitalized with community-acquired pneumonia</a:t>
            </a:r>
            <a:r>
              <a:rPr lang="en" sz="1440">
                <a:solidFill>
                  <a:srgbClr val="222222"/>
                </a:solidFill>
                <a:highlight>
                  <a:srgbClr val="FFFFFF"/>
                </a:highlight>
              </a:rPr>
              <a:t>. BMC Infect Dis. 2017, 17:787. </a:t>
            </a:r>
            <a:r>
              <a:rPr lang="en" sz="1440">
                <a:solidFill>
                  <a:srgbClr val="3088C6"/>
                </a:solidFill>
                <a:highlight>
                  <a:srgbClr val="FFFFFF"/>
                </a:highlight>
                <a:uFill>
                  <a:noFill/>
                </a:uFill>
                <a:hlinkClick r:id="rId6">
                  <a:extLst>
                    <a:ext uri="{A12FA001-AC4F-418D-AE19-62706E023703}">
                      <ahyp:hlinkClr xmlns:ahyp="http://schemas.microsoft.com/office/drawing/2018/hyperlinkcolor" val="tx"/>
                    </a:ext>
                  </a:extLst>
                </a:hlinkClick>
              </a:rPr>
              <a:t>10.1186/s12879-017-2891-x</a:t>
            </a:r>
            <a:endParaRPr sz="1440">
              <a:solidFill>
                <a:srgbClr val="3088C6"/>
              </a:solidFill>
              <a:highlight>
                <a:srgbClr val="FFFFFF"/>
              </a:highlight>
            </a:endParaRPr>
          </a:p>
        </p:txBody>
      </p:sp>
      <p:pic>
        <p:nvPicPr>
          <p:cNvPr id="158" name="Picture 157" descr="1C.png"/>
          <p:cNvPicPr>
            <a:picLocks noChangeAspect="1"/>
          </p:cNvPicPr>
          <p:nvPr/>
        </p:nvPicPr>
        <p:blipFill>
          <a:blip r:embed="rId7"/>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ank Presentation">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818</Words>
  <Application>Microsoft Macintosh PowerPoint</Application>
  <PresentationFormat>Custom</PresentationFormat>
  <Paragraphs>40</Paragraphs>
  <Slides>1</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vt:i4>
      </vt:variant>
    </vt:vector>
  </HeadingPairs>
  <TitlesOfParts>
    <vt:vector size="7" baseType="lpstr">
      <vt:lpstr>Montserrat Light</vt:lpstr>
      <vt:lpstr>Arial</vt:lpstr>
      <vt:lpstr>Times New Roman</vt:lpstr>
      <vt:lpstr>Libre Baskerville</vt:lpstr>
      <vt:lpstr>Simple Light</vt:lpstr>
      <vt:lpstr>Blank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1</cp:revision>
  <dcterms:modified xsi:type="dcterms:W3CDTF">2025-04-27T04:40:24Z</dcterms:modified>
</cp:coreProperties>
</file>