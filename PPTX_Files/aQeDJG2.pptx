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63" r:id="rId2"/>
  </p:sldIdLst>
  <p:sldSz cx="329184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671"/>
    <a:srgbClr val="1182B6"/>
    <a:srgbClr val="335C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72C174-0A6D-AFE6-D88B-B60F409BD02A}" v="4" dt="2025-04-25T19:34:53.541"/>
    <p1510:client id="{2FC895CB-521E-0B04-22D9-D4474D7F97D7}" v="10" dt="2025-04-26T00:11:42.861"/>
    <p1510:client id="{8AE65D67-8E9C-6094-892B-F7820E38FCF3}" v="40" dt="2025-04-25T15:41:52.263"/>
    <p1510:client id="{8D2281D7-FCAB-6F6C-6B11-C676C84CC2A8}" v="151" dt="2025-04-26T00:07:57.712"/>
    <p1510:client id="{C7A444D8-80D1-77E3-3296-0E258403BE5F}" v="4" dt="2025-04-25T18:58:21.400"/>
    <p1510:client id="{C7FC14C3-191E-2F2F-6D64-BB8627AB2EF2}" v="33" dt="2025-04-25T18:21:26.557"/>
    <p1510:client id="{F75C8D29-4559-AEA7-4556-C84BE18378E9}" v="26" dt="2025-04-25T19:32:43.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81"/>
    <p:restoredTop sz="94673"/>
  </p:normalViewPr>
  <p:slideViewPr>
    <p:cSldViewPr snapToGrid="0">
      <p:cViewPr varScale="1">
        <p:scale>
          <a:sx n="45" d="100"/>
          <a:sy n="45" d="100"/>
        </p:scale>
        <p:origin x="2976" y="24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6/11/relationships/changesInfo" Target="changesInfos/changesInfo1.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rin Nikravangolsefid" userId="S::nasrin.nikravangolsefid@samc.com::57dfdcc4-ba78-4f5b-8e42-2bfc3601f06b" providerId="AD" clId="Web-{2FC895CB-521E-0B04-22D9-D4474D7F97D7}"/>
    <pc:docChg chg="modSld">
      <pc:chgData name="Nasrin Nikravangolsefid" userId="S::nasrin.nikravangolsefid@samc.com::57dfdcc4-ba78-4f5b-8e42-2bfc3601f06b" providerId="AD" clId="Web-{2FC895CB-521E-0B04-22D9-D4474D7F97D7}" dt="2025-04-26T00:11:41.970" v="3" actId="20577"/>
      <pc:docMkLst>
        <pc:docMk/>
      </pc:docMkLst>
      <pc:sldChg chg="modSp">
        <pc:chgData name="Nasrin Nikravangolsefid" userId="S::nasrin.nikravangolsefid@samc.com::57dfdcc4-ba78-4f5b-8e42-2bfc3601f06b" providerId="AD" clId="Web-{2FC895CB-521E-0B04-22D9-D4474D7F97D7}" dt="2025-04-26T00:11:41.970" v="3" actId="20577"/>
        <pc:sldMkLst>
          <pc:docMk/>
          <pc:sldMk cId="3934417491" sldId="263"/>
        </pc:sldMkLst>
        <pc:spChg chg="mod">
          <ac:chgData name="Nasrin Nikravangolsefid" userId="S::nasrin.nikravangolsefid@samc.com::57dfdcc4-ba78-4f5b-8e42-2bfc3601f06b" providerId="AD" clId="Web-{2FC895CB-521E-0B04-22D9-D4474D7F97D7}" dt="2025-04-26T00:11:14.736" v="0" actId="20577"/>
          <ac:spMkLst>
            <pc:docMk/>
            <pc:sldMk cId="3934417491" sldId="263"/>
            <ac:spMk id="6" creationId="{00000000-0000-0000-0000-000000000000}"/>
          </ac:spMkLst>
        </pc:spChg>
        <pc:spChg chg="mod">
          <ac:chgData name="Nasrin Nikravangolsefid" userId="S::nasrin.nikravangolsefid@samc.com::57dfdcc4-ba78-4f5b-8e42-2bfc3601f06b" providerId="AD" clId="Web-{2FC895CB-521E-0B04-22D9-D4474D7F97D7}" dt="2025-04-26T00:11:41.970" v="3" actId="20577"/>
          <ac:spMkLst>
            <pc:docMk/>
            <pc:sldMk cId="3934417491" sldId="263"/>
            <ac:spMk id="7" creationId="{00000000-0000-0000-0000-000000000000}"/>
          </ac:spMkLst>
        </pc:spChg>
      </pc:sldChg>
    </pc:docChg>
  </pc:docChgLst>
  <pc:docChgLst>
    <pc:chgData name="Nasrin Nikravangolsefid" userId="S::nasrin.nikravangolsefid@samc.com::57dfdcc4-ba78-4f5b-8e42-2bfc3601f06b" providerId="AD" clId="Web-{8AE65D67-8E9C-6094-892B-F7820E38FCF3}"/>
    <pc:docChg chg="modSld">
      <pc:chgData name="Nasrin Nikravangolsefid" userId="S::nasrin.nikravangolsefid@samc.com::57dfdcc4-ba78-4f5b-8e42-2bfc3601f06b" providerId="AD" clId="Web-{8AE65D67-8E9C-6094-892B-F7820E38FCF3}" dt="2025-04-25T15:41:52.263" v="29" actId="20577"/>
      <pc:docMkLst>
        <pc:docMk/>
      </pc:docMkLst>
      <pc:sldChg chg="modSp">
        <pc:chgData name="Nasrin Nikravangolsefid" userId="S::nasrin.nikravangolsefid@samc.com::57dfdcc4-ba78-4f5b-8e42-2bfc3601f06b" providerId="AD" clId="Web-{8AE65D67-8E9C-6094-892B-F7820E38FCF3}" dt="2025-04-25T15:41:52.263" v="29" actId="20577"/>
        <pc:sldMkLst>
          <pc:docMk/>
          <pc:sldMk cId="3934417491" sldId="263"/>
        </pc:sldMkLst>
        <pc:spChg chg="mod">
          <ac:chgData name="Nasrin Nikravangolsefid" userId="S::nasrin.nikravangolsefid@samc.com::57dfdcc4-ba78-4f5b-8e42-2bfc3601f06b" providerId="AD" clId="Web-{8AE65D67-8E9C-6094-892B-F7820E38FCF3}" dt="2025-04-25T15:35:27.478" v="7" actId="20577"/>
          <ac:spMkLst>
            <pc:docMk/>
            <pc:sldMk cId="3934417491" sldId="263"/>
            <ac:spMk id="6" creationId="{00000000-0000-0000-0000-000000000000}"/>
          </ac:spMkLst>
        </pc:spChg>
        <pc:spChg chg="mod">
          <ac:chgData name="Nasrin Nikravangolsefid" userId="S::nasrin.nikravangolsefid@samc.com::57dfdcc4-ba78-4f5b-8e42-2bfc3601f06b" providerId="AD" clId="Web-{8AE65D67-8E9C-6094-892B-F7820E38FCF3}" dt="2025-04-25T15:41:52.263" v="29" actId="20577"/>
          <ac:spMkLst>
            <pc:docMk/>
            <pc:sldMk cId="3934417491" sldId="263"/>
            <ac:spMk id="28" creationId="{00000000-0000-0000-0000-000000000000}"/>
          </ac:spMkLst>
        </pc:spChg>
      </pc:sldChg>
    </pc:docChg>
  </pc:docChgLst>
  <pc:docChgLst>
    <pc:chgData name="Nasrin Nikravangolsefid" userId="S::nasrin.nikravangolsefid@samc.com::57dfdcc4-ba78-4f5b-8e42-2bfc3601f06b" providerId="AD" clId="Web-{90AC3F42-2149-DCD2-21F1-935350F7FB06}"/>
    <pc:docChg chg="modSld">
      <pc:chgData name="Nasrin Nikravangolsefid" userId="S::nasrin.nikravangolsefid@samc.com::57dfdcc4-ba78-4f5b-8e42-2bfc3601f06b" providerId="AD" clId="Web-{90AC3F42-2149-DCD2-21F1-935350F7FB06}" dt="2025-04-20T22:11:14.533" v="2" actId="20577"/>
      <pc:docMkLst>
        <pc:docMk/>
      </pc:docMkLst>
      <pc:sldChg chg="modSp">
        <pc:chgData name="Nasrin Nikravangolsefid" userId="S::nasrin.nikravangolsefid@samc.com::57dfdcc4-ba78-4f5b-8e42-2bfc3601f06b" providerId="AD" clId="Web-{90AC3F42-2149-DCD2-21F1-935350F7FB06}" dt="2025-04-20T22:11:14.533" v="2" actId="20577"/>
        <pc:sldMkLst>
          <pc:docMk/>
          <pc:sldMk cId="3934417491" sldId="263"/>
        </pc:sldMkLst>
        <pc:spChg chg="mod">
          <ac:chgData name="Nasrin Nikravangolsefid" userId="S::nasrin.nikravangolsefid@samc.com::57dfdcc4-ba78-4f5b-8e42-2bfc3601f06b" providerId="AD" clId="Web-{90AC3F42-2149-DCD2-21F1-935350F7FB06}" dt="2025-04-20T22:11:14.533" v="2" actId="20577"/>
          <ac:spMkLst>
            <pc:docMk/>
            <pc:sldMk cId="3934417491" sldId="263"/>
            <ac:spMk id="76" creationId="{00000000-0000-0000-0000-000000000000}"/>
          </ac:spMkLst>
        </pc:spChg>
      </pc:sldChg>
    </pc:docChg>
  </pc:docChgLst>
  <pc:docChgLst>
    <pc:chgData name="Nasrin Nikravangolsefid" userId="S::nasrin.nikravangolsefid@samc.com::57dfdcc4-ba78-4f5b-8e42-2bfc3601f06b" providerId="AD" clId="Web-{C7A6BE20-2067-AA07-4EA5-F9010A68F89F}"/>
    <pc:docChg chg="modSld">
      <pc:chgData name="Nasrin Nikravangolsefid" userId="S::nasrin.nikravangolsefid@samc.com::57dfdcc4-ba78-4f5b-8e42-2bfc3601f06b" providerId="AD" clId="Web-{C7A6BE20-2067-AA07-4EA5-F9010A68F89F}" dt="2025-04-20T19:19:13.937" v="230" actId="20577"/>
      <pc:docMkLst>
        <pc:docMk/>
      </pc:docMkLst>
      <pc:sldChg chg="delSp modSp">
        <pc:chgData name="Nasrin Nikravangolsefid" userId="S::nasrin.nikravangolsefid@samc.com::57dfdcc4-ba78-4f5b-8e42-2bfc3601f06b" providerId="AD" clId="Web-{C7A6BE20-2067-AA07-4EA5-F9010A68F89F}" dt="2025-04-20T19:19:13.937" v="230" actId="20577"/>
        <pc:sldMkLst>
          <pc:docMk/>
          <pc:sldMk cId="3934417491" sldId="263"/>
        </pc:sldMkLst>
        <pc:spChg chg="mod">
          <ac:chgData name="Nasrin Nikravangolsefid" userId="S::nasrin.nikravangolsefid@samc.com::57dfdcc4-ba78-4f5b-8e42-2bfc3601f06b" providerId="AD" clId="Web-{C7A6BE20-2067-AA07-4EA5-F9010A68F89F}" dt="2025-04-20T19:10:14.048" v="175" actId="1076"/>
          <ac:spMkLst>
            <pc:docMk/>
            <pc:sldMk cId="3934417491" sldId="263"/>
            <ac:spMk id="2" creationId="{00000000-0000-0000-0000-000000000000}"/>
          </ac:spMkLst>
        </pc:spChg>
        <pc:spChg chg="mod">
          <ac:chgData name="Nasrin Nikravangolsefid" userId="S::nasrin.nikravangolsefid@samc.com::57dfdcc4-ba78-4f5b-8e42-2bfc3601f06b" providerId="AD" clId="Web-{C7A6BE20-2067-AA07-4EA5-F9010A68F89F}" dt="2025-04-20T18:50:30.641" v="131" actId="20577"/>
          <ac:spMkLst>
            <pc:docMk/>
            <pc:sldMk cId="3934417491" sldId="263"/>
            <ac:spMk id="7" creationId="{00000000-0000-0000-0000-000000000000}"/>
          </ac:spMkLst>
        </pc:spChg>
        <pc:spChg chg="mod">
          <ac:chgData name="Nasrin Nikravangolsefid" userId="S::nasrin.nikravangolsefid@samc.com::57dfdcc4-ba78-4f5b-8e42-2bfc3601f06b" providerId="AD" clId="Web-{C7A6BE20-2067-AA07-4EA5-F9010A68F89F}" dt="2025-04-20T19:09:03.889" v="168" actId="20577"/>
          <ac:spMkLst>
            <pc:docMk/>
            <pc:sldMk cId="3934417491" sldId="263"/>
            <ac:spMk id="28" creationId="{00000000-0000-0000-0000-000000000000}"/>
          </ac:spMkLst>
        </pc:spChg>
        <pc:spChg chg="mod">
          <ac:chgData name="Nasrin Nikravangolsefid" userId="S::nasrin.nikravangolsefid@samc.com::57dfdcc4-ba78-4f5b-8e42-2bfc3601f06b" providerId="AD" clId="Web-{C7A6BE20-2067-AA07-4EA5-F9010A68F89F}" dt="2025-04-20T19:07:18.475" v="156" actId="1076"/>
          <ac:spMkLst>
            <pc:docMk/>
            <pc:sldMk cId="3934417491" sldId="263"/>
            <ac:spMk id="29" creationId="{00000000-0000-0000-0000-000000000000}"/>
          </ac:spMkLst>
        </pc:spChg>
        <pc:spChg chg="mod">
          <ac:chgData name="Nasrin Nikravangolsefid" userId="S::nasrin.nikravangolsefid@samc.com::57dfdcc4-ba78-4f5b-8e42-2bfc3601f06b" providerId="AD" clId="Web-{C7A6BE20-2067-AA07-4EA5-F9010A68F89F}" dt="2025-04-20T19:19:13.937" v="230" actId="20577"/>
          <ac:spMkLst>
            <pc:docMk/>
            <pc:sldMk cId="3934417491" sldId="263"/>
            <ac:spMk id="31" creationId="{00000000-0000-0000-0000-000000000000}"/>
          </ac:spMkLst>
        </pc:spChg>
        <pc:spChg chg="mod">
          <ac:chgData name="Nasrin Nikravangolsefid" userId="S::nasrin.nikravangolsefid@samc.com::57dfdcc4-ba78-4f5b-8e42-2bfc3601f06b" providerId="AD" clId="Web-{C7A6BE20-2067-AA07-4EA5-F9010A68F89F}" dt="2025-04-20T19:10:08.641" v="174" actId="1076"/>
          <ac:spMkLst>
            <pc:docMk/>
            <pc:sldMk cId="3934417491" sldId="263"/>
            <ac:spMk id="60" creationId="{00000000-0000-0000-0000-000000000000}"/>
          </ac:spMkLst>
        </pc:spChg>
        <pc:spChg chg="mod">
          <ac:chgData name="Nasrin Nikravangolsefid" userId="S::nasrin.nikravangolsefid@samc.com::57dfdcc4-ba78-4f5b-8e42-2bfc3601f06b" providerId="AD" clId="Web-{C7A6BE20-2067-AA07-4EA5-F9010A68F89F}" dt="2025-04-20T19:11:14.441" v="179" actId="1076"/>
          <ac:spMkLst>
            <pc:docMk/>
            <pc:sldMk cId="3934417491" sldId="263"/>
            <ac:spMk id="74" creationId="{00000000-0000-0000-0000-000000000000}"/>
          </ac:spMkLst>
        </pc:spChg>
        <pc:spChg chg="mod">
          <ac:chgData name="Nasrin Nikravangolsefid" userId="S::nasrin.nikravangolsefid@samc.com::57dfdcc4-ba78-4f5b-8e42-2bfc3601f06b" providerId="AD" clId="Web-{C7A6BE20-2067-AA07-4EA5-F9010A68F89F}" dt="2025-04-20T19:11:20.113" v="180" actId="1076"/>
          <ac:spMkLst>
            <pc:docMk/>
            <pc:sldMk cId="3934417491" sldId="263"/>
            <ac:spMk id="76" creationId="{00000000-0000-0000-0000-000000000000}"/>
          </ac:spMkLst>
        </pc:spChg>
        <pc:spChg chg="mod">
          <ac:chgData name="Nasrin Nikravangolsefid" userId="S::nasrin.nikravangolsefid@samc.com::57dfdcc4-ba78-4f5b-8e42-2bfc3601f06b" providerId="AD" clId="Web-{C7A6BE20-2067-AA07-4EA5-F9010A68F89F}" dt="2025-04-20T19:13:39.540" v="199" actId="20577"/>
          <ac:spMkLst>
            <pc:docMk/>
            <pc:sldMk cId="3934417491" sldId="263"/>
            <ac:spMk id="78" creationId="{00000000-0000-0000-0000-000000000000}"/>
          </ac:spMkLst>
        </pc:spChg>
        <pc:spChg chg="mod">
          <ac:chgData name="Nasrin Nikravangolsefid" userId="S::nasrin.nikravangolsefid@samc.com::57dfdcc4-ba78-4f5b-8e42-2bfc3601f06b" providerId="AD" clId="Web-{C7A6BE20-2067-AA07-4EA5-F9010A68F89F}" dt="2025-04-20T19:12:59.163" v="188" actId="20577"/>
          <ac:spMkLst>
            <pc:docMk/>
            <pc:sldMk cId="3934417491" sldId="263"/>
            <ac:spMk id="80" creationId="{00000000-0000-0000-0000-000000000000}"/>
          </ac:spMkLst>
        </pc:spChg>
        <pc:spChg chg="mod">
          <ac:chgData name="Nasrin Nikravangolsefid" userId="S::nasrin.nikravangolsefid@samc.com::57dfdcc4-ba78-4f5b-8e42-2bfc3601f06b" providerId="AD" clId="Web-{C7A6BE20-2067-AA07-4EA5-F9010A68F89F}" dt="2025-04-20T19:11:37.910" v="181" actId="1076"/>
          <ac:spMkLst>
            <pc:docMk/>
            <pc:sldMk cId="3934417491" sldId="263"/>
            <ac:spMk id="82" creationId="{00000000-0000-0000-0000-000000000000}"/>
          </ac:spMkLst>
        </pc:spChg>
        <pc:spChg chg="mod">
          <ac:chgData name="Nasrin Nikravangolsefid" userId="S::nasrin.nikravangolsefid@samc.com::57dfdcc4-ba78-4f5b-8e42-2bfc3601f06b" providerId="AD" clId="Web-{C7A6BE20-2067-AA07-4EA5-F9010A68F89F}" dt="2025-04-20T19:12:15.459" v="184" actId="14100"/>
          <ac:spMkLst>
            <pc:docMk/>
            <pc:sldMk cId="3934417491" sldId="263"/>
            <ac:spMk id="84" creationId="{00000000-0000-0000-0000-000000000000}"/>
          </ac:spMkLst>
        </pc:spChg>
        <pc:spChg chg="del">
          <ac:chgData name="Nasrin Nikravangolsefid" userId="S::nasrin.nikravangolsefid@samc.com::57dfdcc4-ba78-4f5b-8e42-2bfc3601f06b" providerId="AD" clId="Web-{C7A6BE20-2067-AA07-4EA5-F9010A68F89F}" dt="2025-04-20T19:09:52.031" v="171"/>
          <ac:spMkLst>
            <pc:docMk/>
            <pc:sldMk cId="3934417491" sldId="263"/>
            <ac:spMk id="90" creationId="{00000000-0000-0000-0000-000000000000}"/>
          </ac:spMkLst>
        </pc:spChg>
        <pc:spChg chg="del">
          <ac:chgData name="Nasrin Nikravangolsefid" userId="S::nasrin.nikravangolsefid@samc.com::57dfdcc4-ba78-4f5b-8e42-2bfc3601f06b" providerId="AD" clId="Web-{C7A6BE20-2067-AA07-4EA5-F9010A68F89F}" dt="2025-04-20T19:09:56.516" v="172"/>
          <ac:spMkLst>
            <pc:docMk/>
            <pc:sldMk cId="3934417491" sldId="263"/>
            <ac:spMk id="92" creationId="{00000000-0000-0000-0000-000000000000}"/>
          </ac:spMkLst>
        </pc:spChg>
        <pc:picChg chg="mod">
          <ac:chgData name="Nasrin Nikravangolsefid" userId="S::nasrin.nikravangolsefid@samc.com::57dfdcc4-ba78-4f5b-8e42-2bfc3601f06b" providerId="AD" clId="Web-{C7A6BE20-2067-AA07-4EA5-F9010A68F89F}" dt="2025-04-20T19:13:44.024" v="200" actId="1076"/>
          <ac:picMkLst>
            <pc:docMk/>
            <pc:sldMk cId="3934417491" sldId="263"/>
            <ac:picMk id="12" creationId="{11E09124-5665-FB42-A376-3D58960AF96B}"/>
          </ac:picMkLst>
        </pc:picChg>
      </pc:sldChg>
    </pc:docChg>
  </pc:docChgLst>
  <pc:docChgLst>
    <pc:chgData name="Nasrin Nikravangolsefid" userId="S::nasrin.nikravangolsefid@samc.com::57dfdcc4-ba78-4f5b-8e42-2bfc3601f06b" providerId="AD" clId="Web-{9A971DC9-8568-7675-143B-1FAAD1875726}"/>
    <pc:docChg chg="delSld modSld">
      <pc:chgData name="Nasrin Nikravangolsefid" userId="S::nasrin.nikravangolsefid@samc.com::57dfdcc4-ba78-4f5b-8e42-2bfc3601f06b" providerId="AD" clId="Web-{9A971DC9-8568-7675-143B-1FAAD1875726}" dt="2025-04-06T03:36:52.466" v="29" actId="20577"/>
      <pc:docMkLst>
        <pc:docMk/>
      </pc:docMkLst>
      <pc:sldChg chg="del">
        <pc:chgData name="Nasrin Nikravangolsefid" userId="S::nasrin.nikravangolsefid@samc.com::57dfdcc4-ba78-4f5b-8e42-2bfc3601f06b" providerId="AD" clId="Web-{9A971DC9-8568-7675-143B-1FAAD1875726}" dt="2025-04-06T03:19:47.502" v="3"/>
        <pc:sldMkLst>
          <pc:docMk/>
          <pc:sldMk cId="0" sldId="256"/>
        </pc:sldMkLst>
      </pc:sldChg>
      <pc:sldChg chg="del">
        <pc:chgData name="Nasrin Nikravangolsefid" userId="S::nasrin.nikravangolsefid@samc.com::57dfdcc4-ba78-4f5b-8e42-2bfc3601f06b" providerId="AD" clId="Web-{9A971DC9-8568-7675-143B-1FAAD1875726}" dt="2025-04-06T03:20:00.736" v="13"/>
        <pc:sldMkLst>
          <pc:docMk/>
          <pc:sldMk cId="1960188261" sldId="257"/>
        </pc:sldMkLst>
      </pc:sldChg>
      <pc:sldChg chg="del">
        <pc:chgData name="Nasrin Nikravangolsefid" userId="S::nasrin.nikravangolsefid@samc.com::57dfdcc4-ba78-4f5b-8e42-2bfc3601f06b" providerId="AD" clId="Web-{9A971DC9-8568-7675-143B-1FAAD1875726}" dt="2025-04-06T03:19:46.533" v="2"/>
        <pc:sldMkLst>
          <pc:docMk/>
          <pc:sldMk cId="3953415026" sldId="258"/>
        </pc:sldMkLst>
      </pc:sldChg>
      <pc:sldChg chg="del">
        <pc:chgData name="Nasrin Nikravangolsefid" userId="S::nasrin.nikravangolsefid@samc.com::57dfdcc4-ba78-4f5b-8e42-2bfc3601f06b" providerId="AD" clId="Web-{9A971DC9-8568-7675-143B-1FAAD1875726}" dt="2025-04-06T03:19:44.439" v="1"/>
        <pc:sldMkLst>
          <pc:docMk/>
          <pc:sldMk cId="2928619675" sldId="261"/>
        </pc:sldMkLst>
      </pc:sldChg>
      <pc:sldChg chg="del">
        <pc:chgData name="Nasrin Nikravangolsefid" userId="S::nasrin.nikravangolsefid@samc.com::57dfdcc4-ba78-4f5b-8e42-2bfc3601f06b" providerId="AD" clId="Web-{9A971DC9-8568-7675-143B-1FAAD1875726}" dt="2025-04-06T03:19:41.674" v="0"/>
        <pc:sldMkLst>
          <pc:docMk/>
          <pc:sldMk cId="381494401" sldId="262"/>
        </pc:sldMkLst>
      </pc:sldChg>
      <pc:sldChg chg="modSp">
        <pc:chgData name="Nasrin Nikravangolsefid" userId="S::nasrin.nikravangolsefid@samc.com::57dfdcc4-ba78-4f5b-8e42-2bfc3601f06b" providerId="AD" clId="Web-{9A971DC9-8568-7675-143B-1FAAD1875726}" dt="2025-04-06T03:36:52.466" v="29" actId="20577"/>
        <pc:sldMkLst>
          <pc:docMk/>
          <pc:sldMk cId="3934417491" sldId="263"/>
        </pc:sldMkLst>
        <pc:spChg chg="mod">
          <ac:chgData name="Nasrin Nikravangolsefid" userId="S::nasrin.nikravangolsefid@samc.com::57dfdcc4-ba78-4f5b-8e42-2bfc3601f06b" providerId="AD" clId="Web-{9A971DC9-8568-7675-143B-1FAAD1875726}" dt="2025-04-06T03:36:52.466" v="29" actId="20577"/>
          <ac:spMkLst>
            <pc:docMk/>
            <pc:sldMk cId="3934417491" sldId="263"/>
            <ac:spMk id="6" creationId="{00000000-0000-0000-0000-000000000000}"/>
          </ac:spMkLst>
        </pc:spChg>
      </pc:sldChg>
      <pc:sldChg chg="del">
        <pc:chgData name="Nasrin Nikravangolsefid" userId="S::nasrin.nikravangolsefid@samc.com::57dfdcc4-ba78-4f5b-8e42-2bfc3601f06b" providerId="AD" clId="Web-{9A971DC9-8568-7675-143B-1FAAD1875726}" dt="2025-04-06T03:19:48.221" v="4"/>
        <pc:sldMkLst>
          <pc:docMk/>
          <pc:sldMk cId="0" sldId="265"/>
        </pc:sldMkLst>
      </pc:sldChg>
      <pc:sldChg chg="del">
        <pc:chgData name="Nasrin Nikravangolsefid" userId="S::nasrin.nikravangolsefid@samc.com::57dfdcc4-ba78-4f5b-8e42-2bfc3601f06b" providerId="AD" clId="Web-{9A971DC9-8568-7675-143B-1FAAD1875726}" dt="2025-04-06T03:19:49.017" v="5"/>
        <pc:sldMkLst>
          <pc:docMk/>
          <pc:sldMk cId="4038871067" sldId="266"/>
        </pc:sldMkLst>
      </pc:sldChg>
      <pc:sldChg chg="del">
        <pc:chgData name="Nasrin Nikravangolsefid" userId="S::nasrin.nikravangolsefid@samc.com::57dfdcc4-ba78-4f5b-8e42-2bfc3601f06b" providerId="AD" clId="Web-{9A971DC9-8568-7675-143B-1FAAD1875726}" dt="2025-04-06T03:19:53.736" v="6"/>
        <pc:sldMkLst>
          <pc:docMk/>
          <pc:sldMk cId="0" sldId="267"/>
        </pc:sldMkLst>
      </pc:sldChg>
      <pc:sldChg chg="del">
        <pc:chgData name="Nasrin Nikravangolsefid" userId="S::nasrin.nikravangolsefid@samc.com::57dfdcc4-ba78-4f5b-8e42-2bfc3601f06b" providerId="AD" clId="Web-{9A971DC9-8568-7675-143B-1FAAD1875726}" dt="2025-04-06T03:19:54.158" v="7"/>
        <pc:sldMkLst>
          <pc:docMk/>
          <pc:sldMk cId="3496102778" sldId="268"/>
        </pc:sldMkLst>
      </pc:sldChg>
      <pc:sldChg chg="del">
        <pc:chgData name="Nasrin Nikravangolsefid" userId="S::nasrin.nikravangolsefid@samc.com::57dfdcc4-ba78-4f5b-8e42-2bfc3601f06b" providerId="AD" clId="Web-{9A971DC9-8568-7675-143B-1FAAD1875726}" dt="2025-04-06T03:19:55.127" v="8"/>
        <pc:sldMkLst>
          <pc:docMk/>
          <pc:sldMk cId="1488620910" sldId="269"/>
        </pc:sldMkLst>
      </pc:sldChg>
      <pc:sldChg chg="del">
        <pc:chgData name="Nasrin Nikravangolsefid" userId="S::nasrin.nikravangolsefid@samc.com::57dfdcc4-ba78-4f5b-8e42-2bfc3601f06b" providerId="AD" clId="Web-{9A971DC9-8568-7675-143B-1FAAD1875726}" dt="2025-04-06T03:19:55.330" v="9"/>
        <pc:sldMkLst>
          <pc:docMk/>
          <pc:sldMk cId="0" sldId="270"/>
        </pc:sldMkLst>
      </pc:sldChg>
      <pc:sldChg chg="del">
        <pc:chgData name="Nasrin Nikravangolsefid" userId="S::nasrin.nikravangolsefid@samc.com::57dfdcc4-ba78-4f5b-8e42-2bfc3601f06b" providerId="AD" clId="Web-{9A971DC9-8568-7675-143B-1FAAD1875726}" dt="2025-04-06T03:19:55.752" v="10"/>
        <pc:sldMkLst>
          <pc:docMk/>
          <pc:sldMk cId="0" sldId="271"/>
        </pc:sldMkLst>
      </pc:sldChg>
      <pc:sldChg chg="del">
        <pc:chgData name="Nasrin Nikravangolsefid" userId="S::nasrin.nikravangolsefid@samc.com::57dfdcc4-ba78-4f5b-8e42-2bfc3601f06b" providerId="AD" clId="Web-{9A971DC9-8568-7675-143B-1FAAD1875726}" dt="2025-04-06T03:19:56.158" v="11"/>
        <pc:sldMkLst>
          <pc:docMk/>
          <pc:sldMk cId="0" sldId="272"/>
        </pc:sldMkLst>
      </pc:sldChg>
      <pc:sldChg chg="del">
        <pc:chgData name="Nasrin Nikravangolsefid" userId="S::nasrin.nikravangolsefid@samc.com::57dfdcc4-ba78-4f5b-8e42-2bfc3601f06b" providerId="AD" clId="Web-{9A971DC9-8568-7675-143B-1FAAD1875726}" dt="2025-04-06T03:19:57.502" v="12"/>
        <pc:sldMkLst>
          <pc:docMk/>
          <pc:sldMk cId="417837965" sldId="273"/>
        </pc:sldMkLst>
      </pc:sldChg>
    </pc:docChg>
  </pc:docChgLst>
  <pc:docChgLst>
    <pc:chgData name="Nasrin Nikravangolsefid" userId="S::nasrin.nikravangolsefid@samc.com::57dfdcc4-ba78-4f5b-8e42-2bfc3601f06b" providerId="AD" clId="Web-{5E09AFAA-F528-7B1F-8E12-E57F234EECA0}"/>
    <pc:docChg chg="modSld">
      <pc:chgData name="Nasrin Nikravangolsefid" userId="S::nasrin.nikravangolsefid@samc.com::57dfdcc4-ba78-4f5b-8e42-2bfc3601f06b" providerId="AD" clId="Web-{5E09AFAA-F528-7B1F-8E12-E57F234EECA0}" dt="2025-04-21T16:59:42.195" v="22" actId="20577"/>
      <pc:docMkLst>
        <pc:docMk/>
      </pc:docMkLst>
      <pc:sldChg chg="modSp">
        <pc:chgData name="Nasrin Nikravangolsefid" userId="S::nasrin.nikravangolsefid@samc.com::57dfdcc4-ba78-4f5b-8e42-2bfc3601f06b" providerId="AD" clId="Web-{5E09AFAA-F528-7B1F-8E12-E57F234EECA0}" dt="2025-04-21T16:59:42.195" v="22" actId="20577"/>
        <pc:sldMkLst>
          <pc:docMk/>
          <pc:sldMk cId="3934417491" sldId="263"/>
        </pc:sldMkLst>
        <pc:spChg chg="mod">
          <ac:chgData name="Nasrin Nikravangolsefid" userId="S::nasrin.nikravangolsefid@samc.com::57dfdcc4-ba78-4f5b-8e42-2bfc3601f06b" providerId="AD" clId="Web-{5E09AFAA-F528-7B1F-8E12-E57F234EECA0}" dt="2025-04-21T16:59:42.195" v="22" actId="20577"/>
          <ac:spMkLst>
            <pc:docMk/>
            <pc:sldMk cId="3934417491" sldId="263"/>
            <ac:spMk id="7" creationId="{00000000-0000-0000-0000-000000000000}"/>
          </ac:spMkLst>
        </pc:spChg>
      </pc:sldChg>
    </pc:docChg>
  </pc:docChgLst>
  <pc:docChgLst>
    <pc:chgData name="Aramsadat Meraji" userId="S::aramsadat.meraji@samc.com::efa77eba-eb4f-49f7-802d-9fbc0e94d948" providerId="AD" clId="Web-{C7FC14C3-191E-2F2F-6D64-BB8627AB2EF2}"/>
    <pc:docChg chg="modSld">
      <pc:chgData name="Aramsadat Meraji" userId="S::aramsadat.meraji@samc.com::efa77eba-eb4f-49f7-802d-9fbc0e94d948" providerId="AD" clId="Web-{C7FC14C3-191E-2F2F-6D64-BB8627AB2EF2}" dt="2025-04-25T18:21:26.557" v="35" actId="20577"/>
      <pc:docMkLst>
        <pc:docMk/>
      </pc:docMkLst>
      <pc:sldChg chg="modSp">
        <pc:chgData name="Aramsadat Meraji" userId="S::aramsadat.meraji@samc.com::efa77eba-eb4f-49f7-802d-9fbc0e94d948" providerId="AD" clId="Web-{C7FC14C3-191E-2F2F-6D64-BB8627AB2EF2}" dt="2025-04-25T18:21:26.557" v="35" actId="20577"/>
        <pc:sldMkLst>
          <pc:docMk/>
          <pc:sldMk cId="3934417491" sldId="263"/>
        </pc:sldMkLst>
        <pc:spChg chg="mod">
          <ac:chgData name="Aramsadat Meraji" userId="S::aramsadat.meraji@samc.com::efa77eba-eb4f-49f7-802d-9fbc0e94d948" providerId="AD" clId="Web-{C7FC14C3-191E-2F2F-6D64-BB8627AB2EF2}" dt="2025-04-25T18:21:08.352" v="32" actId="20577"/>
          <ac:spMkLst>
            <pc:docMk/>
            <pc:sldMk cId="3934417491" sldId="263"/>
            <ac:spMk id="28" creationId="{00000000-0000-0000-0000-000000000000}"/>
          </ac:spMkLst>
        </pc:spChg>
        <pc:spChg chg="mod">
          <ac:chgData name="Aramsadat Meraji" userId="S::aramsadat.meraji@samc.com::efa77eba-eb4f-49f7-802d-9fbc0e94d948" providerId="AD" clId="Web-{C7FC14C3-191E-2F2F-6D64-BB8627AB2EF2}" dt="2025-04-25T18:21:02.320" v="31" actId="20577"/>
          <ac:spMkLst>
            <pc:docMk/>
            <pc:sldMk cId="3934417491" sldId="263"/>
            <ac:spMk id="31" creationId="{00000000-0000-0000-0000-000000000000}"/>
          </ac:spMkLst>
        </pc:spChg>
        <pc:spChg chg="mod">
          <ac:chgData name="Aramsadat Meraji" userId="S::aramsadat.meraji@samc.com::efa77eba-eb4f-49f7-802d-9fbc0e94d948" providerId="AD" clId="Web-{C7FC14C3-191E-2F2F-6D64-BB8627AB2EF2}" dt="2025-04-25T18:21:18.619" v="33" actId="20577"/>
          <ac:spMkLst>
            <pc:docMk/>
            <pc:sldMk cId="3934417491" sldId="263"/>
            <ac:spMk id="76" creationId="{00000000-0000-0000-0000-000000000000}"/>
          </ac:spMkLst>
        </pc:spChg>
        <pc:spChg chg="mod">
          <ac:chgData name="Aramsadat Meraji" userId="S::aramsadat.meraji@samc.com::efa77eba-eb4f-49f7-802d-9fbc0e94d948" providerId="AD" clId="Web-{C7FC14C3-191E-2F2F-6D64-BB8627AB2EF2}" dt="2025-04-25T18:21:26.557" v="35" actId="20577"/>
          <ac:spMkLst>
            <pc:docMk/>
            <pc:sldMk cId="3934417491" sldId="263"/>
            <ac:spMk id="84" creationId="{00000000-0000-0000-0000-000000000000}"/>
          </ac:spMkLst>
        </pc:spChg>
      </pc:sldChg>
    </pc:docChg>
  </pc:docChgLst>
  <pc:docChgLst>
    <pc:chgData name="Nasrin Nikravangolsefid" userId="S::nasrin.nikravangolsefid@samc.com::57dfdcc4-ba78-4f5b-8e42-2bfc3601f06b" providerId="AD" clId="Web-{A59734B6-396A-D04F-FBEB-9CC67A78D86A}"/>
    <pc:docChg chg="modSld">
      <pc:chgData name="Nasrin Nikravangolsefid" userId="S::nasrin.nikravangolsefid@samc.com::57dfdcc4-ba78-4f5b-8e42-2bfc3601f06b" providerId="AD" clId="Web-{A59734B6-396A-D04F-FBEB-9CC67A78D86A}" dt="2025-04-21T17:04:27.043" v="0"/>
      <pc:docMkLst>
        <pc:docMk/>
      </pc:docMkLst>
      <pc:sldChg chg="delSp">
        <pc:chgData name="Nasrin Nikravangolsefid" userId="S::nasrin.nikravangolsefid@samc.com::57dfdcc4-ba78-4f5b-8e42-2bfc3601f06b" providerId="AD" clId="Web-{A59734B6-396A-D04F-FBEB-9CC67A78D86A}" dt="2025-04-21T17:04:27.043" v="0"/>
        <pc:sldMkLst>
          <pc:docMk/>
          <pc:sldMk cId="3934417491" sldId="263"/>
        </pc:sldMkLst>
        <pc:picChg chg="del">
          <ac:chgData name="Nasrin Nikravangolsefid" userId="S::nasrin.nikravangolsefid@samc.com::57dfdcc4-ba78-4f5b-8e42-2bfc3601f06b" providerId="AD" clId="Web-{A59734B6-396A-D04F-FBEB-9CC67A78D86A}" dt="2025-04-21T17:04:27.043" v="0"/>
          <ac:picMkLst>
            <pc:docMk/>
            <pc:sldMk cId="3934417491" sldId="263"/>
            <ac:picMk id="12" creationId="{11E09124-5665-FB42-A376-3D58960AF96B}"/>
          </ac:picMkLst>
        </pc:picChg>
      </pc:sldChg>
    </pc:docChg>
  </pc:docChgLst>
  <pc:docChgLst>
    <pc:chgData name="Nasrin Nikravangolsefid" userId="S::nasrin.nikravangolsefid@samc.com::57dfdcc4-ba78-4f5b-8e42-2bfc3601f06b" providerId="AD" clId="Web-{28CA9218-10B8-78AB-C8AF-F8745AAA3FCA}"/>
    <pc:docChg chg="modSld">
      <pc:chgData name="Nasrin Nikravangolsefid" userId="S::nasrin.nikravangolsefid@samc.com::57dfdcc4-ba78-4f5b-8e42-2bfc3601f06b" providerId="AD" clId="Web-{28CA9218-10B8-78AB-C8AF-F8745AAA3FCA}" dt="2025-04-20T22:07:54.389" v="454" actId="1076"/>
      <pc:docMkLst>
        <pc:docMk/>
      </pc:docMkLst>
      <pc:sldChg chg="addSp delSp modSp">
        <pc:chgData name="Nasrin Nikravangolsefid" userId="S::nasrin.nikravangolsefid@samc.com::57dfdcc4-ba78-4f5b-8e42-2bfc3601f06b" providerId="AD" clId="Web-{28CA9218-10B8-78AB-C8AF-F8745AAA3FCA}" dt="2025-04-20T22:07:54.389" v="454" actId="1076"/>
        <pc:sldMkLst>
          <pc:docMk/>
          <pc:sldMk cId="3934417491" sldId="263"/>
        </pc:sldMkLst>
        <pc:spChg chg="mod">
          <ac:chgData name="Nasrin Nikravangolsefid" userId="S::nasrin.nikravangolsefid@samc.com::57dfdcc4-ba78-4f5b-8e42-2bfc3601f06b" providerId="AD" clId="Web-{28CA9218-10B8-78AB-C8AF-F8745AAA3FCA}" dt="2025-04-20T21:11:22.075" v="11" actId="14100"/>
          <ac:spMkLst>
            <pc:docMk/>
            <pc:sldMk cId="3934417491" sldId="263"/>
            <ac:spMk id="2" creationId="{00000000-0000-0000-0000-000000000000}"/>
          </ac:spMkLst>
        </pc:spChg>
        <pc:spChg chg="mod">
          <ac:chgData name="Nasrin Nikravangolsefid" userId="S::nasrin.nikravangolsefid@samc.com::57dfdcc4-ba78-4f5b-8e42-2bfc3601f06b" providerId="AD" clId="Web-{28CA9218-10B8-78AB-C8AF-F8745AAA3FCA}" dt="2025-04-20T22:06:24.359" v="451" actId="20577"/>
          <ac:spMkLst>
            <pc:docMk/>
            <pc:sldMk cId="3934417491" sldId="263"/>
            <ac:spMk id="7" creationId="{00000000-0000-0000-0000-000000000000}"/>
          </ac:spMkLst>
        </pc:spChg>
        <pc:spChg chg="del">
          <ac:chgData name="Nasrin Nikravangolsefid" userId="S::nasrin.nikravangolsefid@samc.com::57dfdcc4-ba78-4f5b-8e42-2bfc3601f06b" providerId="AD" clId="Web-{28CA9218-10B8-78AB-C8AF-F8745AAA3FCA}" dt="2025-04-20T21:08:09.403" v="0"/>
          <ac:spMkLst>
            <pc:docMk/>
            <pc:sldMk cId="3934417491" sldId="263"/>
            <ac:spMk id="11" creationId="{00000000-0000-0000-0000-000000000000}"/>
          </ac:spMkLst>
        </pc:spChg>
        <pc:spChg chg="mod">
          <ac:chgData name="Nasrin Nikravangolsefid" userId="S::nasrin.nikravangolsefid@samc.com::57dfdcc4-ba78-4f5b-8e42-2bfc3601f06b" providerId="AD" clId="Web-{28CA9218-10B8-78AB-C8AF-F8745AAA3FCA}" dt="2025-04-20T21:55:41.207" v="387" actId="20577"/>
          <ac:spMkLst>
            <pc:docMk/>
            <pc:sldMk cId="3934417491" sldId="263"/>
            <ac:spMk id="28" creationId="{00000000-0000-0000-0000-000000000000}"/>
          </ac:spMkLst>
        </pc:spChg>
        <pc:spChg chg="mod">
          <ac:chgData name="Nasrin Nikravangolsefid" userId="S::nasrin.nikravangolsefid@samc.com::57dfdcc4-ba78-4f5b-8e42-2bfc3601f06b" providerId="AD" clId="Web-{28CA9218-10B8-78AB-C8AF-F8745AAA3FCA}" dt="2025-04-20T22:03:48.795" v="443" actId="20577"/>
          <ac:spMkLst>
            <pc:docMk/>
            <pc:sldMk cId="3934417491" sldId="263"/>
            <ac:spMk id="31" creationId="{00000000-0000-0000-0000-000000000000}"/>
          </ac:spMkLst>
        </pc:spChg>
        <pc:spChg chg="del">
          <ac:chgData name="Nasrin Nikravangolsefid" userId="S::nasrin.nikravangolsefid@samc.com::57dfdcc4-ba78-4f5b-8e42-2bfc3601f06b" providerId="AD" clId="Web-{28CA9218-10B8-78AB-C8AF-F8745AAA3FCA}" dt="2025-04-20T21:08:11.684" v="1"/>
          <ac:spMkLst>
            <pc:docMk/>
            <pc:sldMk cId="3934417491" sldId="263"/>
            <ac:spMk id="60" creationId="{00000000-0000-0000-0000-000000000000}"/>
          </ac:spMkLst>
        </pc:spChg>
        <pc:spChg chg="mod">
          <ac:chgData name="Nasrin Nikravangolsefid" userId="S::nasrin.nikravangolsefid@samc.com::57dfdcc4-ba78-4f5b-8e42-2bfc3601f06b" providerId="AD" clId="Web-{28CA9218-10B8-78AB-C8AF-F8745AAA3FCA}" dt="2025-04-20T22:07:54.389" v="454" actId="1076"/>
          <ac:spMkLst>
            <pc:docMk/>
            <pc:sldMk cId="3934417491" sldId="263"/>
            <ac:spMk id="69" creationId="{00000000-0000-0000-0000-000000000000}"/>
          </ac:spMkLst>
        </pc:spChg>
        <pc:spChg chg="mod">
          <ac:chgData name="Nasrin Nikravangolsefid" userId="S::nasrin.nikravangolsefid@samc.com::57dfdcc4-ba78-4f5b-8e42-2bfc3601f06b" providerId="AD" clId="Web-{28CA9218-10B8-78AB-C8AF-F8745AAA3FCA}" dt="2025-04-20T21:37:56.319" v="56" actId="20577"/>
          <ac:spMkLst>
            <pc:docMk/>
            <pc:sldMk cId="3934417491" sldId="263"/>
            <ac:spMk id="74" creationId="{00000000-0000-0000-0000-000000000000}"/>
          </ac:spMkLst>
        </pc:spChg>
        <pc:spChg chg="mod">
          <ac:chgData name="Nasrin Nikravangolsefid" userId="S::nasrin.nikravangolsefid@samc.com::57dfdcc4-ba78-4f5b-8e42-2bfc3601f06b" providerId="AD" clId="Web-{28CA9218-10B8-78AB-C8AF-F8745AAA3FCA}" dt="2025-04-20T21:52:22.912" v="376" actId="20577"/>
          <ac:spMkLst>
            <pc:docMk/>
            <pc:sldMk cId="3934417491" sldId="263"/>
            <ac:spMk id="76" creationId="{00000000-0000-0000-0000-000000000000}"/>
          </ac:spMkLst>
        </pc:spChg>
        <pc:spChg chg="mod">
          <ac:chgData name="Nasrin Nikravangolsefid" userId="S::nasrin.nikravangolsefid@samc.com::57dfdcc4-ba78-4f5b-8e42-2bfc3601f06b" providerId="AD" clId="Web-{28CA9218-10B8-78AB-C8AF-F8745AAA3FCA}" dt="2025-04-20T22:05:42.281" v="450" actId="1076"/>
          <ac:spMkLst>
            <pc:docMk/>
            <pc:sldMk cId="3934417491" sldId="263"/>
            <ac:spMk id="78" creationId="{00000000-0000-0000-0000-000000000000}"/>
          </ac:spMkLst>
        </pc:spChg>
        <pc:spChg chg="mod">
          <ac:chgData name="Nasrin Nikravangolsefid" userId="S::nasrin.nikravangolsefid@samc.com::57dfdcc4-ba78-4f5b-8e42-2bfc3601f06b" providerId="AD" clId="Web-{28CA9218-10B8-78AB-C8AF-F8745AAA3FCA}" dt="2025-04-20T21:12:12.044" v="17" actId="1076"/>
          <ac:spMkLst>
            <pc:docMk/>
            <pc:sldMk cId="3934417491" sldId="263"/>
            <ac:spMk id="80" creationId="{00000000-0000-0000-0000-000000000000}"/>
          </ac:spMkLst>
        </pc:spChg>
        <pc:spChg chg="mod">
          <ac:chgData name="Nasrin Nikravangolsefid" userId="S::nasrin.nikravangolsefid@samc.com::57dfdcc4-ba78-4f5b-8e42-2bfc3601f06b" providerId="AD" clId="Web-{28CA9218-10B8-78AB-C8AF-F8745AAA3FCA}" dt="2025-04-20T22:04:21.420" v="444" actId="1076"/>
          <ac:spMkLst>
            <pc:docMk/>
            <pc:sldMk cId="3934417491" sldId="263"/>
            <ac:spMk id="82" creationId="{00000000-0000-0000-0000-000000000000}"/>
          </ac:spMkLst>
        </pc:spChg>
        <pc:spChg chg="mod">
          <ac:chgData name="Nasrin Nikravangolsefid" userId="S::nasrin.nikravangolsefid@samc.com::57dfdcc4-ba78-4f5b-8e42-2bfc3601f06b" providerId="AD" clId="Web-{28CA9218-10B8-78AB-C8AF-F8745AAA3FCA}" dt="2025-04-20T22:05:15.529" v="449" actId="14100"/>
          <ac:spMkLst>
            <pc:docMk/>
            <pc:sldMk cId="3934417491" sldId="263"/>
            <ac:spMk id="84" creationId="{00000000-0000-0000-0000-000000000000}"/>
          </ac:spMkLst>
        </pc:spChg>
        <pc:picChg chg="add mod">
          <ac:chgData name="Nasrin Nikravangolsefid" userId="S::nasrin.nikravangolsefid@samc.com::57dfdcc4-ba78-4f5b-8e42-2bfc3601f06b" providerId="AD" clId="Web-{28CA9218-10B8-78AB-C8AF-F8745AAA3FCA}" dt="2025-04-20T21:11:28.528" v="12" actId="1076"/>
          <ac:picMkLst>
            <pc:docMk/>
            <pc:sldMk cId="3934417491" sldId="263"/>
            <ac:picMk id="3" creationId="{D6AE3F12-4D1C-8FA1-0EB9-C00018772A41}"/>
          </ac:picMkLst>
        </pc:picChg>
        <pc:picChg chg="add del mod">
          <ac:chgData name="Nasrin Nikravangolsefid" userId="S::nasrin.nikravangolsefid@samc.com::57dfdcc4-ba78-4f5b-8e42-2bfc3601f06b" providerId="AD" clId="Web-{28CA9218-10B8-78AB-C8AF-F8745AAA3FCA}" dt="2025-04-20T21:17:55.970" v="22"/>
          <ac:picMkLst>
            <pc:docMk/>
            <pc:sldMk cId="3934417491" sldId="263"/>
            <ac:picMk id="4" creationId="{5A9D2CF2-8E36-7BB2-33CA-253E621E466E}"/>
          </ac:picMkLst>
        </pc:picChg>
        <pc:picChg chg="add mod">
          <ac:chgData name="Nasrin Nikravangolsefid" userId="S::nasrin.nikravangolsefid@samc.com::57dfdcc4-ba78-4f5b-8e42-2bfc3601f06b" providerId="AD" clId="Web-{28CA9218-10B8-78AB-C8AF-F8745AAA3FCA}" dt="2025-04-20T21:18:21.267" v="25" actId="1076"/>
          <ac:picMkLst>
            <pc:docMk/>
            <pc:sldMk cId="3934417491" sldId="263"/>
            <ac:picMk id="9" creationId="{80C28ECD-29A1-40E2-7CAA-43F93C9A00E1}"/>
          </ac:picMkLst>
        </pc:picChg>
        <pc:picChg chg="mod">
          <ac:chgData name="Nasrin Nikravangolsefid" userId="S::nasrin.nikravangolsefid@samc.com::57dfdcc4-ba78-4f5b-8e42-2bfc3601f06b" providerId="AD" clId="Web-{28CA9218-10B8-78AB-C8AF-F8745AAA3FCA}" dt="2025-04-20T21:56:46.551" v="402" actId="14100"/>
          <ac:picMkLst>
            <pc:docMk/>
            <pc:sldMk cId="3934417491" sldId="263"/>
            <ac:picMk id="12" creationId="{11E09124-5665-FB42-A376-3D58960AF96B}"/>
          </ac:picMkLst>
        </pc:picChg>
      </pc:sldChg>
    </pc:docChg>
  </pc:docChgLst>
  <pc:docChgLst>
    <pc:chgData name="Aramsadat Meraji" userId="S::aramsadat.meraji@samc.com::efa77eba-eb4f-49f7-802d-9fbc0e94d948" providerId="AD" clId="Web-{F75C8D29-4559-AEA7-4556-C84BE18378E9}"/>
    <pc:docChg chg="modSld">
      <pc:chgData name="Aramsadat Meraji" userId="S::aramsadat.meraji@samc.com::efa77eba-eb4f-49f7-802d-9fbc0e94d948" providerId="AD" clId="Web-{F75C8D29-4559-AEA7-4556-C84BE18378E9}" dt="2025-04-25T19:32:43.243" v="25" actId="20577"/>
      <pc:docMkLst>
        <pc:docMk/>
      </pc:docMkLst>
      <pc:sldChg chg="modSp">
        <pc:chgData name="Aramsadat Meraji" userId="S::aramsadat.meraji@samc.com::efa77eba-eb4f-49f7-802d-9fbc0e94d948" providerId="AD" clId="Web-{F75C8D29-4559-AEA7-4556-C84BE18378E9}" dt="2025-04-25T19:32:43.243" v="25" actId="20577"/>
        <pc:sldMkLst>
          <pc:docMk/>
          <pc:sldMk cId="3934417491" sldId="263"/>
        </pc:sldMkLst>
        <pc:spChg chg="mod">
          <ac:chgData name="Aramsadat Meraji" userId="S::aramsadat.meraji@samc.com::efa77eba-eb4f-49f7-802d-9fbc0e94d948" providerId="AD" clId="Web-{F75C8D29-4559-AEA7-4556-C84BE18378E9}" dt="2025-04-25T19:32:43.243" v="25" actId="20577"/>
          <ac:spMkLst>
            <pc:docMk/>
            <pc:sldMk cId="3934417491" sldId="263"/>
            <ac:spMk id="28" creationId="{00000000-0000-0000-0000-000000000000}"/>
          </ac:spMkLst>
        </pc:spChg>
        <pc:spChg chg="mod">
          <ac:chgData name="Aramsadat Meraji" userId="S::aramsadat.meraji@samc.com::efa77eba-eb4f-49f7-802d-9fbc0e94d948" providerId="AD" clId="Web-{F75C8D29-4559-AEA7-4556-C84BE18378E9}" dt="2025-04-25T19:32:17.742" v="24" actId="20577"/>
          <ac:spMkLst>
            <pc:docMk/>
            <pc:sldMk cId="3934417491" sldId="263"/>
            <ac:spMk id="31" creationId="{00000000-0000-0000-0000-000000000000}"/>
          </ac:spMkLst>
        </pc:spChg>
        <pc:spChg chg="mod">
          <ac:chgData name="Aramsadat Meraji" userId="S::aramsadat.meraji@samc.com::efa77eba-eb4f-49f7-802d-9fbc0e94d948" providerId="AD" clId="Web-{F75C8D29-4559-AEA7-4556-C84BE18378E9}" dt="2025-04-25T19:31:34.413" v="18" actId="20577"/>
          <ac:spMkLst>
            <pc:docMk/>
            <pc:sldMk cId="3934417491" sldId="263"/>
            <ac:spMk id="76" creationId="{00000000-0000-0000-0000-000000000000}"/>
          </ac:spMkLst>
        </pc:spChg>
      </pc:sldChg>
    </pc:docChg>
  </pc:docChgLst>
  <pc:docChgLst>
    <pc:chgData name="Nasrin Nikravangolsefid" userId="S::nasrin.nikravangolsefid@samc.com::57dfdcc4-ba78-4f5b-8e42-2bfc3601f06b" providerId="AD" clId="Web-{89AAF09A-5FB9-88C3-A948-4E273109AF29}"/>
    <pc:docChg chg="modSld">
      <pc:chgData name="Nasrin Nikravangolsefid" userId="S::nasrin.nikravangolsefid@samc.com::57dfdcc4-ba78-4f5b-8e42-2bfc3601f06b" providerId="AD" clId="Web-{89AAF09A-5FB9-88C3-A948-4E273109AF29}" dt="2025-04-23T22:41:07.582" v="16" actId="20577"/>
      <pc:docMkLst>
        <pc:docMk/>
      </pc:docMkLst>
      <pc:sldChg chg="modSp">
        <pc:chgData name="Nasrin Nikravangolsefid" userId="S::nasrin.nikravangolsefid@samc.com::57dfdcc4-ba78-4f5b-8e42-2bfc3601f06b" providerId="AD" clId="Web-{89AAF09A-5FB9-88C3-A948-4E273109AF29}" dt="2025-04-23T22:41:07.582" v="16" actId="20577"/>
        <pc:sldMkLst>
          <pc:docMk/>
          <pc:sldMk cId="3934417491" sldId="263"/>
        </pc:sldMkLst>
        <pc:spChg chg="mod">
          <ac:chgData name="Nasrin Nikravangolsefid" userId="S::nasrin.nikravangolsefid@samc.com::57dfdcc4-ba78-4f5b-8e42-2bfc3601f06b" providerId="AD" clId="Web-{89AAF09A-5FB9-88C3-A948-4E273109AF29}" dt="2025-04-23T22:35:20.474" v="6" actId="20577"/>
          <ac:spMkLst>
            <pc:docMk/>
            <pc:sldMk cId="3934417491" sldId="263"/>
            <ac:spMk id="7" creationId="{00000000-0000-0000-0000-000000000000}"/>
          </ac:spMkLst>
        </pc:spChg>
        <pc:spChg chg="mod">
          <ac:chgData name="Nasrin Nikravangolsefid" userId="S::nasrin.nikravangolsefid@samc.com::57dfdcc4-ba78-4f5b-8e42-2bfc3601f06b" providerId="AD" clId="Web-{89AAF09A-5FB9-88C3-A948-4E273109AF29}" dt="2025-04-23T22:40:57.535" v="15" actId="20577"/>
          <ac:spMkLst>
            <pc:docMk/>
            <pc:sldMk cId="3934417491" sldId="263"/>
            <ac:spMk id="28" creationId="{00000000-0000-0000-0000-000000000000}"/>
          </ac:spMkLst>
        </pc:spChg>
        <pc:spChg chg="mod">
          <ac:chgData name="Nasrin Nikravangolsefid" userId="S::nasrin.nikravangolsefid@samc.com::57dfdcc4-ba78-4f5b-8e42-2bfc3601f06b" providerId="AD" clId="Web-{89AAF09A-5FB9-88C3-A948-4E273109AF29}" dt="2025-04-23T22:41:07.582" v="16" actId="20577"/>
          <ac:spMkLst>
            <pc:docMk/>
            <pc:sldMk cId="3934417491" sldId="263"/>
            <ac:spMk id="31" creationId="{00000000-0000-0000-0000-000000000000}"/>
          </ac:spMkLst>
        </pc:spChg>
        <pc:spChg chg="mod">
          <ac:chgData name="Nasrin Nikravangolsefid" userId="S::nasrin.nikravangolsefid@samc.com::57dfdcc4-ba78-4f5b-8e42-2bfc3601f06b" providerId="AD" clId="Web-{89AAF09A-5FB9-88C3-A948-4E273109AF29}" dt="2025-04-23T22:37:48.224" v="11" actId="20577"/>
          <ac:spMkLst>
            <pc:docMk/>
            <pc:sldMk cId="3934417491" sldId="263"/>
            <ac:spMk id="84" creationId="{00000000-0000-0000-0000-000000000000}"/>
          </ac:spMkLst>
        </pc:spChg>
      </pc:sldChg>
    </pc:docChg>
  </pc:docChgLst>
  <pc:docChgLst>
    <pc:chgData name="Aramsadat Meraji" userId="S::aramsadat.meraji@samc.com::efa77eba-eb4f-49f7-802d-9fbc0e94d948" providerId="AD" clId="Web-{0F72C174-0A6D-AFE6-D88B-B60F409BD02A}"/>
    <pc:docChg chg="modSld">
      <pc:chgData name="Aramsadat Meraji" userId="S::aramsadat.meraji@samc.com::efa77eba-eb4f-49f7-802d-9fbc0e94d948" providerId="AD" clId="Web-{0F72C174-0A6D-AFE6-D88B-B60F409BD02A}" dt="2025-04-25T19:34:49.510" v="2" actId="20577"/>
      <pc:docMkLst>
        <pc:docMk/>
      </pc:docMkLst>
      <pc:sldChg chg="modSp">
        <pc:chgData name="Aramsadat Meraji" userId="S::aramsadat.meraji@samc.com::efa77eba-eb4f-49f7-802d-9fbc0e94d948" providerId="AD" clId="Web-{0F72C174-0A6D-AFE6-D88B-B60F409BD02A}" dt="2025-04-25T19:34:49.510" v="2" actId="20577"/>
        <pc:sldMkLst>
          <pc:docMk/>
          <pc:sldMk cId="3934417491" sldId="263"/>
        </pc:sldMkLst>
        <pc:spChg chg="mod">
          <ac:chgData name="Aramsadat Meraji" userId="S::aramsadat.meraji@samc.com::efa77eba-eb4f-49f7-802d-9fbc0e94d948" providerId="AD" clId="Web-{0F72C174-0A6D-AFE6-D88B-B60F409BD02A}" dt="2025-04-25T19:34:49.510" v="2" actId="20577"/>
          <ac:spMkLst>
            <pc:docMk/>
            <pc:sldMk cId="3934417491" sldId="263"/>
            <ac:spMk id="31" creationId="{00000000-0000-0000-0000-000000000000}"/>
          </ac:spMkLst>
        </pc:spChg>
        <pc:spChg chg="mod">
          <ac:chgData name="Aramsadat Meraji" userId="S::aramsadat.meraji@samc.com::efa77eba-eb4f-49f7-802d-9fbc0e94d948" providerId="AD" clId="Web-{0F72C174-0A6D-AFE6-D88B-B60F409BD02A}" dt="2025-04-25T19:34:12.601" v="0" actId="20577"/>
          <ac:spMkLst>
            <pc:docMk/>
            <pc:sldMk cId="3934417491" sldId="263"/>
            <ac:spMk id="76" creationId="{00000000-0000-0000-0000-000000000000}"/>
          </ac:spMkLst>
        </pc:spChg>
      </pc:sldChg>
    </pc:docChg>
  </pc:docChgLst>
  <pc:docChgLst>
    <pc:chgData name="Nasrin Nikravangolsefid" userId="S::nasrin.nikravangolsefid@samc.com::57dfdcc4-ba78-4f5b-8e42-2bfc3601f06b" providerId="AD" clId="Web-{2EC770EC-B558-0A60-5468-6979E9A8793B}"/>
    <pc:docChg chg="modSld">
      <pc:chgData name="Nasrin Nikravangolsefid" userId="S::nasrin.nikravangolsefid@samc.com::57dfdcc4-ba78-4f5b-8e42-2bfc3601f06b" providerId="AD" clId="Web-{2EC770EC-B558-0A60-5468-6979E9A8793B}" dt="2025-04-21T17:00:23.571" v="1" actId="1076"/>
      <pc:docMkLst>
        <pc:docMk/>
      </pc:docMkLst>
      <pc:sldChg chg="modSp">
        <pc:chgData name="Nasrin Nikravangolsefid" userId="S::nasrin.nikravangolsefid@samc.com::57dfdcc4-ba78-4f5b-8e42-2bfc3601f06b" providerId="AD" clId="Web-{2EC770EC-B558-0A60-5468-6979E9A8793B}" dt="2025-04-21T17:00:23.571" v="1" actId="1076"/>
        <pc:sldMkLst>
          <pc:docMk/>
          <pc:sldMk cId="3934417491" sldId="263"/>
        </pc:sldMkLst>
        <pc:picChg chg="mod">
          <ac:chgData name="Nasrin Nikravangolsefid" userId="S::nasrin.nikravangolsefid@samc.com::57dfdcc4-ba78-4f5b-8e42-2bfc3601f06b" providerId="AD" clId="Web-{2EC770EC-B558-0A60-5468-6979E9A8793B}" dt="2025-04-21T17:00:23.571" v="1" actId="1076"/>
          <ac:picMkLst>
            <pc:docMk/>
            <pc:sldMk cId="3934417491" sldId="263"/>
            <ac:picMk id="12" creationId="{11E09124-5665-FB42-A376-3D58960AF96B}"/>
          </ac:picMkLst>
        </pc:picChg>
      </pc:sldChg>
    </pc:docChg>
  </pc:docChgLst>
  <pc:docChgLst>
    <pc:chgData name="Aramsadat Meraji" userId="S::aramsadat.meraji@samc.com::efa77eba-eb4f-49f7-802d-9fbc0e94d948" providerId="AD" clId="Web-{C7A444D8-80D1-77E3-3296-0E258403BE5F}"/>
    <pc:docChg chg="modSld">
      <pc:chgData name="Aramsadat Meraji" userId="S::aramsadat.meraji@samc.com::efa77eba-eb4f-49f7-802d-9fbc0e94d948" providerId="AD" clId="Web-{C7A444D8-80D1-77E3-3296-0E258403BE5F}" dt="2025-04-25T18:58:21.400" v="3" actId="20577"/>
      <pc:docMkLst>
        <pc:docMk/>
      </pc:docMkLst>
      <pc:sldChg chg="modSp">
        <pc:chgData name="Aramsadat Meraji" userId="S::aramsadat.meraji@samc.com::efa77eba-eb4f-49f7-802d-9fbc0e94d948" providerId="AD" clId="Web-{C7A444D8-80D1-77E3-3296-0E258403BE5F}" dt="2025-04-25T18:58:21.400" v="3" actId="20577"/>
        <pc:sldMkLst>
          <pc:docMk/>
          <pc:sldMk cId="3934417491" sldId="263"/>
        </pc:sldMkLst>
        <pc:spChg chg="mod">
          <ac:chgData name="Aramsadat Meraji" userId="S::aramsadat.meraji@samc.com::efa77eba-eb4f-49f7-802d-9fbc0e94d948" providerId="AD" clId="Web-{C7A444D8-80D1-77E3-3296-0E258403BE5F}" dt="2025-04-25T18:58:21.400" v="3" actId="20577"/>
          <ac:spMkLst>
            <pc:docMk/>
            <pc:sldMk cId="3934417491" sldId="263"/>
            <ac:spMk id="31" creationId="{00000000-0000-0000-0000-000000000000}"/>
          </ac:spMkLst>
        </pc:spChg>
        <pc:spChg chg="mod">
          <ac:chgData name="Aramsadat Meraji" userId="S::aramsadat.meraji@samc.com::efa77eba-eb4f-49f7-802d-9fbc0e94d948" providerId="AD" clId="Web-{C7A444D8-80D1-77E3-3296-0E258403BE5F}" dt="2025-04-25T18:58:07.604" v="0" actId="20577"/>
          <ac:spMkLst>
            <pc:docMk/>
            <pc:sldMk cId="3934417491" sldId="263"/>
            <ac:spMk id="76" creationId="{00000000-0000-0000-0000-000000000000}"/>
          </ac:spMkLst>
        </pc:spChg>
      </pc:sldChg>
    </pc:docChg>
  </pc:docChgLst>
  <pc:docChgLst>
    <pc:chgData name="Nasrin Nikravangolsefid" userId="S::nasrin.nikravangolsefid@samc.com::57dfdcc4-ba78-4f5b-8e42-2bfc3601f06b" providerId="AD" clId="Web-{9B73C4AC-D747-7718-3646-60CE3A85FFAC}"/>
    <pc:docChg chg="modSld">
      <pc:chgData name="Nasrin Nikravangolsefid" userId="S::nasrin.nikravangolsefid@samc.com::57dfdcc4-ba78-4f5b-8e42-2bfc3601f06b" providerId="AD" clId="Web-{9B73C4AC-D747-7718-3646-60CE3A85FFAC}" dt="2025-04-22T20:54:17.211" v="8" actId="1076"/>
      <pc:docMkLst>
        <pc:docMk/>
      </pc:docMkLst>
      <pc:sldChg chg="modSp">
        <pc:chgData name="Nasrin Nikravangolsefid" userId="S::nasrin.nikravangolsefid@samc.com::57dfdcc4-ba78-4f5b-8e42-2bfc3601f06b" providerId="AD" clId="Web-{9B73C4AC-D747-7718-3646-60CE3A85FFAC}" dt="2025-04-22T20:54:17.211" v="8" actId="1076"/>
        <pc:sldMkLst>
          <pc:docMk/>
          <pc:sldMk cId="3934417491" sldId="263"/>
        </pc:sldMkLst>
        <pc:spChg chg="mod">
          <ac:chgData name="Nasrin Nikravangolsefid" userId="S::nasrin.nikravangolsefid@samc.com::57dfdcc4-ba78-4f5b-8e42-2bfc3601f06b" providerId="AD" clId="Web-{9B73C4AC-D747-7718-3646-60CE3A85FFAC}" dt="2025-04-22T20:54:17.211" v="8" actId="1076"/>
          <ac:spMkLst>
            <pc:docMk/>
            <pc:sldMk cId="3934417491" sldId="263"/>
            <ac:spMk id="7" creationId="{00000000-0000-0000-0000-000000000000}"/>
          </ac:spMkLst>
        </pc:spChg>
      </pc:sldChg>
    </pc:docChg>
  </pc:docChgLst>
  <pc:docChgLst>
    <pc:chgData name="Nasrin Nikravangolsefid" userId="S::nasrin.nikravangolsefid@samc.com::57dfdcc4-ba78-4f5b-8e42-2bfc3601f06b" providerId="AD" clId="Web-{A83807F1-D376-4FC2-9B88-0A68F7E8131F}"/>
    <pc:docChg chg="modSld">
      <pc:chgData name="Nasrin Nikravangolsefid" userId="S::nasrin.nikravangolsefid@samc.com::57dfdcc4-ba78-4f5b-8e42-2bfc3601f06b" providerId="AD" clId="Web-{A83807F1-D376-4FC2-9B88-0A68F7E8131F}" dt="2025-04-23T22:44:11.905" v="1" actId="20577"/>
      <pc:docMkLst>
        <pc:docMk/>
      </pc:docMkLst>
      <pc:sldChg chg="modSp">
        <pc:chgData name="Nasrin Nikravangolsefid" userId="S::nasrin.nikravangolsefid@samc.com::57dfdcc4-ba78-4f5b-8e42-2bfc3601f06b" providerId="AD" clId="Web-{A83807F1-D376-4FC2-9B88-0A68F7E8131F}" dt="2025-04-23T22:44:11.905" v="1" actId="20577"/>
        <pc:sldMkLst>
          <pc:docMk/>
          <pc:sldMk cId="3934417491" sldId="263"/>
        </pc:sldMkLst>
        <pc:spChg chg="mod">
          <ac:chgData name="Nasrin Nikravangolsefid" userId="S::nasrin.nikravangolsefid@samc.com::57dfdcc4-ba78-4f5b-8e42-2bfc3601f06b" providerId="AD" clId="Web-{A83807F1-D376-4FC2-9B88-0A68F7E8131F}" dt="2025-04-23T22:44:11.905" v="1" actId="20577"/>
          <ac:spMkLst>
            <pc:docMk/>
            <pc:sldMk cId="3934417491" sldId="263"/>
            <ac:spMk id="7" creationId="{00000000-0000-0000-0000-000000000000}"/>
          </ac:spMkLst>
        </pc:spChg>
      </pc:sldChg>
    </pc:docChg>
  </pc:docChgLst>
  <pc:docChgLst>
    <pc:chgData name="Nasrin Nikravangolsefid" userId="S::nasrin.nikravangolsefid@samc.com::57dfdcc4-ba78-4f5b-8e42-2bfc3601f06b" providerId="AD" clId="Web-{8D2281D7-FCAB-6F6C-6B11-C676C84CC2A8}"/>
    <pc:docChg chg="modSld">
      <pc:chgData name="Nasrin Nikravangolsefid" userId="S::nasrin.nikravangolsefid@samc.com::57dfdcc4-ba78-4f5b-8e42-2bfc3601f06b" providerId="AD" clId="Web-{8D2281D7-FCAB-6F6C-6B11-C676C84CC2A8}" dt="2025-04-26T00:07:57.712" v="149" actId="20577"/>
      <pc:docMkLst>
        <pc:docMk/>
      </pc:docMkLst>
      <pc:sldChg chg="modSp">
        <pc:chgData name="Nasrin Nikravangolsefid" userId="S::nasrin.nikravangolsefid@samc.com::57dfdcc4-ba78-4f5b-8e42-2bfc3601f06b" providerId="AD" clId="Web-{8D2281D7-FCAB-6F6C-6B11-C676C84CC2A8}" dt="2025-04-26T00:07:57.712" v="149" actId="20577"/>
        <pc:sldMkLst>
          <pc:docMk/>
          <pc:sldMk cId="3934417491" sldId="263"/>
        </pc:sldMkLst>
        <pc:spChg chg="mod">
          <ac:chgData name="Nasrin Nikravangolsefid" userId="S::nasrin.nikravangolsefid@samc.com::57dfdcc4-ba78-4f5b-8e42-2bfc3601f06b" providerId="AD" clId="Web-{8D2281D7-FCAB-6F6C-6B11-C676C84CC2A8}" dt="2025-04-26T00:07:57.712" v="149" actId="20577"/>
          <ac:spMkLst>
            <pc:docMk/>
            <pc:sldMk cId="3934417491" sldId="263"/>
            <ac:spMk id="28" creationId="{00000000-0000-0000-0000-000000000000}"/>
          </ac:spMkLst>
        </pc:spChg>
        <pc:spChg chg="mod">
          <ac:chgData name="Nasrin Nikravangolsefid" userId="S::nasrin.nikravangolsefid@samc.com::57dfdcc4-ba78-4f5b-8e42-2bfc3601f06b" providerId="AD" clId="Web-{8D2281D7-FCAB-6F6C-6B11-C676C84CC2A8}" dt="2025-04-25T23:50:24.505" v="44" actId="20577"/>
          <ac:spMkLst>
            <pc:docMk/>
            <pc:sldMk cId="3934417491" sldId="263"/>
            <ac:spMk id="31" creationId="{00000000-0000-0000-0000-000000000000}"/>
          </ac:spMkLst>
        </pc:spChg>
        <pc:spChg chg="mod">
          <ac:chgData name="Nasrin Nikravangolsefid" userId="S::nasrin.nikravangolsefid@samc.com::57dfdcc4-ba78-4f5b-8e42-2bfc3601f06b" providerId="AD" clId="Web-{8D2281D7-FCAB-6F6C-6B11-C676C84CC2A8}" dt="2025-04-26T00:02:52.799" v="131" actId="20577"/>
          <ac:spMkLst>
            <pc:docMk/>
            <pc:sldMk cId="3934417491" sldId="263"/>
            <ac:spMk id="76" creationId="{00000000-0000-0000-0000-000000000000}"/>
          </ac:spMkLst>
        </pc:spChg>
        <pc:spChg chg="mod">
          <ac:chgData name="Nasrin Nikravangolsefid" userId="S::nasrin.nikravangolsefid@samc.com::57dfdcc4-ba78-4f5b-8e42-2bfc3601f06b" providerId="AD" clId="Web-{8D2281D7-FCAB-6F6C-6B11-C676C84CC2A8}" dt="2025-04-26T00:03:17.659" v="132" actId="20577"/>
          <ac:spMkLst>
            <pc:docMk/>
            <pc:sldMk cId="3934417491" sldId="263"/>
            <ac:spMk id="8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A783DE-3B5E-4848-9DD3-8469EAB31C91}" type="datetimeFigureOut">
              <a:rPr lang="en-US" smtClean="0"/>
              <a:t>4/26/25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EBD31-3BF1-3842-8B3E-8A80842ADF91}" type="slidenum">
              <a:rPr lang="en-US" smtClean="0"/>
              <a:t>‹#›</a:t>
            </a:fld>
            <a:endParaRPr lang="en-US"/>
          </a:p>
        </p:txBody>
      </p:sp>
    </p:spTree>
    <p:extLst>
      <p:ext uri="{BB962C8B-B14F-4D97-AF65-F5344CB8AC3E}">
        <p14:creationId xmlns:p14="http://schemas.microsoft.com/office/powerpoint/2010/main" val="247469750"/>
      </p:ext>
    </p:extLst>
  </p:cSld>
  <p:clrMap bg1="lt1" tx1="dk1" bg2="lt2" tx2="dk2" accent1="accent1" accent2="accent2" accent3="accent3" accent4="accent4" accent5="accent5" accent6="accent6" hlink="hlink" folHlink="folHlink"/>
  <p:notesStyle>
    <a:lvl1pPr marL="0" algn="l" defTabSz="652907" rtl="0" eaLnBrk="1" latinLnBrk="0" hangingPunct="1">
      <a:defRPr sz="857" kern="1200">
        <a:solidFill>
          <a:schemeClr val="tx1"/>
        </a:solidFill>
        <a:latin typeface="+mn-lt"/>
        <a:ea typeface="+mn-ea"/>
        <a:cs typeface="+mn-cs"/>
      </a:defRPr>
    </a:lvl1pPr>
    <a:lvl2pPr marL="326454" algn="l" defTabSz="652907" rtl="0" eaLnBrk="1" latinLnBrk="0" hangingPunct="1">
      <a:defRPr sz="857" kern="1200">
        <a:solidFill>
          <a:schemeClr val="tx1"/>
        </a:solidFill>
        <a:latin typeface="+mn-lt"/>
        <a:ea typeface="+mn-ea"/>
        <a:cs typeface="+mn-cs"/>
      </a:defRPr>
    </a:lvl2pPr>
    <a:lvl3pPr marL="652907" algn="l" defTabSz="652907" rtl="0" eaLnBrk="1" latinLnBrk="0" hangingPunct="1">
      <a:defRPr sz="857" kern="1200">
        <a:solidFill>
          <a:schemeClr val="tx1"/>
        </a:solidFill>
        <a:latin typeface="+mn-lt"/>
        <a:ea typeface="+mn-ea"/>
        <a:cs typeface="+mn-cs"/>
      </a:defRPr>
    </a:lvl3pPr>
    <a:lvl4pPr marL="979362" algn="l" defTabSz="652907" rtl="0" eaLnBrk="1" latinLnBrk="0" hangingPunct="1">
      <a:defRPr sz="857" kern="1200">
        <a:solidFill>
          <a:schemeClr val="tx1"/>
        </a:solidFill>
        <a:latin typeface="+mn-lt"/>
        <a:ea typeface="+mn-ea"/>
        <a:cs typeface="+mn-cs"/>
      </a:defRPr>
    </a:lvl4pPr>
    <a:lvl5pPr marL="1305816" algn="l" defTabSz="652907" rtl="0" eaLnBrk="1" latinLnBrk="0" hangingPunct="1">
      <a:defRPr sz="857" kern="1200">
        <a:solidFill>
          <a:schemeClr val="tx1"/>
        </a:solidFill>
        <a:latin typeface="+mn-lt"/>
        <a:ea typeface="+mn-ea"/>
        <a:cs typeface="+mn-cs"/>
      </a:defRPr>
    </a:lvl5pPr>
    <a:lvl6pPr marL="1632269" algn="l" defTabSz="652907" rtl="0" eaLnBrk="1" latinLnBrk="0" hangingPunct="1">
      <a:defRPr sz="857" kern="1200">
        <a:solidFill>
          <a:schemeClr val="tx1"/>
        </a:solidFill>
        <a:latin typeface="+mn-lt"/>
        <a:ea typeface="+mn-ea"/>
        <a:cs typeface="+mn-cs"/>
      </a:defRPr>
    </a:lvl6pPr>
    <a:lvl7pPr marL="1958723" algn="l" defTabSz="652907" rtl="0" eaLnBrk="1" latinLnBrk="0" hangingPunct="1">
      <a:defRPr sz="857" kern="1200">
        <a:solidFill>
          <a:schemeClr val="tx1"/>
        </a:solidFill>
        <a:latin typeface="+mn-lt"/>
        <a:ea typeface="+mn-ea"/>
        <a:cs typeface="+mn-cs"/>
      </a:defRPr>
    </a:lvl7pPr>
    <a:lvl8pPr marL="2285176" algn="l" defTabSz="652907" rtl="0" eaLnBrk="1" latinLnBrk="0" hangingPunct="1">
      <a:defRPr sz="857" kern="1200">
        <a:solidFill>
          <a:schemeClr val="tx1"/>
        </a:solidFill>
        <a:latin typeface="+mn-lt"/>
        <a:ea typeface="+mn-ea"/>
        <a:cs typeface="+mn-cs"/>
      </a:defRPr>
    </a:lvl8pPr>
    <a:lvl9pPr marL="2611631" algn="l" defTabSz="652907"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5EBD31-3BF1-3842-8B3E-8A80842ADF91}" type="slidenum">
              <a:rPr lang="en-US" smtClean="0"/>
              <a:t>1</a:t>
            </a:fld>
            <a:endParaRPr lang="en-US"/>
          </a:p>
        </p:txBody>
      </p:sp>
    </p:spTree>
    <p:extLst>
      <p:ext uri="{BB962C8B-B14F-4D97-AF65-F5344CB8AC3E}">
        <p14:creationId xmlns:p14="http://schemas.microsoft.com/office/powerpoint/2010/main" val="2323752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3591562"/>
            <a:ext cx="27980640" cy="7640320"/>
          </a:xfrm>
        </p:spPr>
        <p:txBody>
          <a:bodyPr anchor="b"/>
          <a:lstStyle>
            <a:lvl1pPr algn="ctr">
              <a:defRPr sz="19200"/>
            </a:lvl1pPr>
          </a:lstStyle>
          <a:p>
            <a:r>
              <a:rPr lang="en-US"/>
              <a:t>Click to edit Master title style</a:t>
            </a:r>
          </a:p>
        </p:txBody>
      </p:sp>
      <p:sp>
        <p:nvSpPr>
          <p:cNvPr id="3" name="Subtitle 2"/>
          <p:cNvSpPr>
            <a:spLocks noGrp="1"/>
          </p:cNvSpPr>
          <p:nvPr>
            <p:ph type="subTitle" idx="1"/>
          </p:nvPr>
        </p:nvSpPr>
        <p:spPr>
          <a:xfrm>
            <a:off x="4114800" y="11526522"/>
            <a:ext cx="246888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p>
        </p:txBody>
      </p:sp>
      <p:sp>
        <p:nvSpPr>
          <p:cNvPr id="4" name="Date Placeholder 3"/>
          <p:cNvSpPr>
            <a:spLocks noGrp="1"/>
          </p:cNvSpPr>
          <p:nvPr>
            <p:ph type="dt" sz="half" idx="10"/>
          </p:nvPr>
        </p:nvSpPr>
        <p:spPr/>
        <p:txBody>
          <a:bodyPr/>
          <a:lstStyle/>
          <a:p>
            <a:fld id="{070F9D74-9CA2-B844-957F-EDF408B27601}" type="datetimeFigureOut">
              <a:rPr lang="en-US" smtClean="0"/>
              <a:t>4/26/25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6465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4/26/25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003491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5471167"/>
            <a:ext cx="28392120" cy="9128758"/>
          </a:xfrm>
        </p:spPr>
        <p:txBody>
          <a:bodyPr anchor="b"/>
          <a:lstStyle>
            <a:lvl1pPr>
              <a:defRPr sz="19200"/>
            </a:lvl1pPr>
          </a:lstStyle>
          <a:p>
            <a:r>
              <a:rPr lang="en-US"/>
              <a:t>Click to edit Master title style</a:t>
            </a:r>
          </a:p>
        </p:txBody>
      </p:sp>
      <p:sp>
        <p:nvSpPr>
          <p:cNvPr id="3" name="Text Placeholder 2"/>
          <p:cNvSpPr>
            <a:spLocks noGrp="1"/>
          </p:cNvSpPr>
          <p:nvPr>
            <p:ph type="body" idx="1"/>
          </p:nvPr>
        </p:nvSpPr>
        <p:spPr>
          <a:xfrm>
            <a:off x="2245997" y="14686287"/>
            <a:ext cx="2839212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0F9D74-9CA2-B844-957F-EDF408B27601}" type="datetimeFigureOut">
              <a:rPr lang="en-US" smtClean="0"/>
              <a:t>4/26/25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33734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631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664940" y="5842000"/>
            <a:ext cx="1399032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0F9D74-9CA2-B844-957F-EDF408B27601}" type="datetimeFigureOut">
              <a:rPr lang="en-US" smtClean="0"/>
              <a:t>4/26/25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3727441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168405"/>
            <a:ext cx="28392120" cy="4241802"/>
          </a:xfrm>
        </p:spPr>
        <p:txBody>
          <a:bodyPr/>
          <a:lstStyle/>
          <a:p>
            <a:r>
              <a:rPr lang="en-US"/>
              <a:t>Click to edit Master title style</a:t>
            </a:r>
          </a:p>
        </p:txBody>
      </p:sp>
      <p:sp>
        <p:nvSpPr>
          <p:cNvPr id="3" name="Text Placeholder 2"/>
          <p:cNvSpPr>
            <a:spLocks noGrp="1"/>
          </p:cNvSpPr>
          <p:nvPr>
            <p:ph type="body" idx="1"/>
          </p:nvPr>
        </p:nvSpPr>
        <p:spPr>
          <a:xfrm>
            <a:off x="2267431" y="5379722"/>
            <a:ext cx="13926024"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267431" y="8016240"/>
            <a:ext cx="13926024"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664942" y="5379722"/>
            <a:ext cx="13994608"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6664942" y="8016240"/>
            <a:ext cx="13994608"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0F9D74-9CA2-B844-957F-EDF408B27601}" type="datetimeFigureOut">
              <a:rPr lang="en-US" smtClean="0"/>
              <a:t>4/26/25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3015096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0F9D74-9CA2-B844-957F-EDF408B27601}" type="datetimeFigureOut">
              <a:rPr lang="en-US" smtClean="0"/>
              <a:t>4/26/25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1547659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0F9D74-9CA2-B844-957F-EDF408B27601}" type="datetimeFigureOut">
              <a:rPr lang="en-US" smtClean="0"/>
              <a:t>4/26/25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760589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p>
        </p:txBody>
      </p:sp>
      <p:sp>
        <p:nvSpPr>
          <p:cNvPr id="3" name="Content Placeholder 2"/>
          <p:cNvSpPr>
            <a:spLocks noGrp="1"/>
          </p:cNvSpPr>
          <p:nvPr>
            <p:ph idx="1"/>
          </p:nvPr>
        </p:nvSpPr>
        <p:spPr>
          <a:xfrm>
            <a:off x="13994608" y="3159765"/>
            <a:ext cx="1666494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070F9D74-9CA2-B844-957F-EDF408B27601}" type="datetimeFigureOut">
              <a:rPr lang="en-US" smtClean="0"/>
              <a:t>4/26/25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266372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463040"/>
            <a:ext cx="10617041" cy="5120640"/>
          </a:xfrm>
        </p:spPr>
        <p:txBody>
          <a:bodyPr anchor="b"/>
          <a:lstStyle>
            <a:lvl1pPr>
              <a:defRPr sz="10240"/>
            </a:lvl1pPr>
          </a:lstStyle>
          <a:p>
            <a:r>
              <a:rPr lang="en-US"/>
              <a:t>Click to edit Master title style</a:t>
            </a:r>
          </a:p>
        </p:txBody>
      </p:sp>
      <p:sp>
        <p:nvSpPr>
          <p:cNvPr id="3" name="Picture Placeholder 2"/>
          <p:cNvSpPr>
            <a:spLocks noGrp="1" noChangeAspect="1"/>
          </p:cNvSpPr>
          <p:nvPr>
            <p:ph type="pic" idx="1"/>
          </p:nvPr>
        </p:nvSpPr>
        <p:spPr>
          <a:xfrm>
            <a:off x="13994608" y="3159765"/>
            <a:ext cx="1666494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p>
        </p:txBody>
      </p:sp>
      <p:sp>
        <p:nvSpPr>
          <p:cNvPr id="4" name="Text Placeholder 3"/>
          <p:cNvSpPr>
            <a:spLocks noGrp="1"/>
          </p:cNvSpPr>
          <p:nvPr>
            <p:ph type="body" sz="half" idx="2"/>
          </p:nvPr>
        </p:nvSpPr>
        <p:spPr>
          <a:xfrm>
            <a:off x="2267428" y="6583680"/>
            <a:ext cx="10617041"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070F9D74-9CA2-B844-957F-EDF408B27601}" type="datetimeFigureOut">
              <a:rPr lang="en-US" smtClean="0"/>
              <a:t>4/26/25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930429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4/26/25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237167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168400"/>
            <a:ext cx="7098030" cy="1859788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63142" y="1168400"/>
            <a:ext cx="2088261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0F9D74-9CA2-B844-957F-EDF408B27601}" type="datetimeFigureOut">
              <a:rPr lang="en-US" smtClean="0"/>
              <a:t>4/26/25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A97C75-BF6E-9B41-BF05-CA5DFF4C17DC}" type="slidenum">
              <a:rPr lang="en-US" smtClean="0"/>
              <a:t>‹#›</a:t>
            </a:fld>
            <a:endParaRPr lang="en-US"/>
          </a:p>
        </p:txBody>
      </p:sp>
    </p:spTree>
    <p:extLst>
      <p:ext uri="{BB962C8B-B14F-4D97-AF65-F5344CB8AC3E}">
        <p14:creationId xmlns:p14="http://schemas.microsoft.com/office/powerpoint/2010/main" val="4055233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582287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0" name="Text Placeholder 5"/>
          <p:cNvSpPr>
            <a:spLocks noGrp="1"/>
          </p:cNvSpPr>
          <p:nvPr>
            <p:ph type="body" sz="quarter" idx="15" hasCustomPrompt="1"/>
          </p:nvPr>
        </p:nvSpPr>
        <p:spPr>
          <a:xfrm>
            <a:off x="-28074" y="157163"/>
            <a:ext cx="32946473" cy="1943100"/>
          </a:xfrm>
        </p:spPr>
        <p:txBody>
          <a:bodyPr>
            <a:noAutofit/>
          </a:bodyPr>
          <a:lstStyle>
            <a:defPPr>
              <a:defRPr kern="1200"/>
            </a:defPPr>
            <a:lvl1pPr marL="0" marR="0" indent="0" algn="ctr" defTabSz="1880637" rtl="0" eaLnBrk="1" fontAlgn="auto" latinLnBrk="0" hangingPunct="1">
              <a:lnSpc>
                <a:spcPct val="100000"/>
              </a:lnSpc>
              <a:spcBef>
                <a:spcPts val="750"/>
              </a:spcBef>
              <a:spcAft>
                <a:spcPct val="0"/>
              </a:spcAft>
              <a:buClrTx/>
              <a:buSzTx/>
              <a:buFontTx/>
              <a:buNone/>
              <a:defRPr sz="3050" baseline="0">
                <a:solidFill>
                  <a:schemeClr val="tx2">
                    <a:lumMod val="50000"/>
                  </a:schemeClr>
                </a:solidFill>
                <a:latin typeface="Arial" pitchFamily="34" charset="0"/>
                <a:cs typeface="Arial" pitchFamily="34" charset="0"/>
              </a:defRPr>
            </a:lvl1pPr>
            <a:lvl2pPr marL="940318" indent="0">
              <a:buFontTx/>
              <a:buNone/>
              <a:defRPr/>
            </a:lvl2pPr>
            <a:lvl3pPr marL="1880637" indent="0">
              <a:buFontTx/>
              <a:buNone/>
              <a:defRPr/>
            </a:lvl3pPr>
            <a:lvl4pPr marL="2820956" indent="0">
              <a:buFontTx/>
              <a:buNone/>
              <a:defRPr/>
            </a:lvl4pPr>
            <a:lvl5pPr marL="3761274" indent="0">
              <a:buFontTx/>
              <a:buNone/>
              <a:defRPr/>
            </a:lvl5pPr>
          </a:lstStyle>
          <a:p>
            <a:pPr marL="0" marR="0" lvl="0" indent="0" algn="ctr" defTabSz="1880637" rtl="0" eaLnBrk="1" fontAlgn="auto" latinLnBrk="0" hangingPunct="1">
              <a:lnSpc>
                <a:spcPct val="100000"/>
              </a:lnSpc>
              <a:spcBef>
                <a:spcPct val="20000"/>
              </a:spcBef>
              <a:spcAft>
                <a:spcPct val="0"/>
              </a:spcAft>
              <a:buClrTx/>
              <a:buSzTx/>
              <a:buFontTx/>
              <a:buNone/>
              <a:defRPr/>
            </a:pPr>
            <a:r>
              <a:rPr lang="en-US"/>
              <a:t>This is a Scientific Poster Template created by Graphicsland </a:t>
            </a:r>
            <a:br>
              <a:rPr lang="en-US"/>
            </a:br>
            <a:r>
              <a:rPr lang="en-US"/>
              <a:t>&amp; MakeSigns.com. Your poster title would go on these lines. </a:t>
            </a:r>
          </a:p>
        </p:txBody>
      </p:sp>
      <p:sp>
        <p:nvSpPr>
          <p:cNvPr id="3" name="Text Placeholder 5"/>
          <p:cNvSpPr>
            <a:spLocks noGrp="1"/>
          </p:cNvSpPr>
          <p:nvPr>
            <p:ph type="body" sz="quarter" idx="16" hasCustomPrompt="1"/>
          </p:nvPr>
        </p:nvSpPr>
        <p:spPr>
          <a:xfrm>
            <a:off x="-28074" y="1775013"/>
            <a:ext cx="32946473" cy="1129553"/>
          </a:xfrm>
        </p:spPr>
        <p:txBody>
          <a:bodyPr>
            <a:noAutofit/>
          </a:bodyPr>
          <a:lstStyle>
            <a:defPPr>
              <a:defRPr kern="1200"/>
            </a:defPPr>
            <a:lvl1pPr marL="0" marR="0" indent="0" algn="ctr" defTabSz="1880637" rtl="0" eaLnBrk="1" fontAlgn="auto" latinLnBrk="0" hangingPunct="1">
              <a:lnSpc>
                <a:spcPct val="100000"/>
              </a:lnSpc>
              <a:spcBef>
                <a:spcPts val="400"/>
              </a:spcBef>
              <a:spcAft>
                <a:spcPct val="0"/>
              </a:spcAft>
              <a:buClrTx/>
              <a:buSzTx/>
              <a:buFontTx/>
              <a:buNone/>
              <a:defRPr sz="3300" baseline="0">
                <a:solidFill>
                  <a:schemeClr val="tx2">
                    <a:lumMod val="50000"/>
                  </a:schemeClr>
                </a:solidFill>
                <a:latin typeface="Arial" pitchFamily="34" charset="0"/>
                <a:cs typeface="Arial" pitchFamily="34" charset="0"/>
              </a:defRPr>
            </a:lvl1pPr>
            <a:lvl2pPr marL="940318" indent="0">
              <a:buFontTx/>
              <a:buNone/>
              <a:defRPr/>
            </a:lvl2pPr>
            <a:lvl3pPr marL="1880637" indent="0">
              <a:buFontTx/>
              <a:buNone/>
              <a:defRPr/>
            </a:lvl3pPr>
            <a:lvl4pPr marL="2820956" indent="0">
              <a:buFontTx/>
              <a:buNone/>
              <a:defRPr/>
            </a:lvl4pPr>
            <a:lvl5pPr marL="3761274" indent="0">
              <a:buFontTx/>
              <a:buNone/>
              <a:defRPr/>
            </a:lvl5pPr>
          </a:lstStyle>
          <a:p>
            <a:pPr algn="ctr">
              <a:spcBef>
                <a:spcPts val="600"/>
              </a:spcBef>
            </a:pPr>
            <a:r>
              <a:rPr lang="en-US" sz="3000">
                <a:solidFill>
                  <a:schemeClr val="tx2">
                    <a:lumMod val="50000"/>
                  </a:schemeClr>
                </a:solidFill>
                <a:latin typeface="Franklin Gothic Medium" pitchFamily="34" charset="0"/>
              </a:rPr>
              <a:t>Author’s Name Here</a:t>
            </a:r>
            <a:br>
              <a:rPr lang="en-US" sz="3000">
                <a:solidFill>
                  <a:schemeClr val="tx2">
                    <a:lumMod val="50000"/>
                  </a:schemeClr>
                </a:solidFill>
                <a:latin typeface="Franklin Gothic Medium" pitchFamily="34" charset="0"/>
              </a:rPr>
            </a:br>
            <a:r>
              <a:rPr lang="en-US" sz="3000">
                <a:solidFill>
                  <a:schemeClr val="tx2">
                    <a:lumMod val="50000"/>
                  </a:schemeClr>
                </a:solidFill>
                <a:latin typeface="Arial" pitchFamily="34" charset="0"/>
                <a:cs typeface="Arial" pitchFamily="34" charset="0"/>
              </a:rPr>
              <a:t>University</a:t>
            </a:r>
            <a:r>
              <a:rPr lang="en-US" sz="3000">
                <a:solidFill>
                  <a:schemeClr val="tx2">
                    <a:lumMod val="50000"/>
                  </a:schemeClr>
                </a:solidFill>
                <a:latin typeface="Franklin Gothic Medium" pitchFamily="34" charset="0"/>
              </a:rPr>
              <a:t> Name Here</a:t>
            </a:r>
          </a:p>
        </p:txBody>
      </p:sp>
    </p:spTree>
    <p:extLst>
      <p:ext uri="{BB962C8B-B14F-4D97-AF65-F5344CB8AC3E}">
        <p14:creationId xmlns:p14="http://schemas.microsoft.com/office/powerpoint/2010/main" val="1858477599"/>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168405"/>
            <a:ext cx="28392120" cy="4241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63140" y="5842000"/>
            <a:ext cx="2839212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63140" y="20340325"/>
            <a:ext cx="740664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fld id="{070F9D74-9CA2-B844-957F-EDF408B27601}" type="datetimeFigureOut">
              <a:rPr lang="en-US" smtClean="0"/>
              <a:t>4/26/25</a:t>
            </a:fld>
            <a:endParaRPr lang="en-US"/>
          </a:p>
        </p:txBody>
      </p:sp>
      <p:sp>
        <p:nvSpPr>
          <p:cNvPr id="5" name="Footer Placeholder 4"/>
          <p:cNvSpPr>
            <a:spLocks noGrp="1"/>
          </p:cNvSpPr>
          <p:nvPr>
            <p:ph type="ftr" sz="quarter" idx="3"/>
          </p:nvPr>
        </p:nvSpPr>
        <p:spPr>
          <a:xfrm>
            <a:off x="10904220" y="20340325"/>
            <a:ext cx="1110996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20340325"/>
            <a:ext cx="740664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BA97C75-BF6E-9B41-BF05-CA5DFF4C17DC}" type="slidenum">
              <a:rPr lang="en-US" smtClean="0"/>
              <a:t>‹#›</a:t>
            </a:fld>
            <a:endParaRPr lang="en-US"/>
          </a:p>
        </p:txBody>
      </p:sp>
    </p:spTree>
    <p:extLst>
      <p:ext uri="{BB962C8B-B14F-4D97-AF65-F5344CB8AC3E}">
        <p14:creationId xmlns:p14="http://schemas.microsoft.com/office/powerpoint/2010/main" val="16218200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718457" y="11807520"/>
            <a:ext cx="10620103"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a:latin typeface="Helvetica" pitchFamily="2" charset="0"/>
              </a:rPr>
              <a:t>Methods</a:t>
            </a:r>
          </a:p>
        </p:txBody>
      </p:sp>
      <p:sp>
        <p:nvSpPr>
          <p:cNvPr id="31" name="Rectangle 30"/>
          <p:cNvSpPr/>
          <p:nvPr/>
        </p:nvSpPr>
        <p:spPr>
          <a:xfrm>
            <a:off x="718457" y="12889178"/>
            <a:ext cx="10620103" cy="8035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342900" indent="-342900">
              <a:buFont typeface="Arial"/>
              <a:buChar char="•"/>
            </a:pPr>
            <a:endParaRPr lang="en-US" sz="2000" dirty="0">
              <a:solidFill>
                <a:schemeClr val="tx1"/>
              </a:solidFill>
              <a:latin typeface="Arial"/>
              <a:cs typeface="Times New Roman"/>
            </a:endParaRPr>
          </a:p>
          <a:p>
            <a:r>
              <a:rPr lang="en-US" sz="2000" dirty="0">
                <a:solidFill>
                  <a:schemeClr val="tx1"/>
                </a:solidFill>
                <a:latin typeface="Arial"/>
                <a:cs typeface="Times New Roman"/>
              </a:rPr>
              <a:t>The study will be conducted in 2 phases: checklist development, and Expert validation.</a:t>
            </a:r>
            <a:endParaRPr lang="en-US" dirty="0">
              <a:solidFill>
                <a:schemeClr val="tx1"/>
              </a:solidFill>
              <a:ea typeface="Calibri" panose="020F0502020204030204"/>
              <a:cs typeface="Calibri" panose="020F0502020204030204"/>
            </a:endParaRPr>
          </a:p>
          <a:p>
            <a:endParaRPr lang="en-US" sz="2000" dirty="0">
              <a:solidFill>
                <a:schemeClr val="tx1"/>
              </a:solidFill>
              <a:latin typeface="Arial"/>
              <a:cs typeface="Times New Roman"/>
            </a:endParaRPr>
          </a:p>
          <a:p>
            <a:r>
              <a:rPr lang="en-US" sz="2000" b="1">
                <a:solidFill>
                  <a:schemeClr val="tx1"/>
                </a:solidFill>
                <a:latin typeface="Arial"/>
                <a:ea typeface="+mn-lt"/>
                <a:cs typeface="+mn-lt"/>
              </a:rPr>
              <a:t>Phase 1 – Checklist Development</a:t>
            </a:r>
          </a:p>
          <a:p>
            <a:pPr marL="342900" indent="-342900">
              <a:buFont typeface="Arial"/>
              <a:buChar char="•"/>
            </a:pPr>
            <a:endParaRPr lang="en-US" sz="2000" dirty="0">
              <a:solidFill>
                <a:schemeClr val="tx1"/>
              </a:solidFill>
              <a:latin typeface="Arial"/>
              <a:ea typeface="+mn-lt"/>
              <a:cs typeface="+mn-lt"/>
            </a:endParaRPr>
          </a:p>
          <a:p>
            <a:pPr marL="342900" indent="-342900">
              <a:buFont typeface="Arial"/>
              <a:buChar char="•"/>
            </a:pPr>
            <a:r>
              <a:rPr lang="en-US" sz="2000" dirty="0">
                <a:solidFill>
                  <a:schemeClr val="tx1"/>
                </a:solidFill>
                <a:latin typeface="Arial"/>
                <a:ea typeface="+mn-lt"/>
                <a:cs typeface="+mn-lt"/>
              </a:rPr>
              <a:t>We performed a comprehensive literature review of ICU handoff tools, communication frameworks (e.g., I-PASS, SBAR), and current critical care guidelines. High-risk hand off domains were identified, including active problems, medications, devices, pending investigations, and follow-up plans. Based on these findings, we developed an initial draft of a structured ICU-to-ward handoff checklist.</a:t>
            </a:r>
            <a:endParaRPr lang="en-US">
              <a:solidFill>
                <a:schemeClr val="tx1"/>
              </a:solidFill>
              <a:ea typeface="Calibri" panose="020F0502020204030204"/>
              <a:cs typeface="Calibri" panose="020F0502020204030204"/>
            </a:endParaRPr>
          </a:p>
          <a:p>
            <a:pPr>
              <a:buFont typeface="Arial"/>
              <a:buChar char="•"/>
            </a:pPr>
            <a:endParaRPr lang="en-US" sz="2000" dirty="0">
              <a:solidFill>
                <a:schemeClr val="tx1"/>
              </a:solidFill>
              <a:latin typeface="Arial"/>
              <a:ea typeface="+mn-lt"/>
              <a:cs typeface="+mn-lt"/>
            </a:endParaRPr>
          </a:p>
          <a:p>
            <a:r>
              <a:rPr lang="en-US" sz="2000" b="1">
                <a:solidFill>
                  <a:schemeClr val="tx1"/>
                </a:solidFill>
                <a:latin typeface="Arial"/>
                <a:ea typeface="+mn-lt"/>
                <a:cs typeface="+mn-lt"/>
              </a:rPr>
              <a:t>Phase 2 – Expert Validation</a:t>
            </a:r>
          </a:p>
          <a:p>
            <a:pPr marL="342900" indent="-342900">
              <a:buFont typeface="Arial"/>
              <a:buChar char="•"/>
            </a:pPr>
            <a:endParaRPr lang="en-US" sz="2000" dirty="0">
              <a:solidFill>
                <a:schemeClr val="tx1"/>
              </a:solidFill>
              <a:latin typeface="Arial"/>
              <a:ea typeface="+mn-lt"/>
              <a:cs typeface="+mn-lt"/>
            </a:endParaRPr>
          </a:p>
          <a:p>
            <a:pPr marL="342900" indent="-342900">
              <a:buFont typeface="Arial"/>
              <a:buChar char="•"/>
            </a:pPr>
            <a:r>
              <a:rPr lang="en-US" sz="2000" dirty="0">
                <a:solidFill>
                  <a:schemeClr val="tx1"/>
                </a:solidFill>
                <a:latin typeface="Arial"/>
                <a:ea typeface="+mn-lt"/>
                <a:cs typeface="+mn-lt"/>
              </a:rPr>
              <a:t>We will distribute a survey to a multidisciplinary group of experts, including ICU attendings, hospitalists, residents, and senior nurses with experience in patient safety and care transitions. The survey used 5-point Likert scale questions to assess the importance, clarity, and feasibility of each checklist item, and included open-ended questions for additional input. The checklist will be revised based on this feedback to enhance usability and relevance.</a:t>
            </a:r>
            <a:endParaRPr lang="en-US">
              <a:solidFill>
                <a:schemeClr val="tx1"/>
              </a:solidFill>
              <a:ea typeface="Calibri" panose="020F0502020204030204"/>
              <a:cs typeface="Calibri" panose="020F0502020204030204"/>
            </a:endParaRPr>
          </a:p>
          <a:p>
            <a:pPr marL="342900" indent="-342900">
              <a:buFont typeface="Arial"/>
              <a:buChar char="•"/>
            </a:pPr>
            <a:r>
              <a:rPr lang="en-US" sz="2000" dirty="0">
                <a:solidFill>
                  <a:schemeClr val="tx1"/>
                </a:solidFill>
                <a:latin typeface="Arial"/>
                <a:ea typeface="+mn-lt"/>
                <a:cs typeface="+mn-lt"/>
              </a:rPr>
              <a:t>We plan to conduct a second survey with the same or an expanded expert group to finalize the checklist. In a follow-up QI initiative, we will pilot the checklist on general medical wards. Residents will use it during ICU downgrades, and its impact will be evaluated by tracking outcomes such as ICU readmissions, communication errors, and hospital length of stay.</a:t>
            </a:r>
          </a:p>
          <a:p>
            <a:pPr marL="342900" indent="-342900">
              <a:buFont typeface="Arial"/>
              <a:buChar char="•"/>
            </a:pPr>
            <a:endParaRPr lang="en-US" sz="2000" dirty="0">
              <a:solidFill>
                <a:schemeClr val="tx1"/>
              </a:solidFill>
              <a:latin typeface="Arial"/>
              <a:cs typeface="Times New Roman"/>
            </a:endParaRPr>
          </a:p>
          <a:p>
            <a:endParaRPr lang="en-US" sz="2000" dirty="0">
              <a:solidFill>
                <a:schemeClr val="tx1"/>
              </a:solidFill>
              <a:latin typeface="Arial"/>
              <a:cs typeface="Helvetica"/>
            </a:endParaRPr>
          </a:p>
        </p:txBody>
      </p:sp>
      <p:sp>
        <p:nvSpPr>
          <p:cNvPr id="8" name="Rectangle 7"/>
          <p:cNvSpPr/>
          <p:nvPr/>
        </p:nvSpPr>
        <p:spPr>
          <a:xfrm>
            <a:off x="718457" y="4328161"/>
            <a:ext cx="10620103"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a:latin typeface="Helvetica" pitchFamily="2" charset="0"/>
              </a:rPr>
              <a:t>Introduction</a:t>
            </a:r>
          </a:p>
        </p:txBody>
      </p:sp>
      <p:sp>
        <p:nvSpPr>
          <p:cNvPr id="28" name="Rectangle 27"/>
          <p:cNvSpPr/>
          <p:nvPr/>
        </p:nvSpPr>
        <p:spPr>
          <a:xfrm>
            <a:off x="718457" y="5420025"/>
            <a:ext cx="10620103" cy="55710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a:buFont typeface="Arial"/>
              <a:buChar char="•"/>
            </a:pPr>
            <a:endParaRPr lang="en-US" sz="2000" dirty="0">
              <a:solidFill>
                <a:schemeClr val="tx1"/>
              </a:solidFill>
              <a:latin typeface="Arial"/>
              <a:ea typeface="+mn-lt"/>
              <a:cs typeface="+mn-lt"/>
            </a:endParaRPr>
          </a:p>
          <a:p>
            <a:pPr>
              <a:buFont typeface="Arial"/>
              <a:buChar char="•"/>
            </a:pPr>
            <a:r>
              <a:rPr lang="en-US" sz="2000" dirty="0">
                <a:solidFill>
                  <a:schemeClr val="tx1"/>
                </a:solidFill>
                <a:latin typeface="Arial"/>
                <a:ea typeface="+mn-lt"/>
                <a:cs typeface="+mn-lt"/>
              </a:rPr>
              <a:t>Transitions from the ICU to the general ward are high-risk events, with up to 19% of patients experiencing adverse events post-transfer, many of which are preventable. </a:t>
            </a:r>
            <a:endParaRPr lang="en-US">
              <a:solidFill>
                <a:schemeClr val="tx1"/>
              </a:solidFill>
            </a:endParaRPr>
          </a:p>
          <a:p>
            <a:pPr>
              <a:buFont typeface="Arial"/>
              <a:buChar char="•"/>
            </a:pPr>
            <a:r>
              <a:rPr lang="en-US" sz="2000" dirty="0">
                <a:solidFill>
                  <a:schemeClr val="tx1"/>
                </a:solidFill>
                <a:latin typeface="Arial"/>
                <a:ea typeface="+mn-lt"/>
                <a:cs typeface="+mn-lt"/>
              </a:rPr>
              <a:t>Communication failures, such as omitted diagnoses, unclear care plans, and lack of follow-up on pending results, are a major contributor to these events.</a:t>
            </a:r>
            <a:endParaRPr lang="en-US" sz="2000" dirty="0">
              <a:solidFill>
                <a:schemeClr val="tx1"/>
              </a:solidFill>
              <a:latin typeface="Arial"/>
              <a:ea typeface="Calibri" panose="020F0502020204030204"/>
              <a:cs typeface="Calibri" panose="020F0502020204030204"/>
            </a:endParaRPr>
          </a:p>
          <a:p>
            <a:pPr>
              <a:buFont typeface="Arial"/>
              <a:buChar char="•"/>
            </a:pPr>
            <a:r>
              <a:rPr lang="en-US" sz="2000" dirty="0">
                <a:solidFill>
                  <a:schemeClr val="tx1"/>
                </a:solidFill>
                <a:latin typeface="Arial"/>
                <a:ea typeface="+mn-lt"/>
                <a:cs typeface="+mn-lt"/>
              </a:rPr>
              <a:t>Despite these risks, there is no widely adopted checklist specifically designed for ICU discharges in medical ICUs.</a:t>
            </a:r>
            <a:endParaRPr lang="en-US" sz="2000">
              <a:solidFill>
                <a:schemeClr val="tx1"/>
              </a:solidFill>
              <a:latin typeface="Arial"/>
              <a:cs typeface="Arial"/>
            </a:endParaRPr>
          </a:p>
          <a:p>
            <a:pPr>
              <a:buFont typeface="Arial"/>
              <a:buChar char="•"/>
            </a:pPr>
            <a:r>
              <a:rPr lang="en-US" sz="2000" dirty="0">
                <a:solidFill>
                  <a:schemeClr val="tx1"/>
                </a:solidFill>
                <a:latin typeface="Arial"/>
                <a:ea typeface="+mn-lt"/>
                <a:cs typeface="+mn-lt"/>
              </a:rPr>
              <a:t>Checklists have proven effective in improving safety and outcomes across various clinical settings, including invasive procedures and shift handoff by standardizing communication and reducing errors.</a:t>
            </a:r>
          </a:p>
          <a:p>
            <a:pPr>
              <a:buFont typeface="Arial"/>
              <a:buChar char="•"/>
            </a:pPr>
            <a:r>
              <a:rPr lang="en-US" sz="2000">
                <a:solidFill>
                  <a:schemeClr val="tx1"/>
                </a:solidFill>
                <a:latin typeface="Arial"/>
                <a:ea typeface="+mn-lt"/>
                <a:cs typeface="+mn-lt"/>
              </a:rPr>
              <a:t>Therefore, we aim to design a checklist to provide a framework to document and verify key handoff elements to improve teamwork, communication and reduce uncertainty and missed diagnostic and management items in high-volume settings.</a:t>
            </a:r>
          </a:p>
          <a:p>
            <a:pPr marL="342900" indent="-342900">
              <a:buFont typeface="Arial"/>
              <a:buChar char="•"/>
            </a:pPr>
            <a:endParaRPr lang="en-US" sz="2000" dirty="0">
              <a:solidFill>
                <a:schemeClr val="tx1"/>
              </a:solidFill>
              <a:latin typeface="Arial"/>
              <a:ea typeface="Calibri" panose="020F0502020204030204"/>
              <a:cs typeface="Times New Roman"/>
            </a:endParaRPr>
          </a:p>
          <a:p>
            <a:endParaRPr lang="en-US" sz="2000" dirty="0">
              <a:solidFill>
                <a:schemeClr val="tx1"/>
              </a:solidFill>
              <a:latin typeface="Arial"/>
              <a:cs typeface="Times New Roman"/>
            </a:endParaRPr>
          </a:p>
        </p:txBody>
      </p:sp>
      <p:sp>
        <p:nvSpPr>
          <p:cNvPr id="5" name="Rectangle 4"/>
          <p:cNvSpPr/>
          <p:nvPr/>
        </p:nvSpPr>
        <p:spPr>
          <a:xfrm>
            <a:off x="718457" y="543535"/>
            <a:ext cx="31448829" cy="3329002"/>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a:p>
        </p:txBody>
      </p:sp>
      <p:sp>
        <p:nvSpPr>
          <p:cNvPr id="6" name="Rectangle 5"/>
          <p:cNvSpPr/>
          <p:nvPr/>
        </p:nvSpPr>
        <p:spPr>
          <a:xfrm>
            <a:off x="2565060" y="803735"/>
            <a:ext cx="28064136" cy="2808461"/>
          </a:xfrm>
          <a:prstGeom prst="rect">
            <a:avLst/>
          </a:prstGeom>
        </p:spPr>
        <p:txBody>
          <a:bodyPr wrap="square" lIns="91440" tIns="45720" rIns="91440" bIns="45720" anchor="t">
            <a:spAutoFit/>
          </a:bodyPr>
          <a:lstStyle/>
          <a:p>
            <a:pPr algn="ctr"/>
            <a:r>
              <a:rPr lang="en-US" sz="5400" b="1" dirty="0">
                <a:solidFill>
                  <a:schemeClr val="bg1"/>
                </a:solidFill>
                <a:latin typeface="Arial"/>
                <a:cs typeface="Times New Roman"/>
              </a:rPr>
              <a:t>Development of a Checklist to Enhance ICU </a:t>
            </a:r>
            <a:br>
              <a:rPr lang="en-US" sz="5400" b="1" dirty="0">
                <a:solidFill>
                  <a:schemeClr val="bg1"/>
                </a:solidFill>
                <a:latin typeface="Arial"/>
                <a:cs typeface="Times New Roman"/>
              </a:rPr>
            </a:br>
            <a:r>
              <a:rPr lang="en-US" sz="5400" b="1" dirty="0">
                <a:solidFill>
                  <a:schemeClr val="bg1"/>
                </a:solidFill>
                <a:latin typeface="Arial"/>
                <a:cs typeface="Times New Roman"/>
              </a:rPr>
              <a:t>to General Medicine Ward </a:t>
            </a:r>
            <a:r>
              <a:rPr lang="en-US" sz="5400" b="1" dirty="0">
                <a:solidFill>
                  <a:schemeClr val="bg1"/>
                </a:solidFill>
                <a:latin typeface="Arial"/>
                <a:ea typeface="+mn-lt"/>
                <a:cs typeface="Times New Roman"/>
              </a:rPr>
              <a:t>Handoff</a:t>
            </a:r>
            <a:endParaRPr lang="en-US" sz="5400" b="1" dirty="0">
              <a:solidFill>
                <a:schemeClr val="bg1"/>
              </a:solidFill>
              <a:latin typeface="Arial"/>
              <a:cs typeface="Times New Roman"/>
            </a:endParaRPr>
          </a:p>
          <a:p>
            <a:endParaRPr lang="en-US" sz="1200" dirty="0">
              <a:solidFill>
                <a:schemeClr val="bg1"/>
              </a:solidFill>
              <a:latin typeface="Times New Roman"/>
              <a:cs typeface="Times New Roman"/>
            </a:endParaRPr>
          </a:p>
          <a:p>
            <a:pPr algn="ctr"/>
            <a:endParaRPr lang="en-US" sz="5650" b="1" dirty="0">
              <a:solidFill>
                <a:schemeClr val="bg1"/>
              </a:solidFill>
              <a:latin typeface="Helvetica"/>
              <a:cs typeface="Helvetica"/>
            </a:endParaRPr>
          </a:p>
        </p:txBody>
      </p:sp>
      <p:sp>
        <p:nvSpPr>
          <p:cNvPr id="7" name="Rectangle 6"/>
          <p:cNvSpPr/>
          <p:nvPr/>
        </p:nvSpPr>
        <p:spPr>
          <a:xfrm>
            <a:off x="4736660" y="2616179"/>
            <a:ext cx="23643967" cy="1015663"/>
          </a:xfrm>
          <a:prstGeom prst="rect">
            <a:avLst/>
          </a:prstGeom>
        </p:spPr>
        <p:txBody>
          <a:bodyPr wrap="square" lIns="91440" tIns="45720" rIns="91440" bIns="45720" anchor="ctr">
            <a:spAutoFit/>
          </a:bodyPr>
          <a:lstStyle/>
          <a:p>
            <a:pPr algn="ctr"/>
            <a:r>
              <a:rPr lang="en-US" sz="3200" dirty="0">
                <a:solidFill>
                  <a:schemeClr val="bg1"/>
                </a:solidFill>
                <a:latin typeface="Arial"/>
                <a:cs typeface="Helvetica"/>
              </a:rPr>
              <a:t>Nasrin </a:t>
            </a:r>
            <a:r>
              <a:rPr lang="en-US" sz="3200" dirty="0" err="1">
                <a:solidFill>
                  <a:schemeClr val="bg1"/>
                </a:solidFill>
                <a:latin typeface="Arial"/>
                <a:cs typeface="Helvetica"/>
              </a:rPr>
              <a:t>Nikravangolsefid</a:t>
            </a:r>
            <a:r>
              <a:rPr lang="en-US" sz="3200" dirty="0">
                <a:solidFill>
                  <a:schemeClr val="bg1"/>
                </a:solidFill>
                <a:latin typeface="Arial"/>
                <a:cs typeface="Helvetica"/>
              </a:rPr>
              <a:t>,  Maryam Hadipour, </a:t>
            </a:r>
            <a:r>
              <a:rPr lang="en-US" sz="3200" dirty="0" err="1">
                <a:solidFill>
                  <a:schemeClr val="bg1"/>
                </a:solidFill>
                <a:latin typeface="Arial"/>
                <a:cs typeface="Helvetica"/>
              </a:rPr>
              <a:t>Aramsadat</a:t>
            </a:r>
            <a:r>
              <a:rPr lang="en-US" sz="3200" dirty="0">
                <a:solidFill>
                  <a:schemeClr val="bg1"/>
                </a:solidFill>
                <a:latin typeface="Arial"/>
                <a:cs typeface="Helvetica"/>
              </a:rPr>
              <a:t> </a:t>
            </a:r>
            <a:r>
              <a:rPr lang="en-US" sz="3200" dirty="0" err="1">
                <a:solidFill>
                  <a:schemeClr val="bg1"/>
                </a:solidFill>
                <a:latin typeface="Arial"/>
                <a:cs typeface="Helvetica"/>
              </a:rPr>
              <a:t>Meraji</a:t>
            </a:r>
            <a:r>
              <a:rPr lang="en-US" sz="3200" dirty="0">
                <a:solidFill>
                  <a:schemeClr val="bg1"/>
                </a:solidFill>
                <a:latin typeface="Arial"/>
                <a:cs typeface="Helvetica"/>
              </a:rPr>
              <a:t>, Anupama </a:t>
            </a:r>
            <a:r>
              <a:rPr lang="en-US" sz="3200" dirty="0" err="1">
                <a:solidFill>
                  <a:schemeClr val="bg1"/>
                </a:solidFill>
                <a:latin typeface="Arial"/>
                <a:cs typeface="Helvetica"/>
              </a:rPr>
              <a:t>Poliyedath</a:t>
            </a:r>
            <a:r>
              <a:rPr lang="en-US" sz="3200" dirty="0">
                <a:solidFill>
                  <a:schemeClr val="bg1"/>
                </a:solidFill>
                <a:latin typeface="Arial"/>
                <a:cs typeface="Helvetica"/>
              </a:rPr>
              <a:t>, </a:t>
            </a:r>
            <a:r>
              <a:rPr lang="en-US" sz="3200" dirty="0">
                <a:solidFill>
                  <a:schemeClr val="bg1"/>
                </a:solidFill>
                <a:latin typeface="Arial"/>
                <a:ea typeface="+mn-lt"/>
                <a:cs typeface="+mn-lt"/>
              </a:rPr>
              <a:t>Mehdi </a:t>
            </a:r>
            <a:r>
              <a:rPr lang="en-US" sz="3200" dirty="0" err="1">
                <a:solidFill>
                  <a:schemeClr val="bg1"/>
                </a:solidFill>
                <a:latin typeface="Arial"/>
                <a:ea typeface="+mn-lt"/>
                <a:cs typeface="+mn-lt"/>
              </a:rPr>
              <a:t>Hakimipour</a:t>
            </a:r>
            <a:endParaRPr lang="en-US" sz="3200" dirty="0">
              <a:solidFill>
                <a:schemeClr val="bg1"/>
              </a:solidFill>
              <a:latin typeface="Arial"/>
              <a:ea typeface="+mn-lt"/>
              <a:cs typeface="+mn-lt"/>
            </a:endParaRPr>
          </a:p>
          <a:p>
            <a:pPr algn="ctr"/>
            <a:r>
              <a:rPr lang="en-US" sz="2800" dirty="0">
                <a:solidFill>
                  <a:schemeClr val="bg1"/>
                </a:solidFill>
                <a:latin typeface="Arial"/>
                <a:cs typeface="Helvetica"/>
              </a:rPr>
              <a:t>            Internal medicine department, Saint Agnes Medical Center, Fresno, CA</a:t>
            </a:r>
            <a:endParaRPr lang="en-US" sz="2800" dirty="0">
              <a:solidFill>
                <a:schemeClr val="bg1"/>
              </a:solidFill>
              <a:latin typeface="Arial"/>
              <a:ea typeface="Calibri" panose="020F0502020204030204"/>
              <a:cs typeface="Calibri" panose="020F0502020204030204"/>
            </a:endParaRPr>
          </a:p>
        </p:txBody>
      </p:sp>
      <p:sp>
        <p:nvSpPr>
          <p:cNvPr id="69" name="TextBox 68"/>
          <p:cNvSpPr txBox="1"/>
          <p:nvPr/>
        </p:nvSpPr>
        <p:spPr>
          <a:xfrm>
            <a:off x="12185830" y="13647860"/>
            <a:ext cx="8822597" cy="369332"/>
          </a:xfrm>
          <a:prstGeom prst="rect">
            <a:avLst/>
          </a:prstGeom>
          <a:noFill/>
        </p:spPr>
        <p:txBody>
          <a:bodyPr wrap="square" lIns="91440" tIns="45720" rIns="91440" bIns="45720" rtlCol="0" anchor="t">
            <a:spAutoFit/>
          </a:bodyPr>
          <a:lstStyle/>
          <a:p>
            <a:r>
              <a:rPr lang="en-US" b="1">
                <a:latin typeface="Times New Roman"/>
                <a:ea typeface="+mn-lt"/>
                <a:cs typeface="+mn-lt"/>
              </a:rPr>
              <a:t>Flowchart of Study Phases and the Checklist’s Role in Enhancing Patient Safety</a:t>
            </a:r>
            <a:endParaRPr lang="en-US" b="1">
              <a:latin typeface="Times New Roman"/>
              <a:ea typeface="Calibri"/>
              <a:cs typeface="Calibri"/>
            </a:endParaRPr>
          </a:p>
        </p:txBody>
      </p:sp>
      <p:sp>
        <p:nvSpPr>
          <p:cNvPr id="74" name="Rectangle 73"/>
          <p:cNvSpPr/>
          <p:nvPr/>
        </p:nvSpPr>
        <p:spPr>
          <a:xfrm>
            <a:off x="21533864" y="4385553"/>
            <a:ext cx="10587445"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5000" b="1">
                <a:latin typeface="Helvetica"/>
                <a:cs typeface="Helvetica"/>
              </a:rPr>
              <a:t>Checklist Items</a:t>
            </a:r>
            <a:endParaRPr lang="en-US" sz="5000" b="1">
              <a:latin typeface="Helvetica" pitchFamily="2" charset="0"/>
            </a:endParaRPr>
          </a:p>
        </p:txBody>
      </p:sp>
      <p:sp>
        <p:nvSpPr>
          <p:cNvPr id="76" name="Rectangle 75"/>
          <p:cNvSpPr/>
          <p:nvPr/>
        </p:nvSpPr>
        <p:spPr>
          <a:xfrm>
            <a:off x="21533864" y="5512040"/>
            <a:ext cx="10587447" cy="75953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dirty="0">
                <a:solidFill>
                  <a:schemeClr val="tx1"/>
                </a:solidFill>
                <a:latin typeface="Arial"/>
                <a:ea typeface="+mn-lt"/>
                <a:cs typeface="+mn-lt"/>
              </a:rPr>
              <a:t>Checklist items were developed from literature review and expert input, covering key domains for safe ICU-to-ward transitions:</a:t>
            </a:r>
            <a:endParaRPr lang="en-US" sz="2000">
              <a:solidFill>
                <a:schemeClr val="tx1"/>
              </a:solidFill>
              <a:latin typeface="Arial"/>
              <a:ea typeface="+mn-lt"/>
              <a:cs typeface="+mn-lt"/>
            </a:endParaRPr>
          </a:p>
          <a:p>
            <a:pPr marL="285750" indent="-285750">
              <a:buFont typeface="Arial"/>
              <a:buChar char="•"/>
            </a:pPr>
            <a:r>
              <a:rPr lang="en-US" sz="2000" b="1" dirty="0">
                <a:solidFill>
                  <a:schemeClr val="tx1"/>
                </a:solidFill>
                <a:latin typeface="Arial"/>
                <a:ea typeface="+mn-lt"/>
                <a:cs typeface="+mn-lt"/>
              </a:rPr>
              <a:t>Narrative Summary of ICU Stay</a:t>
            </a:r>
            <a:br>
              <a:rPr lang="en-US" sz="2000" dirty="0">
                <a:latin typeface="Arial"/>
                <a:ea typeface="+mn-lt"/>
                <a:cs typeface="+mn-lt"/>
              </a:rPr>
            </a:br>
            <a:endParaRPr lang="en-US">
              <a:solidFill>
                <a:schemeClr val="tx1"/>
              </a:solidFill>
              <a:latin typeface="Arial"/>
              <a:ea typeface="Calibri"/>
              <a:cs typeface="Calibri"/>
            </a:endParaRPr>
          </a:p>
          <a:p>
            <a:pPr marL="285750" indent="-285750">
              <a:buFont typeface="Arial"/>
              <a:buChar char="•"/>
            </a:pPr>
            <a:r>
              <a:rPr lang="en-US" sz="2000" b="1" dirty="0">
                <a:solidFill>
                  <a:schemeClr val="tx1"/>
                </a:solidFill>
                <a:latin typeface="Arial"/>
                <a:ea typeface="+mn-lt"/>
                <a:cs typeface="+mn-lt"/>
              </a:rPr>
              <a:t>Medication Safety</a:t>
            </a:r>
            <a:br>
              <a:rPr lang="en-US" sz="2000" dirty="0">
                <a:latin typeface="Arial"/>
                <a:ea typeface="+mn-lt"/>
                <a:cs typeface="+mn-lt"/>
              </a:rPr>
            </a:br>
            <a:r>
              <a:rPr lang="en-US" dirty="0">
                <a:solidFill>
                  <a:schemeClr val="tx1"/>
                </a:solidFill>
                <a:latin typeface="Arial"/>
                <a:ea typeface="+mn-lt"/>
                <a:cs typeface="+mn-lt"/>
              </a:rPr>
              <a:t> • Reconciliation of home medications</a:t>
            </a:r>
            <a:br>
              <a:rPr lang="en-US" dirty="0">
                <a:latin typeface="Arial"/>
                <a:ea typeface="+mn-lt"/>
                <a:cs typeface="+mn-lt"/>
              </a:rPr>
            </a:br>
            <a:r>
              <a:rPr lang="en-US" dirty="0">
                <a:solidFill>
                  <a:schemeClr val="tx1"/>
                </a:solidFill>
                <a:latin typeface="Arial"/>
                <a:ea typeface="+mn-lt"/>
                <a:cs typeface="+mn-lt"/>
              </a:rPr>
              <a:t> • Evaluation of ICU-specific medications (e.g., broad-spectrum antibiotics, antipsychotics</a:t>
            </a:r>
            <a:r>
              <a:rPr lang="en-US" sz="2000" dirty="0">
                <a:solidFill>
                  <a:schemeClr val="tx1"/>
                </a:solidFill>
                <a:latin typeface="Arial"/>
                <a:ea typeface="+mn-lt"/>
                <a:cs typeface="+mn-lt"/>
              </a:rPr>
              <a:t>, </a:t>
            </a:r>
            <a:r>
              <a:rPr lang="en-US" dirty="0">
                <a:solidFill>
                  <a:schemeClr val="tx1"/>
                </a:solidFill>
                <a:latin typeface="Arial"/>
                <a:ea typeface="+mn-lt"/>
                <a:cs typeface="+mn-lt"/>
              </a:rPr>
              <a:t>sedatives): continuation vs. Discontinuation</a:t>
            </a:r>
            <a:endParaRPr lang="en-US" sz="2000" dirty="0">
              <a:solidFill>
                <a:schemeClr val="tx1"/>
              </a:solidFill>
              <a:latin typeface="Arial"/>
              <a:ea typeface="+mn-lt"/>
              <a:cs typeface="+mn-lt"/>
            </a:endParaRPr>
          </a:p>
          <a:p>
            <a:endParaRPr lang="en-US" dirty="0">
              <a:solidFill>
                <a:schemeClr val="tx1"/>
              </a:solidFill>
              <a:latin typeface="Arial"/>
              <a:ea typeface="+mn-lt"/>
              <a:cs typeface="+mn-lt"/>
            </a:endParaRPr>
          </a:p>
          <a:p>
            <a:pPr marL="285750" indent="-285750">
              <a:buFont typeface="Arial"/>
              <a:buChar char="•"/>
            </a:pPr>
            <a:r>
              <a:rPr lang="en-US" sz="2000" b="1" dirty="0">
                <a:solidFill>
                  <a:schemeClr val="tx1"/>
                </a:solidFill>
                <a:latin typeface="Arial"/>
                <a:ea typeface="+mn-lt"/>
                <a:cs typeface="+mn-lt"/>
              </a:rPr>
              <a:t>Assessment of PUD prophylaxis: continuation vs. Discontinuation</a:t>
            </a:r>
          </a:p>
          <a:p>
            <a:pPr marL="285750" indent="-285750">
              <a:buFont typeface="Arial"/>
              <a:buChar char="•"/>
            </a:pPr>
            <a:r>
              <a:rPr lang="en-US" sz="2000" b="1" dirty="0">
                <a:solidFill>
                  <a:schemeClr val="tx1"/>
                </a:solidFill>
                <a:latin typeface="Arial"/>
                <a:ea typeface="+mn-lt"/>
                <a:cs typeface="+mn-lt"/>
              </a:rPr>
              <a:t>Continuation vs. discontinuation of newly initiated anticoagulants or antiplatelet agents</a:t>
            </a:r>
            <a:endParaRPr lang="en-US" sz="2000" b="1">
              <a:solidFill>
                <a:schemeClr val="tx1"/>
              </a:solidFill>
              <a:latin typeface="Arial"/>
              <a:ea typeface="Calibri"/>
              <a:cs typeface="Calibri"/>
            </a:endParaRPr>
          </a:p>
          <a:p>
            <a:pPr marL="285750" indent="-285750">
              <a:buFont typeface="Arial"/>
              <a:buChar char="•"/>
            </a:pPr>
            <a:r>
              <a:rPr lang="en-US" sz="2000" b="1" dirty="0">
                <a:solidFill>
                  <a:schemeClr val="tx1"/>
                </a:solidFill>
                <a:latin typeface="Arial"/>
                <a:ea typeface="+mn-lt"/>
                <a:cs typeface="+mn-lt"/>
              </a:rPr>
              <a:t>Device and Fluid Management</a:t>
            </a:r>
            <a:br>
              <a:rPr lang="en-US" sz="2000" dirty="0">
                <a:latin typeface="Arial"/>
                <a:ea typeface="+mn-lt"/>
                <a:cs typeface="+mn-lt"/>
              </a:rPr>
            </a:br>
            <a:r>
              <a:rPr lang="en-US" sz="2000" dirty="0">
                <a:solidFill>
                  <a:schemeClr val="tx1"/>
                </a:solidFill>
                <a:latin typeface="Arial"/>
                <a:ea typeface="+mn-lt"/>
                <a:cs typeface="+mn-lt"/>
              </a:rPr>
              <a:t> </a:t>
            </a:r>
            <a:r>
              <a:rPr lang="en-US" dirty="0">
                <a:solidFill>
                  <a:schemeClr val="tx1"/>
                </a:solidFill>
                <a:latin typeface="Arial"/>
                <a:ea typeface="+mn-lt"/>
                <a:cs typeface="+mn-lt"/>
              </a:rPr>
              <a:t>• Removal of central lines and indwelling urinary catheters if no longer indicated</a:t>
            </a:r>
            <a:br>
              <a:rPr lang="en-US" dirty="0">
                <a:latin typeface="Arial"/>
                <a:ea typeface="+mn-lt"/>
                <a:cs typeface="+mn-lt"/>
              </a:rPr>
            </a:br>
            <a:r>
              <a:rPr lang="en-US" dirty="0">
                <a:solidFill>
                  <a:schemeClr val="tx1"/>
                </a:solidFill>
                <a:latin typeface="Arial"/>
                <a:ea typeface="+mn-lt"/>
                <a:cs typeface="+mn-lt"/>
              </a:rPr>
              <a:t> • Ongoing need for IV fluids and diuretic therapy: reassess continuation vs. Discontinuation</a:t>
            </a:r>
            <a:endParaRPr lang="en-US" sz="2000" dirty="0">
              <a:solidFill>
                <a:schemeClr val="tx1"/>
              </a:solidFill>
              <a:latin typeface="Arial"/>
              <a:ea typeface="+mn-lt"/>
              <a:cs typeface="+mn-lt"/>
            </a:endParaRPr>
          </a:p>
          <a:p>
            <a:endParaRPr lang="en-US" dirty="0">
              <a:solidFill>
                <a:schemeClr val="tx1"/>
              </a:solidFill>
              <a:latin typeface="Arial"/>
              <a:ea typeface="+mn-lt"/>
              <a:cs typeface="+mn-lt"/>
            </a:endParaRPr>
          </a:p>
          <a:p>
            <a:pPr marL="285750" indent="-285750">
              <a:buFont typeface="Arial"/>
              <a:buChar char="•"/>
            </a:pPr>
            <a:r>
              <a:rPr lang="en-US" sz="2000" b="1" dirty="0">
                <a:solidFill>
                  <a:schemeClr val="tx1"/>
                </a:solidFill>
                <a:latin typeface="Arial"/>
                <a:ea typeface="+mn-lt"/>
                <a:cs typeface="+mn-lt"/>
              </a:rPr>
              <a:t>Evaluation of midodrine for blood pressure support</a:t>
            </a:r>
            <a:endParaRPr lang="en-US" sz="2000" b="1" dirty="0">
              <a:solidFill>
                <a:schemeClr val="tx1"/>
              </a:solidFill>
              <a:latin typeface="Arial"/>
              <a:ea typeface="Calibri"/>
              <a:cs typeface="Calibri"/>
            </a:endParaRPr>
          </a:p>
          <a:p>
            <a:pPr marL="285750" indent="-285750">
              <a:buFont typeface="Arial"/>
              <a:buChar char="•"/>
            </a:pPr>
            <a:r>
              <a:rPr lang="en-US" sz="2000" b="1" dirty="0">
                <a:solidFill>
                  <a:schemeClr val="tx1"/>
                </a:solidFill>
                <a:latin typeface="Arial"/>
                <a:ea typeface="+mn-lt"/>
                <a:cs typeface="+mn-lt"/>
              </a:rPr>
              <a:t>Nutrition and Rehabilitation</a:t>
            </a:r>
            <a:br>
              <a:rPr lang="en-US" sz="2000" dirty="0">
                <a:latin typeface="Arial"/>
                <a:ea typeface="+mn-lt"/>
                <a:cs typeface="+mn-lt"/>
              </a:rPr>
            </a:br>
            <a:r>
              <a:rPr lang="en-US" dirty="0">
                <a:solidFill>
                  <a:schemeClr val="tx1"/>
                </a:solidFill>
                <a:latin typeface="Arial"/>
                <a:ea typeface="+mn-lt"/>
                <a:cs typeface="+mn-lt"/>
              </a:rPr>
              <a:t> • Determination of diet status: initiate vs. remain NPO based on indication</a:t>
            </a:r>
            <a:br>
              <a:rPr lang="en-US" dirty="0">
                <a:latin typeface="Arial"/>
                <a:ea typeface="+mn-lt"/>
                <a:cs typeface="+mn-lt"/>
              </a:rPr>
            </a:br>
            <a:r>
              <a:rPr lang="en-US" dirty="0">
                <a:solidFill>
                  <a:schemeClr val="tx1"/>
                </a:solidFill>
                <a:latin typeface="Arial"/>
                <a:ea typeface="+mn-lt"/>
                <a:cs typeface="+mn-lt"/>
              </a:rPr>
              <a:t> • Identification of rehab needs (e.g., early PT/OT, discharge planning support)</a:t>
            </a:r>
            <a:endParaRPr lang="en-US">
              <a:solidFill>
                <a:schemeClr val="tx1"/>
              </a:solidFill>
              <a:latin typeface="Arial"/>
              <a:ea typeface="Calibri"/>
              <a:cs typeface="Calibri"/>
            </a:endParaRPr>
          </a:p>
          <a:p>
            <a:endParaRPr lang="en-US" dirty="0">
              <a:solidFill>
                <a:schemeClr val="tx1"/>
              </a:solidFill>
              <a:latin typeface="Arial"/>
              <a:ea typeface="+mn-lt"/>
              <a:cs typeface="+mn-lt"/>
            </a:endParaRPr>
          </a:p>
          <a:p>
            <a:pPr marL="342900" indent="-342900">
              <a:buFont typeface="Arial"/>
              <a:buChar char="•"/>
            </a:pPr>
            <a:r>
              <a:rPr lang="en-US" sz="2000" b="1" dirty="0">
                <a:solidFill>
                  <a:schemeClr val="tx1"/>
                </a:solidFill>
                <a:latin typeface="Arial"/>
                <a:ea typeface="+mn-lt"/>
                <a:cs typeface="+mn-lt"/>
              </a:rPr>
              <a:t>Code Status and Goals of Care</a:t>
            </a:r>
            <a:endParaRPr lang="en-US" b="1" dirty="0">
              <a:solidFill>
                <a:schemeClr val="tx1"/>
              </a:solidFill>
              <a:latin typeface="Arial"/>
              <a:ea typeface="+mn-lt"/>
              <a:cs typeface="+mn-lt"/>
            </a:endParaRPr>
          </a:p>
          <a:p>
            <a:pPr marL="342900" indent="-342900">
              <a:buFont typeface="Arial"/>
              <a:buChar char="•"/>
            </a:pPr>
            <a:r>
              <a:rPr lang="en-US" sz="2000" b="1" dirty="0">
                <a:solidFill>
                  <a:schemeClr val="tx1"/>
                </a:solidFill>
                <a:latin typeface="Arial"/>
                <a:ea typeface="+mn-lt"/>
                <a:cs typeface="+mn-lt"/>
              </a:rPr>
              <a:t>Pending Items and Follow-Up Needs</a:t>
            </a:r>
            <a:br>
              <a:rPr lang="en-US" sz="2000" dirty="0">
                <a:latin typeface="Arial"/>
                <a:ea typeface="+mn-lt"/>
                <a:cs typeface="+mn-lt"/>
              </a:rPr>
            </a:br>
            <a:r>
              <a:rPr lang="en-US" dirty="0">
                <a:solidFill>
                  <a:schemeClr val="tx1"/>
                </a:solidFill>
                <a:latin typeface="Arial"/>
                <a:ea typeface="+mn-lt"/>
                <a:cs typeface="Arial"/>
              </a:rPr>
              <a:t>•</a:t>
            </a:r>
            <a:r>
              <a:rPr lang="en-US" sz="2000" dirty="0">
                <a:solidFill>
                  <a:schemeClr val="tx1"/>
                </a:solidFill>
                <a:latin typeface="Arial"/>
                <a:ea typeface="+mn-lt"/>
                <a:cs typeface="+mn-lt"/>
              </a:rPr>
              <a:t> </a:t>
            </a:r>
            <a:r>
              <a:rPr lang="en-US" dirty="0">
                <a:solidFill>
                  <a:schemeClr val="tx1"/>
                </a:solidFill>
                <a:latin typeface="Arial"/>
                <a:ea typeface="+mn-lt"/>
                <a:cs typeface="+mn-lt"/>
              </a:rPr>
              <a:t>Urgent Labs, imaging, consultations</a:t>
            </a:r>
            <a:endParaRPr lang="en-US" dirty="0">
              <a:solidFill>
                <a:schemeClr val="tx1"/>
              </a:solidFill>
              <a:latin typeface="Arial"/>
              <a:ea typeface="Calibri"/>
              <a:cs typeface="Calibri"/>
            </a:endParaRPr>
          </a:p>
          <a:p>
            <a:endParaRPr lang="en-US" sz="2000" dirty="0">
              <a:solidFill>
                <a:schemeClr val="tx1"/>
              </a:solidFill>
              <a:latin typeface="Arial"/>
              <a:ea typeface="Calibri"/>
              <a:cs typeface="Calibri"/>
            </a:endParaRPr>
          </a:p>
          <a:p>
            <a:endParaRPr lang="en-US" sz="2000" dirty="0">
              <a:solidFill>
                <a:schemeClr val="tx1"/>
              </a:solidFill>
              <a:latin typeface="Arial"/>
              <a:ea typeface="Calibri"/>
              <a:cs typeface="Calibri"/>
            </a:endParaRPr>
          </a:p>
          <a:p>
            <a:endParaRPr lang="en-US" sz="2000" dirty="0">
              <a:solidFill>
                <a:srgbClr val="FFFFFF"/>
              </a:solidFill>
              <a:latin typeface="Arial"/>
              <a:ea typeface="Calibri"/>
              <a:cs typeface="Calibri"/>
            </a:endParaRPr>
          </a:p>
          <a:p>
            <a:endParaRPr lang="en-US" sz="2000" dirty="0">
              <a:solidFill>
                <a:srgbClr val="000000"/>
              </a:solidFill>
              <a:latin typeface="Arial"/>
              <a:ea typeface="Calibri"/>
              <a:cs typeface="Helvetica"/>
            </a:endParaRPr>
          </a:p>
        </p:txBody>
      </p:sp>
      <p:sp>
        <p:nvSpPr>
          <p:cNvPr id="78" name="Rectangle 77"/>
          <p:cNvSpPr/>
          <p:nvPr/>
        </p:nvSpPr>
        <p:spPr>
          <a:xfrm>
            <a:off x="12061425" y="14530208"/>
            <a:ext cx="8839200" cy="1159527"/>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000" b="1">
                <a:latin typeface="Helvetica"/>
                <a:cs typeface="Helvetica"/>
              </a:rPr>
              <a:t>Scan and complete the survey</a:t>
            </a:r>
          </a:p>
        </p:txBody>
      </p:sp>
      <p:sp>
        <p:nvSpPr>
          <p:cNvPr id="80" name="Rectangle 79"/>
          <p:cNvSpPr/>
          <p:nvPr/>
        </p:nvSpPr>
        <p:spPr>
          <a:xfrm>
            <a:off x="12107400" y="15702705"/>
            <a:ext cx="8839201" cy="52224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endParaRPr lang="en-US" sz="3450">
              <a:solidFill>
                <a:schemeClr val="tx1"/>
              </a:solidFill>
              <a:latin typeface="Helvetica" pitchFamily="2" charset="0"/>
              <a:cs typeface="Helvetica"/>
            </a:endParaRPr>
          </a:p>
        </p:txBody>
      </p:sp>
      <p:sp>
        <p:nvSpPr>
          <p:cNvPr id="82" name="Rectangle 81"/>
          <p:cNvSpPr/>
          <p:nvPr/>
        </p:nvSpPr>
        <p:spPr>
          <a:xfrm>
            <a:off x="21579839" y="14001817"/>
            <a:ext cx="10587441" cy="1080481"/>
          </a:xfrm>
          <a:prstGeom prst="rect">
            <a:avLst/>
          </a:prstGeom>
          <a:solidFill>
            <a:srgbClr val="0046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a:latin typeface="Helvetica" pitchFamily="2" charset="0"/>
              </a:rPr>
              <a:t>References</a:t>
            </a:r>
          </a:p>
        </p:txBody>
      </p:sp>
      <p:sp>
        <p:nvSpPr>
          <p:cNvPr id="84" name="Rectangle 83"/>
          <p:cNvSpPr/>
          <p:nvPr/>
        </p:nvSpPr>
        <p:spPr>
          <a:xfrm>
            <a:off x="21579841" y="15128306"/>
            <a:ext cx="10541467" cy="57968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lstStyle/>
          <a:p>
            <a:pPr marL="342900" indent="-342900">
              <a:buAutoNum type="arabicPeriod"/>
            </a:pPr>
            <a:endParaRPr lang="en-US" sz="2000" dirty="0">
              <a:solidFill>
                <a:schemeClr val="tx1"/>
              </a:solidFill>
              <a:latin typeface="Arial"/>
              <a:cs typeface="Times New Roman"/>
            </a:endParaRPr>
          </a:p>
          <a:p>
            <a:pPr marL="342900" indent="-342900">
              <a:buAutoNum type="arabicPeriod"/>
            </a:pPr>
            <a:r>
              <a:rPr lang="en-US" sz="2000" dirty="0">
                <a:solidFill>
                  <a:schemeClr val="tx1"/>
                </a:solidFill>
                <a:latin typeface="Arial"/>
                <a:cs typeface="Times New Roman"/>
              </a:rPr>
              <a:t>Merten H, Van Galen LS, Wagner C. Safe handover. </a:t>
            </a:r>
            <a:r>
              <a:rPr lang="en-US" sz="2000" dirty="0" err="1">
                <a:solidFill>
                  <a:schemeClr val="tx1"/>
                </a:solidFill>
                <a:latin typeface="Arial"/>
                <a:cs typeface="Times New Roman"/>
              </a:rPr>
              <a:t>Bmj</a:t>
            </a:r>
            <a:r>
              <a:rPr lang="en-US" sz="2000" dirty="0">
                <a:solidFill>
                  <a:schemeClr val="tx1"/>
                </a:solidFill>
                <a:latin typeface="Arial"/>
                <a:cs typeface="Times New Roman"/>
              </a:rPr>
              <a:t>. 2017 Oct 9;359.</a:t>
            </a:r>
            <a:endParaRPr lang="en-US" sz="2000">
              <a:solidFill>
                <a:schemeClr val="tx1"/>
              </a:solidFill>
              <a:latin typeface="Arial"/>
              <a:ea typeface="Calibri"/>
              <a:cs typeface="Calibri"/>
            </a:endParaRPr>
          </a:p>
          <a:p>
            <a:pPr marL="342900" indent="-342900">
              <a:buAutoNum type="arabicPeriod"/>
            </a:pPr>
            <a:r>
              <a:rPr lang="en-US" sz="2000" dirty="0">
                <a:solidFill>
                  <a:schemeClr val="tx1"/>
                </a:solidFill>
                <a:latin typeface="Arial"/>
                <a:cs typeface="Times New Roman"/>
              </a:rPr>
              <a:t>Vukoja M, Dong Y, Adhikari NK, Schultz MJ, Arabi YM, Martin-</a:t>
            </a:r>
            <a:r>
              <a:rPr lang="en-US" sz="2000" err="1">
                <a:solidFill>
                  <a:schemeClr val="tx1"/>
                </a:solidFill>
                <a:latin typeface="Arial"/>
                <a:cs typeface="Times New Roman"/>
              </a:rPr>
              <a:t>Loeches</a:t>
            </a:r>
            <a:r>
              <a:rPr lang="en-US" sz="2000" dirty="0">
                <a:solidFill>
                  <a:schemeClr val="tx1"/>
                </a:solidFill>
                <a:latin typeface="Arial"/>
                <a:cs typeface="Times New Roman"/>
              </a:rPr>
              <a:t> I, Hache M, Gavrilovic S, Kashyap R, Gajic O. Checklist for early recognition and treatment of acute illness and injury: an exploratory multicenter international quality-improvement study in the ICUs with variable resources. Critical Care Medicine. 2021 Jun 1;49(6):e598-612.</a:t>
            </a:r>
          </a:p>
          <a:p>
            <a:pPr marL="342900" indent="-342900">
              <a:buAutoNum type="arabicPeriod"/>
            </a:pPr>
            <a:r>
              <a:rPr lang="en-US" sz="2000" err="1">
                <a:solidFill>
                  <a:schemeClr val="tx1"/>
                </a:solidFill>
                <a:latin typeface="Arial"/>
                <a:cs typeface="Times New Roman"/>
              </a:rPr>
              <a:t>Whytock</a:t>
            </a:r>
            <a:r>
              <a:rPr lang="en-US" sz="2000" dirty="0">
                <a:solidFill>
                  <a:schemeClr val="tx1"/>
                </a:solidFill>
                <a:latin typeface="Arial"/>
                <a:cs typeface="Times New Roman"/>
              </a:rPr>
              <a:t> CW, Atkinson MS. Increasing use of an endotracheal intubation safety checklist in the emergency department. BMJ Open Quality. 2021 Dec 1;10(4):e001575.</a:t>
            </a:r>
          </a:p>
          <a:p>
            <a:pPr marL="342900" indent="-342900">
              <a:buAutoNum type="arabicPeriod"/>
            </a:pPr>
            <a:r>
              <a:rPr lang="en-US" sz="2000" err="1">
                <a:solidFill>
                  <a:schemeClr val="tx1"/>
                </a:solidFill>
                <a:latin typeface="Arial"/>
                <a:cs typeface="Times New Roman"/>
              </a:rPr>
              <a:t>Dubosh</a:t>
            </a:r>
            <a:r>
              <a:rPr lang="en-US" sz="2000" dirty="0">
                <a:solidFill>
                  <a:schemeClr val="tx1"/>
                </a:solidFill>
                <a:latin typeface="Arial"/>
                <a:cs typeface="Times New Roman"/>
              </a:rPr>
              <a:t> NM, Carney D, Fisher J, Tibbles CD. Implementation of an emergency department sign-out checklist improves transfer of information at shift change. The Journal of emergency medicine. 2014 1;47(5):580-5.</a:t>
            </a:r>
          </a:p>
          <a:p>
            <a:pPr marL="342900" indent="-342900">
              <a:buAutoNum type="arabicPeriod"/>
            </a:pPr>
            <a:r>
              <a:rPr lang="en-US" sz="2000" err="1">
                <a:solidFill>
                  <a:schemeClr val="tx1"/>
                </a:solidFill>
                <a:latin typeface="Arial"/>
                <a:cs typeface="Times New Roman"/>
              </a:rPr>
              <a:t>Lashoher</a:t>
            </a:r>
            <a:r>
              <a:rPr lang="en-US" sz="2000" dirty="0">
                <a:solidFill>
                  <a:schemeClr val="tx1"/>
                </a:solidFill>
                <a:latin typeface="Arial"/>
                <a:cs typeface="Times New Roman"/>
              </a:rPr>
              <a:t> A, Schneider EB, </a:t>
            </a:r>
            <a:r>
              <a:rPr lang="en-US" sz="2000" err="1">
                <a:solidFill>
                  <a:schemeClr val="tx1"/>
                </a:solidFill>
                <a:latin typeface="Arial"/>
                <a:cs typeface="Times New Roman"/>
              </a:rPr>
              <a:t>Juillard</a:t>
            </a:r>
            <a:r>
              <a:rPr lang="en-US" sz="2000" dirty="0">
                <a:solidFill>
                  <a:schemeClr val="tx1"/>
                </a:solidFill>
                <a:latin typeface="Arial"/>
                <a:cs typeface="Times New Roman"/>
              </a:rPr>
              <a:t> C, Stevens K, Colantuoni E, Berry WR, Bloem C, </a:t>
            </a:r>
            <a:r>
              <a:rPr lang="en-US" sz="2000" err="1">
                <a:solidFill>
                  <a:schemeClr val="tx1"/>
                </a:solidFill>
                <a:latin typeface="Arial"/>
                <a:cs typeface="Times New Roman"/>
              </a:rPr>
              <a:t>Chadbunchachai</a:t>
            </a:r>
            <a:r>
              <a:rPr lang="en-US" sz="2000" dirty="0">
                <a:solidFill>
                  <a:schemeClr val="tx1"/>
                </a:solidFill>
                <a:latin typeface="Arial"/>
                <a:cs typeface="Times New Roman"/>
              </a:rPr>
              <a:t> W, Dharap S, Dy SM, Dziekan G. Implementation of the World Health Organization trauma care checklist program in 11 centers across multiple economic strata: effect on care process measures. World journal of surgery. 2017 Apr;41(4):954-62.</a:t>
            </a:r>
          </a:p>
          <a:p>
            <a:endParaRPr lang="en-US" sz="3450" dirty="0">
              <a:solidFill>
                <a:schemeClr val="tx1"/>
              </a:solidFill>
              <a:latin typeface="Arial"/>
              <a:cs typeface="Helvetica"/>
            </a:endParaRPr>
          </a:p>
        </p:txBody>
      </p:sp>
      <p:sp>
        <p:nvSpPr>
          <p:cNvPr id="2" name="Rectangle 1"/>
          <p:cNvSpPr/>
          <p:nvPr/>
        </p:nvSpPr>
        <p:spPr>
          <a:xfrm>
            <a:off x="12194554" y="4374169"/>
            <a:ext cx="8728180" cy="8753342"/>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3456"/>
          </a:p>
        </p:txBody>
      </p:sp>
      <p:pic>
        <p:nvPicPr>
          <p:cNvPr id="3" name="Picture 2" descr="A diagram of a procedure&#10;&#10;AI-generated content may be incorrect.">
            <a:extLst>
              <a:ext uri="{FF2B5EF4-FFF2-40B4-BE49-F238E27FC236}">
                <a16:creationId xmlns:a16="http://schemas.microsoft.com/office/drawing/2014/main" id="{D6AE3F12-4D1C-8FA1-0EB9-C00018772A41}"/>
              </a:ext>
            </a:extLst>
          </p:cNvPr>
          <p:cNvPicPr>
            <a:picLocks noChangeAspect="1"/>
          </p:cNvPicPr>
          <p:nvPr/>
        </p:nvPicPr>
        <p:blipFill>
          <a:blip r:embed="rId3"/>
          <a:stretch>
            <a:fillRect/>
          </a:stretch>
        </p:blipFill>
        <p:spPr>
          <a:xfrm>
            <a:off x="12427731" y="5416400"/>
            <a:ext cx="8223853" cy="6696075"/>
          </a:xfrm>
          <a:prstGeom prst="rect">
            <a:avLst/>
          </a:prstGeom>
        </p:spPr>
      </p:pic>
      <p:pic>
        <p:nvPicPr>
          <p:cNvPr id="9" name="Picture 8" descr="A qr code on a white square&#10;&#10;AI-generated content may be incorrect.">
            <a:extLst>
              <a:ext uri="{FF2B5EF4-FFF2-40B4-BE49-F238E27FC236}">
                <a16:creationId xmlns:a16="http://schemas.microsoft.com/office/drawing/2014/main" id="{80C28ECD-29A1-40E2-7CAA-43F93C9A00E1}"/>
              </a:ext>
            </a:extLst>
          </p:cNvPr>
          <p:cNvPicPr>
            <a:picLocks noChangeAspect="1"/>
          </p:cNvPicPr>
          <p:nvPr/>
        </p:nvPicPr>
        <p:blipFill>
          <a:blip r:embed="rId4"/>
          <a:stretch>
            <a:fillRect/>
          </a:stretch>
        </p:blipFill>
        <p:spPr>
          <a:xfrm>
            <a:off x="13914300" y="15860653"/>
            <a:ext cx="5066814" cy="4992718"/>
          </a:xfrm>
          <a:prstGeom prst="rect">
            <a:avLst/>
          </a:prstGeom>
        </p:spPr>
      </p:pic>
      <p:pic>
        <p:nvPicPr>
          <p:cNvPr id="85" name="Picture 84" descr="40Q.png"/>
          <p:cNvPicPr>
            <a:picLocks noChangeAspect="1"/>
          </p:cNvPicPr>
          <p:nvPr/>
        </p:nvPicPr>
        <p:blipFill>
          <a:blip r:embed="rId5"/>
          <a:stretch>
            <a:fillRect/>
          </a:stretch>
        </p:blipFill>
        <p:spPr>
          <a:xfrm>
            <a:off x="29279088" y="576072"/>
            <a:ext cx="2103120" cy="3108960"/>
          </a:xfrm>
          <a:prstGeom prst="rect">
            <a:avLst/>
          </a:prstGeom>
        </p:spPr>
      </p:pic>
    </p:spTree>
    <p:extLst>
      <p:ext uri="{BB962C8B-B14F-4D97-AF65-F5344CB8AC3E}">
        <p14:creationId xmlns:p14="http://schemas.microsoft.com/office/powerpoint/2010/main" val="39344174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839</Words>
  <Application>Microsoft Macintosh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Franklin Gothic Medium</vt:lpstr>
      <vt:lpstr>Helvetica</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Phil Kim</cp:lastModifiedBy>
  <cp:revision>164</cp:revision>
  <dcterms:created xsi:type="dcterms:W3CDTF">2016-02-18T22:13:49Z</dcterms:created>
  <dcterms:modified xsi:type="dcterms:W3CDTF">2025-04-26T20:52:52Z</dcterms:modified>
</cp:coreProperties>
</file>