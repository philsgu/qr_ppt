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2918400" cy="21945600"/>
  <p:notesSz cx="6858000" cy="9144000"/>
  <p:embeddedFontLst>
    <p:embeddedFont>
      <p:font typeface="Helvetica Neue" panose="02000503000000020004" pitchFamily="2" charset="0"/>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48"/>
    <p:restoredTop sz="94713"/>
  </p:normalViewPr>
  <p:slideViewPr>
    <p:cSldViewPr snapToGrid="0">
      <p:cViewPr>
        <p:scale>
          <a:sx n="63" d="100"/>
          <a:sy n="63" d="100"/>
        </p:scale>
        <p:origin x="2448"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4fbce65265_1_99: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34fbce65265_1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8" name="Google Shape;128;g34fbce65265_1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2468880" y="3591561"/>
            <a:ext cx="27980640" cy="7640320"/>
          </a:xfrm>
          <a:prstGeom prst="rect">
            <a:avLst/>
          </a:prstGeom>
          <a:noFill/>
          <a:ln>
            <a:noFill/>
          </a:ln>
        </p:spPr>
        <p:txBody>
          <a:bodyPr spcFirstLastPara="1" wrap="square" lIns="17450" tIns="8725" rIns="17450" bIns="8725" anchor="b" anchorCtr="0">
            <a:normAutofit/>
          </a:bodyPr>
          <a:lstStyle>
            <a:lvl1pPr lvl="0" algn="ctr">
              <a:lnSpc>
                <a:spcPct val="90000"/>
              </a:lnSpc>
              <a:spcBef>
                <a:spcPts val="0"/>
              </a:spcBef>
              <a:spcAft>
                <a:spcPts val="0"/>
              </a:spcAft>
              <a:buClr>
                <a:schemeClr val="dk1"/>
              </a:buClr>
              <a:buSzPts val="5500"/>
              <a:buFont typeface="Calibri"/>
              <a:buNone/>
              <a:defRPr sz="19800"/>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58" name="Google Shape;58;p14"/>
          <p:cNvSpPr txBox="1">
            <a:spLocks noGrp="1"/>
          </p:cNvSpPr>
          <p:nvPr>
            <p:ph type="subTitle" idx="1"/>
          </p:nvPr>
        </p:nvSpPr>
        <p:spPr>
          <a:xfrm>
            <a:off x="4114800" y="11526519"/>
            <a:ext cx="24688800" cy="5297920"/>
          </a:xfrm>
          <a:prstGeom prst="rect">
            <a:avLst/>
          </a:prstGeom>
          <a:noFill/>
          <a:ln>
            <a:noFill/>
          </a:ln>
        </p:spPr>
        <p:txBody>
          <a:bodyPr spcFirstLastPara="1" wrap="square" lIns="17450" tIns="8725" rIns="17450" bIns="8725" anchor="t" anchorCtr="0">
            <a:normAutofit/>
          </a:bodyPr>
          <a:lstStyle>
            <a:lvl1pPr lvl="0" algn="ctr">
              <a:lnSpc>
                <a:spcPct val="90000"/>
              </a:lnSpc>
              <a:spcBef>
                <a:spcPts val="3240"/>
              </a:spcBef>
              <a:spcAft>
                <a:spcPts val="0"/>
              </a:spcAft>
              <a:buClr>
                <a:schemeClr val="dk1"/>
              </a:buClr>
              <a:buSzPts val="2200"/>
              <a:buNone/>
              <a:defRPr sz="7920"/>
            </a:lvl1pPr>
            <a:lvl2pPr lvl="1" algn="ctr">
              <a:lnSpc>
                <a:spcPct val="90000"/>
              </a:lnSpc>
              <a:spcBef>
                <a:spcPts val="1800"/>
              </a:spcBef>
              <a:spcAft>
                <a:spcPts val="0"/>
              </a:spcAft>
              <a:buClr>
                <a:schemeClr val="dk1"/>
              </a:buClr>
              <a:buSzPts val="1800"/>
              <a:buNone/>
              <a:defRPr sz="6480"/>
            </a:lvl2pPr>
            <a:lvl3pPr lvl="2" algn="ctr">
              <a:lnSpc>
                <a:spcPct val="90000"/>
              </a:lnSpc>
              <a:spcBef>
                <a:spcPts val="1800"/>
              </a:spcBef>
              <a:spcAft>
                <a:spcPts val="0"/>
              </a:spcAft>
              <a:buClr>
                <a:schemeClr val="dk1"/>
              </a:buClr>
              <a:buSzPts val="1700"/>
              <a:buNone/>
              <a:defRPr sz="6120"/>
            </a:lvl3pPr>
            <a:lvl4pPr lvl="3" algn="ctr">
              <a:lnSpc>
                <a:spcPct val="90000"/>
              </a:lnSpc>
              <a:spcBef>
                <a:spcPts val="1800"/>
              </a:spcBef>
              <a:spcAft>
                <a:spcPts val="0"/>
              </a:spcAft>
              <a:buClr>
                <a:schemeClr val="dk1"/>
              </a:buClr>
              <a:buSzPts val="1500"/>
              <a:buNone/>
              <a:defRPr sz="5400"/>
            </a:lvl4pPr>
            <a:lvl5pPr lvl="4" algn="ctr">
              <a:lnSpc>
                <a:spcPct val="90000"/>
              </a:lnSpc>
              <a:spcBef>
                <a:spcPts val="1800"/>
              </a:spcBef>
              <a:spcAft>
                <a:spcPts val="0"/>
              </a:spcAft>
              <a:buClr>
                <a:schemeClr val="dk1"/>
              </a:buClr>
              <a:buSzPts val="1500"/>
              <a:buNone/>
              <a:defRPr sz="5400"/>
            </a:lvl5pPr>
            <a:lvl6pPr lvl="5" algn="ctr">
              <a:lnSpc>
                <a:spcPct val="90000"/>
              </a:lnSpc>
              <a:spcBef>
                <a:spcPts val="1800"/>
              </a:spcBef>
              <a:spcAft>
                <a:spcPts val="0"/>
              </a:spcAft>
              <a:buClr>
                <a:schemeClr val="dk1"/>
              </a:buClr>
              <a:buSzPts val="1500"/>
              <a:buNone/>
              <a:defRPr sz="5400"/>
            </a:lvl6pPr>
            <a:lvl7pPr lvl="6" algn="ctr">
              <a:lnSpc>
                <a:spcPct val="90000"/>
              </a:lnSpc>
              <a:spcBef>
                <a:spcPts val="1800"/>
              </a:spcBef>
              <a:spcAft>
                <a:spcPts val="0"/>
              </a:spcAft>
              <a:buClr>
                <a:schemeClr val="dk1"/>
              </a:buClr>
              <a:buSzPts val="1500"/>
              <a:buNone/>
              <a:defRPr sz="5400"/>
            </a:lvl7pPr>
            <a:lvl8pPr lvl="7" algn="ctr">
              <a:lnSpc>
                <a:spcPct val="90000"/>
              </a:lnSpc>
              <a:spcBef>
                <a:spcPts val="1800"/>
              </a:spcBef>
              <a:spcAft>
                <a:spcPts val="0"/>
              </a:spcAft>
              <a:buClr>
                <a:schemeClr val="dk1"/>
              </a:buClr>
              <a:buSzPts val="1500"/>
              <a:buNone/>
              <a:defRPr sz="5400"/>
            </a:lvl8pPr>
            <a:lvl9pPr lvl="8" algn="ctr">
              <a:lnSpc>
                <a:spcPct val="90000"/>
              </a:lnSpc>
              <a:spcBef>
                <a:spcPts val="1800"/>
              </a:spcBef>
              <a:spcAft>
                <a:spcPts val="0"/>
              </a:spcAft>
              <a:buClr>
                <a:schemeClr val="dk1"/>
              </a:buClr>
              <a:buSzPts val="1500"/>
              <a:buNone/>
              <a:defRPr sz="5400"/>
            </a:lvl9pPr>
          </a:lstStyle>
          <a:p>
            <a:endParaRPr/>
          </a:p>
        </p:txBody>
      </p:sp>
      <p:sp>
        <p:nvSpPr>
          <p:cNvPr id="59" name="Google Shape;59;p14"/>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60" name="Google Shape;60;p14"/>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61" name="Google Shape;61;p14"/>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263140" y="1168405"/>
            <a:ext cx="28392120" cy="424192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64" name="Google Shape;64;p15"/>
          <p:cNvSpPr txBox="1">
            <a:spLocks noGrp="1"/>
          </p:cNvSpPr>
          <p:nvPr>
            <p:ph type="body" idx="1"/>
          </p:nvPr>
        </p:nvSpPr>
        <p:spPr>
          <a:xfrm>
            <a:off x="2263140" y="5842001"/>
            <a:ext cx="28392120" cy="1392384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65" name="Google Shape;65;p15"/>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66" name="Google Shape;66;p15"/>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67" name="Google Shape;67;p15"/>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245997" y="5471168"/>
            <a:ext cx="28392120" cy="9128960"/>
          </a:xfrm>
          <a:prstGeom prst="rect">
            <a:avLst/>
          </a:prstGeom>
          <a:noFill/>
          <a:ln>
            <a:noFill/>
          </a:ln>
        </p:spPr>
        <p:txBody>
          <a:bodyPr spcFirstLastPara="1" wrap="square" lIns="17450" tIns="8725" rIns="17450" bIns="8725" anchor="b" anchorCtr="0">
            <a:normAutofit/>
          </a:bodyPr>
          <a:lstStyle>
            <a:lvl1pPr lvl="0" algn="l">
              <a:lnSpc>
                <a:spcPct val="90000"/>
              </a:lnSpc>
              <a:spcBef>
                <a:spcPts val="0"/>
              </a:spcBef>
              <a:spcAft>
                <a:spcPts val="0"/>
              </a:spcAft>
              <a:buClr>
                <a:schemeClr val="dk1"/>
              </a:buClr>
              <a:buSzPts val="5500"/>
              <a:buFont typeface="Calibri"/>
              <a:buNone/>
              <a:defRPr sz="19800"/>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70" name="Google Shape;70;p16"/>
          <p:cNvSpPr txBox="1">
            <a:spLocks noGrp="1"/>
          </p:cNvSpPr>
          <p:nvPr>
            <p:ph type="body" idx="1"/>
          </p:nvPr>
        </p:nvSpPr>
        <p:spPr>
          <a:xfrm>
            <a:off x="2245997" y="14686285"/>
            <a:ext cx="28392120" cy="4800000"/>
          </a:xfrm>
          <a:prstGeom prst="rect">
            <a:avLst/>
          </a:prstGeom>
          <a:noFill/>
          <a:ln>
            <a:noFill/>
          </a:ln>
        </p:spPr>
        <p:txBody>
          <a:bodyPr spcFirstLastPara="1" wrap="square" lIns="17450" tIns="8725" rIns="17450" bIns="8725" anchor="t" anchorCtr="0">
            <a:normAutofit/>
          </a:bodyPr>
          <a:lstStyle>
            <a:lvl1pPr marL="1645920" lvl="0" indent="-822960" algn="l">
              <a:lnSpc>
                <a:spcPct val="90000"/>
              </a:lnSpc>
              <a:spcBef>
                <a:spcPts val="3240"/>
              </a:spcBef>
              <a:spcAft>
                <a:spcPts val="0"/>
              </a:spcAft>
              <a:buClr>
                <a:schemeClr val="dk1"/>
              </a:buClr>
              <a:buSzPts val="2200"/>
              <a:buNone/>
              <a:defRPr sz="7920">
                <a:solidFill>
                  <a:schemeClr val="dk1"/>
                </a:solidFill>
              </a:defRPr>
            </a:lvl1pPr>
            <a:lvl2pPr marL="3291840" lvl="1" indent="-822960" algn="l">
              <a:lnSpc>
                <a:spcPct val="90000"/>
              </a:lnSpc>
              <a:spcBef>
                <a:spcPts val="1800"/>
              </a:spcBef>
              <a:spcAft>
                <a:spcPts val="0"/>
              </a:spcAft>
              <a:buClr>
                <a:srgbClr val="888888"/>
              </a:buClr>
              <a:buSzPts val="1800"/>
              <a:buNone/>
              <a:defRPr sz="6480">
                <a:solidFill>
                  <a:srgbClr val="888888"/>
                </a:solidFill>
              </a:defRPr>
            </a:lvl2pPr>
            <a:lvl3pPr marL="4937760" lvl="2" indent="-822960" algn="l">
              <a:lnSpc>
                <a:spcPct val="90000"/>
              </a:lnSpc>
              <a:spcBef>
                <a:spcPts val="1800"/>
              </a:spcBef>
              <a:spcAft>
                <a:spcPts val="0"/>
              </a:spcAft>
              <a:buClr>
                <a:srgbClr val="888888"/>
              </a:buClr>
              <a:buSzPts val="1700"/>
              <a:buNone/>
              <a:defRPr sz="6120">
                <a:solidFill>
                  <a:srgbClr val="888888"/>
                </a:solidFill>
              </a:defRPr>
            </a:lvl3pPr>
            <a:lvl4pPr marL="6583680" lvl="3" indent="-822960" algn="l">
              <a:lnSpc>
                <a:spcPct val="90000"/>
              </a:lnSpc>
              <a:spcBef>
                <a:spcPts val="1800"/>
              </a:spcBef>
              <a:spcAft>
                <a:spcPts val="0"/>
              </a:spcAft>
              <a:buClr>
                <a:srgbClr val="888888"/>
              </a:buClr>
              <a:buSzPts val="1500"/>
              <a:buNone/>
              <a:defRPr sz="5400">
                <a:solidFill>
                  <a:srgbClr val="888888"/>
                </a:solidFill>
              </a:defRPr>
            </a:lvl4pPr>
            <a:lvl5pPr marL="8229600" lvl="4" indent="-822960" algn="l">
              <a:lnSpc>
                <a:spcPct val="90000"/>
              </a:lnSpc>
              <a:spcBef>
                <a:spcPts val="1800"/>
              </a:spcBef>
              <a:spcAft>
                <a:spcPts val="0"/>
              </a:spcAft>
              <a:buClr>
                <a:srgbClr val="888888"/>
              </a:buClr>
              <a:buSzPts val="1500"/>
              <a:buNone/>
              <a:defRPr sz="5400">
                <a:solidFill>
                  <a:srgbClr val="888888"/>
                </a:solidFill>
              </a:defRPr>
            </a:lvl5pPr>
            <a:lvl6pPr marL="9875520" lvl="5" indent="-822960" algn="l">
              <a:lnSpc>
                <a:spcPct val="90000"/>
              </a:lnSpc>
              <a:spcBef>
                <a:spcPts val="1800"/>
              </a:spcBef>
              <a:spcAft>
                <a:spcPts val="0"/>
              </a:spcAft>
              <a:buClr>
                <a:srgbClr val="888888"/>
              </a:buClr>
              <a:buSzPts val="1500"/>
              <a:buNone/>
              <a:defRPr sz="5400">
                <a:solidFill>
                  <a:srgbClr val="888888"/>
                </a:solidFill>
              </a:defRPr>
            </a:lvl6pPr>
            <a:lvl7pPr marL="11521440" lvl="6" indent="-822960" algn="l">
              <a:lnSpc>
                <a:spcPct val="90000"/>
              </a:lnSpc>
              <a:spcBef>
                <a:spcPts val="1800"/>
              </a:spcBef>
              <a:spcAft>
                <a:spcPts val="0"/>
              </a:spcAft>
              <a:buClr>
                <a:srgbClr val="888888"/>
              </a:buClr>
              <a:buSzPts val="1500"/>
              <a:buNone/>
              <a:defRPr sz="5400">
                <a:solidFill>
                  <a:srgbClr val="888888"/>
                </a:solidFill>
              </a:defRPr>
            </a:lvl7pPr>
            <a:lvl8pPr marL="13167360" lvl="7" indent="-822960" algn="l">
              <a:lnSpc>
                <a:spcPct val="90000"/>
              </a:lnSpc>
              <a:spcBef>
                <a:spcPts val="1800"/>
              </a:spcBef>
              <a:spcAft>
                <a:spcPts val="0"/>
              </a:spcAft>
              <a:buClr>
                <a:srgbClr val="888888"/>
              </a:buClr>
              <a:buSzPts val="1500"/>
              <a:buNone/>
              <a:defRPr sz="5400">
                <a:solidFill>
                  <a:srgbClr val="888888"/>
                </a:solidFill>
              </a:defRPr>
            </a:lvl8pPr>
            <a:lvl9pPr marL="14813280" lvl="8" indent="-822960" algn="l">
              <a:lnSpc>
                <a:spcPct val="90000"/>
              </a:lnSpc>
              <a:spcBef>
                <a:spcPts val="1800"/>
              </a:spcBef>
              <a:spcAft>
                <a:spcPts val="0"/>
              </a:spcAft>
              <a:buClr>
                <a:srgbClr val="888888"/>
              </a:buClr>
              <a:buSzPts val="1500"/>
              <a:buNone/>
              <a:defRPr sz="5400">
                <a:solidFill>
                  <a:srgbClr val="888888"/>
                </a:solidFill>
              </a:defRPr>
            </a:lvl9pPr>
          </a:lstStyle>
          <a:p>
            <a:endParaRPr/>
          </a:p>
        </p:txBody>
      </p:sp>
      <p:sp>
        <p:nvSpPr>
          <p:cNvPr id="71" name="Google Shape;71;p16"/>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72" name="Google Shape;72;p16"/>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73" name="Google Shape;73;p16"/>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263140" y="1168405"/>
            <a:ext cx="28392120" cy="424192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76" name="Google Shape;76;p17"/>
          <p:cNvSpPr txBox="1">
            <a:spLocks noGrp="1"/>
          </p:cNvSpPr>
          <p:nvPr>
            <p:ph type="body" idx="1"/>
          </p:nvPr>
        </p:nvSpPr>
        <p:spPr>
          <a:xfrm>
            <a:off x="2263140" y="5842001"/>
            <a:ext cx="13990320" cy="1392384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77" name="Google Shape;77;p17"/>
          <p:cNvSpPr txBox="1">
            <a:spLocks noGrp="1"/>
          </p:cNvSpPr>
          <p:nvPr>
            <p:ph type="body" idx="2"/>
          </p:nvPr>
        </p:nvSpPr>
        <p:spPr>
          <a:xfrm>
            <a:off x="16664940" y="5842001"/>
            <a:ext cx="13990320" cy="1392384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78" name="Google Shape;78;p17"/>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79" name="Google Shape;79;p17"/>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80" name="Google Shape;80;p17"/>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267428" y="1168405"/>
            <a:ext cx="28392120" cy="424192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83" name="Google Shape;83;p18"/>
          <p:cNvSpPr txBox="1">
            <a:spLocks noGrp="1"/>
          </p:cNvSpPr>
          <p:nvPr>
            <p:ph type="body" idx="1"/>
          </p:nvPr>
        </p:nvSpPr>
        <p:spPr>
          <a:xfrm>
            <a:off x="2267431" y="5379721"/>
            <a:ext cx="13925520" cy="2636800"/>
          </a:xfrm>
          <a:prstGeom prst="rect">
            <a:avLst/>
          </a:prstGeom>
          <a:noFill/>
          <a:ln>
            <a:noFill/>
          </a:ln>
        </p:spPr>
        <p:txBody>
          <a:bodyPr spcFirstLastPara="1" wrap="square" lIns="17450" tIns="8725" rIns="17450" bIns="8725" anchor="b" anchorCtr="0">
            <a:normAutofit/>
          </a:bodyPr>
          <a:lstStyle>
            <a:lvl1pPr marL="1645920" lvl="0" indent="-822960" algn="l">
              <a:lnSpc>
                <a:spcPct val="90000"/>
              </a:lnSpc>
              <a:spcBef>
                <a:spcPts val="3240"/>
              </a:spcBef>
              <a:spcAft>
                <a:spcPts val="0"/>
              </a:spcAft>
              <a:buClr>
                <a:schemeClr val="dk1"/>
              </a:buClr>
              <a:buSzPts val="2200"/>
              <a:buNone/>
              <a:defRPr sz="7920" b="1"/>
            </a:lvl1pPr>
            <a:lvl2pPr marL="3291840" lvl="1" indent="-822960" algn="l">
              <a:lnSpc>
                <a:spcPct val="90000"/>
              </a:lnSpc>
              <a:spcBef>
                <a:spcPts val="1800"/>
              </a:spcBef>
              <a:spcAft>
                <a:spcPts val="0"/>
              </a:spcAft>
              <a:buClr>
                <a:schemeClr val="dk1"/>
              </a:buClr>
              <a:buSzPts val="1800"/>
              <a:buNone/>
              <a:defRPr sz="6480" b="1"/>
            </a:lvl2pPr>
            <a:lvl3pPr marL="4937760" lvl="2" indent="-822960" algn="l">
              <a:lnSpc>
                <a:spcPct val="90000"/>
              </a:lnSpc>
              <a:spcBef>
                <a:spcPts val="1800"/>
              </a:spcBef>
              <a:spcAft>
                <a:spcPts val="0"/>
              </a:spcAft>
              <a:buClr>
                <a:schemeClr val="dk1"/>
              </a:buClr>
              <a:buSzPts val="1700"/>
              <a:buNone/>
              <a:defRPr sz="6120" b="1"/>
            </a:lvl3pPr>
            <a:lvl4pPr marL="6583680" lvl="3" indent="-822960" algn="l">
              <a:lnSpc>
                <a:spcPct val="90000"/>
              </a:lnSpc>
              <a:spcBef>
                <a:spcPts val="1800"/>
              </a:spcBef>
              <a:spcAft>
                <a:spcPts val="0"/>
              </a:spcAft>
              <a:buClr>
                <a:schemeClr val="dk1"/>
              </a:buClr>
              <a:buSzPts val="1500"/>
              <a:buNone/>
              <a:defRPr sz="5400" b="1"/>
            </a:lvl4pPr>
            <a:lvl5pPr marL="8229600" lvl="4" indent="-822960" algn="l">
              <a:lnSpc>
                <a:spcPct val="90000"/>
              </a:lnSpc>
              <a:spcBef>
                <a:spcPts val="1800"/>
              </a:spcBef>
              <a:spcAft>
                <a:spcPts val="0"/>
              </a:spcAft>
              <a:buClr>
                <a:schemeClr val="dk1"/>
              </a:buClr>
              <a:buSzPts val="1500"/>
              <a:buNone/>
              <a:defRPr sz="5400" b="1"/>
            </a:lvl5pPr>
            <a:lvl6pPr marL="9875520" lvl="5" indent="-822960" algn="l">
              <a:lnSpc>
                <a:spcPct val="90000"/>
              </a:lnSpc>
              <a:spcBef>
                <a:spcPts val="1800"/>
              </a:spcBef>
              <a:spcAft>
                <a:spcPts val="0"/>
              </a:spcAft>
              <a:buClr>
                <a:schemeClr val="dk1"/>
              </a:buClr>
              <a:buSzPts val="1500"/>
              <a:buNone/>
              <a:defRPr sz="5400" b="1"/>
            </a:lvl6pPr>
            <a:lvl7pPr marL="11521440" lvl="6" indent="-822960" algn="l">
              <a:lnSpc>
                <a:spcPct val="90000"/>
              </a:lnSpc>
              <a:spcBef>
                <a:spcPts val="1800"/>
              </a:spcBef>
              <a:spcAft>
                <a:spcPts val="0"/>
              </a:spcAft>
              <a:buClr>
                <a:schemeClr val="dk1"/>
              </a:buClr>
              <a:buSzPts val="1500"/>
              <a:buNone/>
              <a:defRPr sz="5400" b="1"/>
            </a:lvl7pPr>
            <a:lvl8pPr marL="13167360" lvl="7" indent="-822960" algn="l">
              <a:lnSpc>
                <a:spcPct val="90000"/>
              </a:lnSpc>
              <a:spcBef>
                <a:spcPts val="1800"/>
              </a:spcBef>
              <a:spcAft>
                <a:spcPts val="0"/>
              </a:spcAft>
              <a:buClr>
                <a:schemeClr val="dk1"/>
              </a:buClr>
              <a:buSzPts val="1500"/>
              <a:buNone/>
              <a:defRPr sz="5400" b="1"/>
            </a:lvl8pPr>
            <a:lvl9pPr marL="14813280" lvl="8" indent="-822960" algn="l">
              <a:lnSpc>
                <a:spcPct val="90000"/>
              </a:lnSpc>
              <a:spcBef>
                <a:spcPts val="1800"/>
              </a:spcBef>
              <a:spcAft>
                <a:spcPts val="0"/>
              </a:spcAft>
              <a:buClr>
                <a:schemeClr val="dk1"/>
              </a:buClr>
              <a:buSzPts val="1500"/>
              <a:buNone/>
              <a:defRPr sz="5400" b="1"/>
            </a:lvl9pPr>
          </a:lstStyle>
          <a:p>
            <a:endParaRPr/>
          </a:p>
        </p:txBody>
      </p:sp>
      <p:sp>
        <p:nvSpPr>
          <p:cNvPr id="84" name="Google Shape;84;p18"/>
          <p:cNvSpPr txBox="1">
            <a:spLocks noGrp="1"/>
          </p:cNvSpPr>
          <p:nvPr>
            <p:ph type="body" idx="2"/>
          </p:nvPr>
        </p:nvSpPr>
        <p:spPr>
          <a:xfrm>
            <a:off x="2267431" y="8016239"/>
            <a:ext cx="13925520" cy="1179008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85" name="Google Shape;85;p18"/>
          <p:cNvSpPr txBox="1">
            <a:spLocks noGrp="1"/>
          </p:cNvSpPr>
          <p:nvPr>
            <p:ph type="body" idx="3"/>
          </p:nvPr>
        </p:nvSpPr>
        <p:spPr>
          <a:xfrm>
            <a:off x="16664940" y="5379721"/>
            <a:ext cx="13994640" cy="2636800"/>
          </a:xfrm>
          <a:prstGeom prst="rect">
            <a:avLst/>
          </a:prstGeom>
          <a:noFill/>
          <a:ln>
            <a:noFill/>
          </a:ln>
        </p:spPr>
        <p:txBody>
          <a:bodyPr spcFirstLastPara="1" wrap="square" lIns="17450" tIns="8725" rIns="17450" bIns="8725" anchor="b" anchorCtr="0">
            <a:normAutofit/>
          </a:bodyPr>
          <a:lstStyle>
            <a:lvl1pPr marL="1645920" lvl="0" indent="-822960" algn="l">
              <a:lnSpc>
                <a:spcPct val="90000"/>
              </a:lnSpc>
              <a:spcBef>
                <a:spcPts val="3240"/>
              </a:spcBef>
              <a:spcAft>
                <a:spcPts val="0"/>
              </a:spcAft>
              <a:buClr>
                <a:schemeClr val="dk1"/>
              </a:buClr>
              <a:buSzPts val="2200"/>
              <a:buNone/>
              <a:defRPr sz="7920" b="1"/>
            </a:lvl1pPr>
            <a:lvl2pPr marL="3291840" lvl="1" indent="-822960" algn="l">
              <a:lnSpc>
                <a:spcPct val="90000"/>
              </a:lnSpc>
              <a:spcBef>
                <a:spcPts val="1800"/>
              </a:spcBef>
              <a:spcAft>
                <a:spcPts val="0"/>
              </a:spcAft>
              <a:buClr>
                <a:schemeClr val="dk1"/>
              </a:buClr>
              <a:buSzPts val="1800"/>
              <a:buNone/>
              <a:defRPr sz="6480" b="1"/>
            </a:lvl2pPr>
            <a:lvl3pPr marL="4937760" lvl="2" indent="-822960" algn="l">
              <a:lnSpc>
                <a:spcPct val="90000"/>
              </a:lnSpc>
              <a:spcBef>
                <a:spcPts val="1800"/>
              </a:spcBef>
              <a:spcAft>
                <a:spcPts val="0"/>
              </a:spcAft>
              <a:buClr>
                <a:schemeClr val="dk1"/>
              </a:buClr>
              <a:buSzPts val="1700"/>
              <a:buNone/>
              <a:defRPr sz="6120" b="1"/>
            </a:lvl3pPr>
            <a:lvl4pPr marL="6583680" lvl="3" indent="-822960" algn="l">
              <a:lnSpc>
                <a:spcPct val="90000"/>
              </a:lnSpc>
              <a:spcBef>
                <a:spcPts val="1800"/>
              </a:spcBef>
              <a:spcAft>
                <a:spcPts val="0"/>
              </a:spcAft>
              <a:buClr>
                <a:schemeClr val="dk1"/>
              </a:buClr>
              <a:buSzPts val="1500"/>
              <a:buNone/>
              <a:defRPr sz="5400" b="1"/>
            </a:lvl4pPr>
            <a:lvl5pPr marL="8229600" lvl="4" indent="-822960" algn="l">
              <a:lnSpc>
                <a:spcPct val="90000"/>
              </a:lnSpc>
              <a:spcBef>
                <a:spcPts val="1800"/>
              </a:spcBef>
              <a:spcAft>
                <a:spcPts val="0"/>
              </a:spcAft>
              <a:buClr>
                <a:schemeClr val="dk1"/>
              </a:buClr>
              <a:buSzPts val="1500"/>
              <a:buNone/>
              <a:defRPr sz="5400" b="1"/>
            </a:lvl5pPr>
            <a:lvl6pPr marL="9875520" lvl="5" indent="-822960" algn="l">
              <a:lnSpc>
                <a:spcPct val="90000"/>
              </a:lnSpc>
              <a:spcBef>
                <a:spcPts val="1800"/>
              </a:spcBef>
              <a:spcAft>
                <a:spcPts val="0"/>
              </a:spcAft>
              <a:buClr>
                <a:schemeClr val="dk1"/>
              </a:buClr>
              <a:buSzPts val="1500"/>
              <a:buNone/>
              <a:defRPr sz="5400" b="1"/>
            </a:lvl6pPr>
            <a:lvl7pPr marL="11521440" lvl="6" indent="-822960" algn="l">
              <a:lnSpc>
                <a:spcPct val="90000"/>
              </a:lnSpc>
              <a:spcBef>
                <a:spcPts val="1800"/>
              </a:spcBef>
              <a:spcAft>
                <a:spcPts val="0"/>
              </a:spcAft>
              <a:buClr>
                <a:schemeClr val="dk1"/>
              </a:buClr>
              <a:buSzPts val="1500"/>
              <a:buNone/>
              <a:defRPr sz="5400" b="1"/>
            </a:lvl7pPr>
            <a:lvl8pPr marL="13167360" lvl="7" indent="-822960" algn="l">
              <a:lnSpc>
                <a:spcPct val="90000"/>
              </a:lnSpc>
              <a:spcBef>
                <a:spcPts val="1800"/>
              </a:spcBef>
              <a:spcAft>
                <a:spcPts val="0"/>
              </a:spcAft>
              <a:buClr>
                <a:schemeClr val="dk1"/>
              </a:buClr>
              <a:buSzPts val="1500"/>
              <a:buNone/>
              <a:defRPr sz="5400" b="1"/>
            </a:lvl8pPr>
            <a:lvl9pPr marL="14813280" lvl="8" indent="-822960" algn="l">
              <a:lnSpc>
                <a:spcPct val="90000"/>
              </a:lnSpc>
              <a:spcBef>
                <a:spcPts val="1800"/>
              </a:spcBef>
              <a:spcAft>
                <a:spcPts val="0"/>
              </a:spcAft>
              <a:buClr>
                <a:schemeClr val="dk1"/>
              </a:buClr>
              <a:buSzPts val="1500"/>
              <a:buNone/>
              <a:defRPr sz="5400" b="1"/>
            </a:lvl9pPr>
          </a:lstStyle>
          <a:p>
            <a:endParaRPr/>
          </a:p>
        </p:txBody>
      </p:sp>
      <p:sp>
        <p:nvSpPr>
          <p:cNvPr id="86" name="Google Shape;86;p18"/>
          <p:cNvSpPr txBox="1">
            <a:spLocks noGrp="1"/>
          </p:cNvSpPr>
          <p:nvPr>
            <p:ph type="body" idx="4"/>
          </p:nvPr>
        </p:nvSpPr>
        <p:spPr>
          <a:xfrm>
            <a:off x="16664940" y="8016239"/>
            <a:ext cx="13994640" cy="1179008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87" name="Google Shape;87;p18"/>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88" name="Google Shape;88;p18"/>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89" name="Google Shape;89;p18"/>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2263140" y="1168405"/>
            <a:ext cx="28392120" cy="424192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92" name="Google Shape;92;p19"/>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93" name="Google Shape;93;p19"/>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94" name="Google Shape;94;p19"/>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97" name="Google Shape;97;p20"/>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98" name="Google Shape;98;p20"/>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67428" y="1463040"/>
            <a:ext cx="10617480" cy="5120000"/>
          </a:xfrm>
          <a:prstGeom prst="rect">
            <a:avLst/>
          </a:prstGeom>
          <a:noFill/>
          <a:ln>
            <a:noFill/>
          </a:ln>
        </p:spPr>
        <p:txBody>
          <a:bodyPr spcFirstLastPara="1" wrap="square" lIns="17450" tIns="8725" rIns="17450" bIns="8725" anchor="b" anchorCtr="0">
            <a:normAutofit/>
          </a:bodyPr>
          <a:lstStyle>
            <a:lvl1pPr lvl="0" algn="l">
              <a:lnSpc>
                <a:spcPct val="90000"/>
              </a:lnSpc>
              <a:spcBef>
                <a:spcPts val="0"/>
              </a:spcBef>
              <a:spcAft>
                <a:spcPts val="0"/>
              </a:spcAft>
              <a:buClr>
                <a:schemeClr val="dk1"/>
              </a:buClr>
              <a:buSzPts val="2900"/>
              <a:buFont typeface="Calibri"/>
              <a:buNone/>
              <a:defRPr sz="10440"/>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101" name="Google Shape;101;p21"/>
          <p:cNvSpPr txBox="1">
            <a:spLocks noGrp="1"/>
          </p:cNvSpPr>
          <p:nvPr>
            <p:ph type="body" idx="1"/>
          </p:nvPr>
        </p:nvSpPr>
        <p:spPr>
          <a:xfrm>
            <a:off x="13994608" y="3159765"/>
            <a:ext cx="16664400" cy="15595520"/>
          </a:xfrm>
          <a:prstGeom prst="rect">
            <a:avLst/>
          </a:prstGeom>
          <a:noFill/>
          <a:ln>
            <a:noFill/>
          </a:ln>
        </p:spPr>
        <p:txBody>
          <a:bodyPr spcFirstLastPara="1" wrap="square" lIns="17450" tIns="8725" rIns="17450" bIns="8725" anchor="t" anchorCtr="0">
            <a:normAutofit/>
          </a:bodyPr>
          <a:lstStyle>
            <a:lvl1pPr marL="1645920" lvl="0" indent="-1485900" algn="l">
              <a:lnSpc>
                <a:spcPct val="90000"/>
              </a:lnSpc>
              <a:spcBef>
                <a:spcPts val="3240"/>
              </a:spcBef>
              <a:spcAft>
                <a:spcPts val="0"/>
              </a:spcAft>
              <a:buClr>
                <a:schemeClr val="dk1"/>
              </a:buClr>
              <a:buSzPts val="2900"/>
              <a:buChar char="•"/>
              <a:defRPr sz="10440"/>
            </a:lvl1pPr>
            <a:lvl2pPr marL="3291840" lvl="1" indent="-1417320" algn="l">
              <a:lnSpc>
                <a:spcPct val="90000"/>
              </a:lnSpc>
              <a:spcBef>
                <a:spcPts val="1800"/>
              </a:spcBef>
              <a:spcAft>
                <a:spcPts val="0"/>
              </a:spcAft>
              <a:buClr>
                <a:schemeClr val="dk1"/>
              </a:buClr>
              <a:buSzPts val="2600"/>
              <a:buChar char="•"/>
              <a:defRPr sz="9360"/>
            </a:lvl2pPr>
            <a:lvl3pPr marL="4937760" lvl="2" indent="-1325880" algn="l">
              <a:lnSpc>
                <a:spcPct val="90000"/>
              </a:lnSpc>
              <a:spcBef>
                <a:spcPts val="1800"/>
              </a:spcBef>
              <a:spcAft>
                <a:spcPts val="0"/>
              </a:spcAft>
              <a:buClr>
                <a:schemeClr val="dk1"/>
              </a:buClr>
              <a:buSzPts val="2200"/>
              <a:buChar char="•"/>
              <a:defRPr sz="7920"/>
            </a:lvl3pPr>
            <a:lvl4pPr marL="6583680" lvl="3" indent="-1234440" algn="l">
              <a:lnSpc>
                <a:spcPct val="90000"/>
              </a:lnSpc>
              <a:spcBef>
                <a:spcPts val="1800"/>
              </a:spcBef>
              <a:spcAft>
                <a:spcPts val="0"/>
              </a:spcAft>
              <a:buClr>
                <a:schemeClr val="dk1"/>
              </a:buClr>
              <a:buSzPts val="1800"/>
              <a:buChar char="•"/>
              <a:defRPr sz="6480"/>
            </a:lvl4pPr>
            <a:lvl5pPr marL="8229600" lvl="4" indent="-1234440" algn="l">
              <a:lnSpc>
                <a:spcPct val="90000"/>
              </a:lnSpc>
              <a:spcBef>
                <a:spcPts val="1800"/>
              </a:spcBef>
              <a:spcAft>
                <a:spcPts val="0"/>
              </a:spcAft>
              <a:buClr>
                <a:schemeClr val="dk1"/>
              </a:buClr>
              <a:buSzPts val="1800"/>
              <a:buChar char="•"/>
              <a:defRPr sz="6480"/>
            </a:lvl5pPr>
            <a:lvl6pPr marL="9875520" lvl="5" indent="-1234440" algn="l">
              <a:lnSpc>
                <a:spcPct val="90000"/>
              </a:lnSpc>
              <a:spcBef>
                <a:spcPts val="1800"/>
              </a:spcBef>
              <a:spcAft>
                <a:spcPts val="0"/>
              </a:spcAft>
              <a:buClr>
                <a:schemeClr val="dk1"/>
              </a:buClr>
              <a:buSzPts val="1800"/>
              <a:buChar char="•"/>
              <a:defRPr sz="6480"/>
            </a:lvl6pPr>
            <a:lvl7pPr marL="11521440" lvl="6" indent="-1234440" algn="l">
              <a:lnSpc>
                <a:spcPct val="90000"/>
              </a:lnSpc>
              <a:spcBef>
                <a:spcPts val="1800"/>
              </a:spcBef>
              <a:spcAft>
                <a:spcPts val="0"/>
              </a:spcAft>
              <a:buClr>
                <a:schemeClr val="dk1"/>
              </a:buClr>
              <a:buSzPts val="1800"/>
              <a:buChar char="•"/>
              <a:defRPr sz="6480"/>
            </a:lvl7pPr>
            <a:lvl8pPr marL="13167360" lvl="7" indent="-1234440" algn="l">
              <a:lnSpc>
                <a:spcPct val="90000"/>
              </a:lnSpc>
              <a:spcBef>
                <a:spcPts val="1800"/>
              </a:spcBef>
              <a:spcAft>
                <a:spcPts val="0"/>
              </a:spcAft>
              <a:buClr>
                <a:schemeClr val="dk1"/>
              </a:buClr>
              <a:buSzPts val="1800"/>
              <a:buChar char="•"/>
              <a:defRPr sz="6480"/>
            </a:lvl8pPr>
            <a:lvl9pPr marL="14813280" lvl="8" indent="-1234440" algn="l">
              <a:lnSpc>
                <a:spcPct val="90000"/>
              </a:lnSpc>
              <a:spcBef>
                <a:spcPts val="1800"/>
              </a:spcBef>
              <a:spcAft>
                <a:spcPts val="0"/>
              </a:spcAft>
              <a:buClr>
                <a:schemeClr val="dk1"/>
              </a:buClr>
              <a:buSzPts val="1800"/>
              <a:buChar char="•"/>
              <a:defRPr sz="6480"/>
            </a:lvl9pPr>
          </a:lstStyle>
          <a:p>
            <a:endParaRPr/>
          </a:p>
        </p:txBody>
      </p:sp>
      <p:sp>
        <p:nvSpPr>
          <p:cNvPr id="102" name="Google Shape;102;p21"/>
          <p:cNvSpPr txBox="1">
            <a:spLocks noGrp="1"/>
          </p:cNvSpPr>
          <p:nvPr>
            <p:ph type="body" idx="2"/>
          </p:nvPr>
        </p:nvSpPr>
        <p:spPr>
          <a:xfrm>
            <a:off x="2267428" y="6583680"/>
            <a:ext cx="10617480" cy="12197120"/>
          </a:xfrm>
          <a:prstGeom prst="rect">
            <a:avLst/>
          </a:prstGeom>
          <a:noFill/>
          <a:ln>
            <a:noFill/>
          </a:ln>
        </p:spPr>
        <p:txBody>
          <a:bodyPr spcFirstLastPara="1" wrap="square" lIns="17450" tIns="8725" rIns="17450" bIns="8725" anchor="t" anchorCtr="0">
            <a:normAutofit/>
          </a:bodyPr>
          <a:lstStyle>
            <a:lvl1pPr marL="1645920" lvl="0" indent="-822960" algn="l">
              <a:lnSpc>
                <a:spcPct val="90000"/>
              </a:lnSpc>
              <a:spcBef>
                <a:spcPts val="3240"/>
              </a:spcBef>
              <a:spcAft>
                <a:spcPts val="0"/>
              </a:spcAft>
              <a:buClr>
                <a:schemeClr val="dk1"/>
              </a:buClr>
              <a:buSzPts val="1500"/>
              <a:buNone/>
              <a:defRPr sz="5400"/>
            </a:lvl1pPr>
            <a:lvl2pPr marL="3291840" lvl="1" indent="-822960" algn="l">
              <a:lnSpc>
                <a:spcPct val="90000"/>
              </a:lnSpc>
              <a:spcBef>
                <a:spcPts val="1800"/>
              </a:spcBef>
              <a:spcAft>
                <a:spcPts val="0"/>
              </a:spcAft>
              <a:buClr>
                <a:schemeClr val="dk1"/>
              </a:buClr>
              <a:buSzPts val="1300"/>
              <a:buNone/>
              <a:defRPr sz="4680"/>
            </a:lvl2pPr>
            <a:lvl3pPr marL="4937760" lvl="2" indent="-822960" algn="l">
              <a:lnSpc>
                <a:spcPct val="90000"/>
              </a:lnSpc>
              <a:spcBef>
                <a:spcPts val="1800"/>
              </a:spcBef>
              <a:spcAft>
                <a:spcPts val="0"/>
              </a:spcAft>
              <a:buClr>
                <a:schemeClr val="dk1"/>
              </a:buClr>
              <a:buSzPts val="1100"/>
              <a:buNone/>
              <a:defRPr sz="3960"/>
            </a:lvl3pPr>
            <a:lvl4pPr marL="6583680" lvl="3" indent="-822960" algn="l">
              <a:lnSpc>
                <a:spcPct val="90000"/>
              </a:lnSpc>
              <a:spcBef>
                <a:spcPts val="1800"/>
              </a:spcBef>
              <a:spcAft>
                <a:spcPts val="0"/>
              </a:spcAft>
              <a:buClr>
                <a:schemeClr val="dk1"/>
              </a:buClr>
              <a:buSzPts val="900"/>
              <a:buNone/>
              <a:defRPr sz="3240"/>
            </a:lvl4pPr>
            <a:lvl5pPr marL="8229600" lvl="4" indent="-822960" algn="l">
              <a:lnSpc>
                <a:spcPct val="90000"/>
              </a:lnSpc>
              <a:spcBef>
                <a:spcPts val="1800"/>
              </a:spcBef>
              <a:spcAft>
                <a:spcPts val="0"/>
              </a:spcAft>
              <a:buClr>
                <a:schemeClr val="dk1"/>
              </a:buClr>
              <a:buSzPts val="900"/>
              <a:buNone/>
              <a:defRPr sz="3240"/>
            </a:lvl5pPr>
            <a:lvl6pPr marL="9875520" lvl="5" indent="-822960" algn="l">
              <a:lnSpc>
                <a:spcPct val="90000"/>
              </a:lnSpc>
              <a:spcBef>
                <a:spcPts val="1800"/>
              </a:spcBef>
              <a:spcAft>
                <a:spcPts val="0"/>
              </a:spcAft>
              <a:buClr>
                <a:schemeClr val="dk1"/>
              </a:buClr>
              <a:buSzPts val="900"/>
              <a:buNone/>
              <a:defRPr sz="3240"/>
            </a:lvl6pPr>
            <a:lvl7pPr marL="11521440" lvl="6" indent="-822960" algn="l">
              <a:lnSpc>
                <a:spcPct val="90000"/>
              </a:lnSpc>
              <a:spcBef>
                <a:spcPts val="1800"/>
              </a:spcBef>
              <a:spcAft>
                <a:spcPts val="0"/>
              </a:spcAft>
              <a:buClr>
                <a:schemeClr val="dk1"/>
              </a:buClr>
              <a:buSzPts val="900"/>
              <a:buNone/>
              <a:defRPr sz="3240"/>
            </a:lvl7pPr>
            <a:lvl8pPr marL="13167360" lvl="7" indent="-822960" algn="l">
              <a:lnSpc>
                <a:spcPct val="90000"/>
              </a:lnSpc>
              <a:spcBef>
                <a:spcPts val="1800"/>
              </a:spcBef>
              <a:spcAft>
                <a:spcPts val="0"/>
              </a:spcAft>
              <a:buClr>
                <a:schemeClr val="dk1"/>
              </a:buClr>
              <a:buSzPts val="900"/>
              <a:buNone/>
              <a:defRPr sz="3240"/>
            </a:lvl8pPr>
            <a:lvl9pPr marL="14813280" lvl="8" indent="-822960" algn="l">
              <a:lnSpc>
                <a:spcPct val="90000"/>
              </a:lnSpc>
              <a:spcBef>
                <a:spcPts val="1800"/>
              </a:spcBef>
              <a:spcAft>
                <a:spcPts val="0"/>
              </a:spcAft>
              <a:buClr>
                <a:schemeClr val="dk1"/>
              </a:buClr>
              <a:buSzPts val="900"/>
              <a:buNone/>
              <a:defRPr sz="3240"/>
            </a:lvl9pPr>
          </a:lstStyle>
          <a:p>
            <a:endParaRPr/>
          </a:p>
        </p:txBody>
      </p:sp>
      <p:sp>
        <p:nvSpPr>
          <p:cNvPr id="103" name="Google Shape;103;p21"/>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04" name="Google Shape;104;p21"/>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05" name="Google Shape;105;p21"/>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267428" y="1463040"/>
            <a:ext cx="10617480" cy="5120000"/>
          </a:xfrm>
          <a:prstGeom prst="rect">
            <a:avLst/>
          </a:prstGeom>
          <a:noFill/>
          <a:ln>
            <a:noFill/>
          </a:ln>
        </p:spPr>
        <p:txBody>
          <a:bodyPr spcFirstLastPara="1" wrap="square" lIns="17450" tIns="8725" rIns="17450" bIns="8725" anchor="b" anchorCtr="0">
            <a:normAutofit/>
          </a:bodyPr>
          <a:lstStyle>
            <a:lvl1pPr lvl="0" algn="l">
              <a:lnSpc>
                <a:spcPct val="90000"/>
              </a:lnSpc>
              <a:spcBef>
                <a:spcPts val="0"/>
              </a:spcBef>
              <a:spcAft>
                <a:spcPts val="0"/>
              </a:spcAft>
              <a:buClr>
                <a:schemeClr val="dk1"/>
              </a:buClr>
              <a:buSzPts val="2900"/>
              <a:buFont typeface="Calibri"/>
              <a:buNone/>
              <a:defRPr sz="10440"/>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108" name="Google Shape;108;p22"/>
          <p:cNvSpPr>
            <a:spLocks noGrp="1"/>
          </p:cNvSpPr>
          <p:nvPr>
            <p:ph type="pic" idx="2"/>
          </p:nvPr>
        </p:nvSpPr>
        <p:spPr>
          <a:xfrm>
            <a:off x="13994608" y="3159765"/>
            <a:ext cx="16664400" cy="15595520"/>
          </a:xfrm>
          <a:prstGeom prst="rect">
            <a:avLst/>
          </a:prstGeom>
          <a:noFill/>
          <a:ln>
            <a:noFill/>
          </a:ln>
        </p:spPr>
      </p:sp>
      <p:sp>
        <p:nvSpPr>
          <p:cNvPr id="109" name="Google Shape;109;p22"/>
          <p:cNvSpPr txBox="1">
            <a:spLocks noGrp="1"/>
          </p:cNvSpPr>
          <p:nvPr>
            <p:ph type="body" idx="1"/>
          </p:nvPr>
        </p:nvSpPr>
        <p:spPr>
          <a:xfrm>
            <a:off x="2267428" y="6583680"/>
            <a:ext cx="10617480" cy="12197120"/>
          </a:xfrm>
          <a:prstGeom prst="rect">
            <a:avLst/>
          </a:prstGeom>
          <a:noFill/>
          <a:ln>
            <a:noFill/>
          </a:ln>
        </p:spPr>
        <p:txBody>
          <a:bodyPr spcFirstLastPara="1" wrap="square" lIns="17450" tIns="8725" rIns="17450" bIns="8725" anchor="t" anchorCtr="0">
            <a:normAutofit/>
          </a:bodyPr>
          <a:lstStyle>
            <a:lvl1pPr marL="1645920" lvl="0" indent="-822960" algn="l">
              <a:lnSpc>
                <a:spcPct val="90000"/>
              </a:lnSpc>
              <a:spcBef>
                <a:spcPts val="3240"/>
              </a:spcBef>
              <a:spcAft>
                <a:spcPts val="0"/>
              </a:spcAft>
              <a:buClr>
                <a:schemeClr val="dk1"/>
              </a:buClr>
              <a:buSzPts val="1500"/>
              <a:buNone/>
              <a:defRPr sz="5400"/>
            </a:lvl1pPr>
            <a:lvl2pPr marL="3291840" lvl="1" indent="-822960" algn="l">
              <a:lnSpc>
                <a:spcPct val="90000"/>
              </a:lnSpc>
              <a:spcBef>
                <a:spcPts val="1800"/>
              </a:spcBef>
              <a:spcAft>
                <a:spcPts val="0"/>
              </a:spcAft>
              <a:buClr>
                <a:schemeClr val="dk1"/>
              </a:buClr>
              <a:buSzPts val="1300"/>
              <a:buNone/>
              <a:defRPr sz="4680"/>
            </a:lvl2pPr>
            <a:lvl3pPr marL="4937760" lvl="2" indent="-822960" algn="l">
              <a:lnSpc>
                <a:spcPct val="90000"/>
              </a:lnSpc>
              <a:spcBef>
                <a:spcPts val="1800"/>
              </a:spcBef>
              <a:spcAft>
                <a:spcPts val="0"/>
              </a:spcAft>
              <a:buClr>
                <a:schemeClr val="dk1"/>
              </a:buClr>
              <a:buSzPts val="1100"/>
              <a:buNone/>
              <a:defRPr sz="3960"/>
            </a:lvl3pPr>
            <a:lvl4pPr marL="6583680" lvl="3" indent="-822960" algn="l">
              <a:lnSpc>
                <a:spcPct val="90000"/>
              </a:lnSpc>
              <a:spcBef>
                <a:spcPts val="1800"/>
              </a:spcBef>
              <a:spcAft>
                <a:spcPts val="0"/>
              </a:spcAft>
              <a:buClr>
                <a:schemeClr val="dk1"/>
              </a:buClr>
              <a:buSzPts val="900"/>
              <a:buNone/>
              <a:defRPr sz="3240"/>
            </a:lvl4pPr>
            <a:lvl5pPr marL="8229600" lvl="4" indent="-822960" algn="l">
              <a:lnSpc>
                <a:spcPct val="90000"/>
              </a:lnSpc>
              <a:spcBef>
                <a:spcPts val="1800"/>
              </a:spcBef>
              <a:spcAft>
                <a:spcPts val="0"/>
              </a:spcAft>
              <a:buClr>
                <a:schemeClr val="dk1"/>
              </a:buClr>
              <a:buSzPts val="900"/>
              <a:buNone/>
              <a:defRPr sz="3240"/>
            </a:lvl5pPr>
            <a:lvl6pPr marL="9875520" lvl="5" indent="-822960" algn="l">
              <a:lnSpc>
                <a:spcPct val="90000"/>
              </a:lnSpc>
              <a:spcBef>
                <a:spcPts val="1800"/>
              </a:spcBef>
              <a:spcAft>
                <a:spcPts val="0"/>
              </a:spcAft>
              <a:buClr>
                <a:schemeClr val="dk1"/>
              </a:buClr>
              <a:buSzPts val="900"/>
              <a:buNone/>
              <a:defRPr sz="3240"/>
            </a:lvl6pPr>
            <a:lvl7pPr marL="11521440" lvl="6" indent="-822960" algn="l">
              <a:lnSpc>
                <a:spcPct val="90000"/>
              </a:lnSpc>
              <a:spcBef>
                <a:spcPts val="1800"/>
              </a:spcBef>
              <a:spcAft>
                <a:spcPts val="0"/>
              </a:spcAft>
              <a:buClr>
                <a:schemeClr val="dk1"/>
              </a:buClr>
              <a:buSzPts val="900"/>
              <a:buNone/>
              <a:defRPr sz="3240"/>
            </a:lvl7pPr>
            <a:lvl8pPr marL="13167360" lvl="7" indent="-822960" algn="l">
              <a:lnSpc>
                <a:spcPct val="90000"/>
              </a:lnSpc>
              <a:spcBef>
                <a:spcPts val="1800"/>
              </a:spcBef>
              <a:spcAft>
                <a:spcPts val="0"/>
              </a:spcAft>
              <a:buClr>
                <a:schemeClr val="dk1"/>
              </a:buClr>
              <a:buSzPts val="900"/>
              <a:buNone/>
              <a:defRPr sz="3240"/>
            </a:lvl8pPr>
            <a:lvl9pPr marL="14813280" lvl="8" indent="-822960" algn="l">
              <a:lnSpc>
                <a:spcPct val="90000"/>
              </a:lnSpc>
              <a:spcBef>
                <a:spcPts val="1800"/>
              </a:spcBef>
              <a:spcAft>
                <a:spcPts val="0"/>
              </a:spcAft>
              <a:buClr>
                <a:schemeClr val="dk1"/>
              </a:buClr>
              <a:buSzPts val="900"/>
              <a:buNone/>
              <a:defRPr sz="3240"/>
            </a:lvl9pPr>
          </a:lstStyle>
          <a:p>
            <a:endParaRPr/>
          </a:p>
        </p:txBody>
      </p:sp>
      <p:sp>
        <p:nvSpPr>
          <p:cNvPr id="110" name="Google Shape;110;p22"/>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11" name="Google Shape;111;p22"/>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12" name="Google Shape;112;p22"/>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63140" y="1168405"/>
            <a:ext cx="28392120" cy="424192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115" name="Google Shape;115;p23"/>
          <p:cNvSpPr txBox="1">
            <a:spLocks noGrp="1"/>
          </p:cNvSpPr>
          <p:nvPr>
            <p:ph type="body" idx="1"/>
          </p:nvPr>
        </p:nvSpPr>
        <p:spPr>
          <a:xfrm rot="5400000">
            <a:off x="9497280" y="-1392139"/>
            <a:ext cx="13923840" cy="2839212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116" name="Google Shape;116;p23"/>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17" name="Google Shape;117;p23"/>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18" name="Google Shape;118;p23"/>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7807180" y="6918721"/>
            <a:ext cx="18598400" cy="7097760"/>
          </a:xfrm>
          <a:prstGeom prst="rect">
            <a:avLst/>
          </a:prstGeom>
          <a:noFill/>
          <a:ln>
            <a:noFill/>
          </a:ln>
        </p:spPr>
        <p:txBody>
          <a:bodyPr spcFirstLastPara="1" wrap="square" lIns="17450" tIns="8725" rIns="17450" bIns="8725" anchor="ctr" anchorCtr="0">
            <a:normAutofit/>
          </a:bodyPr>
          <a:lstStyle>
            <a:lvl1pPr lvl="0" algn="l">
              <a:lnSpc>
                <a:spcPct val="90000"/>
              </a:lnSpc>
              <a:spcBef>
                <a:spcPts val="0"/>
              </a:spcBef>
              <a:spcAft>
                <a:spcPts val="0"/>
              </a:spcAft>
              <a:buClr>
                <a:schemeClr val="dk1"/>
              </a:buClr>
              <a:buSzPts val="300"/>
              <a:buNone/>
              <a:defRPr/>
            </a:lvl1pPr>
            <a:lvl2pPr lvl="1">
              <a:spcBef>
                <a:spcPts val="0"/>
              </a:spcBef>
              <a:spcAft>
                <a:spcPts val="0"/>
              </a:spcAft>
              <a:buSzPts val="300"/>
              <a:buNone/>
              <a:defRPr/>
            </a:lvl2pPr>
            <a:lvl3pPr lvl="2">
              <a:spcBef>
                <a:spcPts val="0"/>
              </a:spcBef>
              <a:spcAft>
                <a:spcPts val="0"/>
              </a:spcAft>
              <a:buSzPts val="300"/>
              <a:buNone/>
              <a:defRPr/>
            </a:lvl3pPr>
            <a:lvl4pPr lvl="3">
              <a:spcBef>
                <a:spcPts val="0"/>
              </a:spcBef>
              <a:spcAft>
                <a:spcPts val="0"/>
              </a:spcAft>
              <a:buSzPts val="300"/>
              <a:buNone/>
              <a:defRPr/>
            </a:lvl4pPr>
            <a:lvl5pPr lvl="4">
              <a:spcBef>
                <a:spcPts val="0"/>
              </a:spcBef>
              <a:spcAft>
                <a:spcPts val="0"/>
              </a:spcAft>
              <a:buSzPts val="300"/>
              <a:buNone/>
              <a:defRPr/>
            </a:lvl5pPr>
            <a:lvl6pPr lvl="5">
              <a:spcBef>
                <a:spcPts val="0"/>
              </a:spcBef>
              <a:spcAft>
                <a:spcPts val="0"/>
              </a:spcAft>
              <a:buSzPts val="300"/>
              <a:buNone/>
              <a:defRPr/>
            </a:lvl6pPr>
            <a:lvl7pPr lvl="6">
              <a:spcBef>
                <a:spcPts val="0"/>
              </a:spcBef>
              <a:spcAft>
                <a:spcPts val="0"/>
              </a:spcAft>
              <a:buSzPts val="300"/>
              <a:buNone/>
              <a:defRPr/>
            </a:lvl7pPr>
            <a:lvl8pPr lvl="7">
              <a:spcBef>
                <a:spcPts val="0"/>
              </a:spcBef>
              <a:spcAft>
                <a:spcPts val="0"/>
              </a:spcAft>
              <a:buSzPts val="300"/>
              <a:buNone/>
              <a:defRPr/>
            </a:lvl8pPr>
            <a:lvl9pPr lvl="8">
              <a:spcBef>
                <a:spcPts val="0"/>
              </a:spcBef>
              <a:spcAft>
                <a:spcPts val="0"/>
              </a:spcAft>
              <a:buSzPts val="300"/>
              <a:buNone/>
              <a:defRPr/>
            </a:lvl9pPr>
          </a:lstStyle>
          <a:p>
            <a:endParaRPr/>
          </a:p>
        </p:txBody>
      </p:sp>
      <p:sp>
        <p:nvSpPr>
          <p:cNvPr id="121" name="Google Shape;121;p24"/>
          <p:cNvSpPr txBox="1">
            <a:spLocks noGrp="1"/>
          </p:cNvSpPr>
          <p:nvPr>
            <p:ph type="body" idx="1"/>
          </p:nvPr>
        </p:nvSpPr>
        <p:spPr>
          <a:xfrm rot="5400000">
            <a:off x="3405110" y="26161"/>
            <a:ext cx="18598400" cy="20882880"/>
          </a:xfrm>
          <a:prstGeom prst="rect">
            <a:avLst/>
          </a:prstGeom>
          <a:noFill/>
          <a:ln>
            <a:noFill/>
          </a:ln>
        </p:spPr>
        <p:txBody>
          <a:bodyPr spcFirstLastPara="1" wrap="square" lIns="17450" tIns="8725" rIns="17450" bIns="8725" anchor="t" anchorCtr="0">
            <a:normAutofit/>
          </a:bodyPr>
          <a:lstStyle>
            <a:lvl1pPr marL="1645920" lvl="0" indent="-891540" algn="l">
              <a:lnSpc>
                <a:spcPct val="90000"/>
              </a:lnSpc>
              <a:spcBef>
                <a:spcPts val="3240"/>
              </a:spcBef>
              <a:spcAft>
                <a:spcPts val="0"/>
              </a:spcAft>
              <a:buClr>
                <a:schemeClr val="dk1"/>
              </a:buClr>
              <a:buSzPts val="300"/>
              <a:buChar char="•"/>
              <a:defRPr/>
            </a:lvl1pPr>
            <a:lvl2pPr marL="3291840" lvl="1" indent="-891540" algn="l">
              <a:lnSpc>
                <a:spcPct val="90000"/>
              </a:lnSpc>
              <a:spcBef>
                <a:spcPts val="1800"/>
              </a:spcBef>
              <a:spcAft>
                <a:spcPts val="0"/>
              </a:spcAft>
              <a:buClr>
                <a:schemeClr val="dk1"/>
              </a:buClr>
              <a:buSzPts val="300"/>
              <a:buChar char="•"/>
              <a:defRPr/>
            </a:lvl2pPr>
            <a:lvl3pPr marL="4937760" lvl="2" indent="-891540" algn="l">
              <a:lnSpc>
                <a:spcPct val="90000"/>
              </a:lnSpc>
              <a:spcBef>
                <a:spcPts val="1800"/>
              </a:spcBef>
              <a:spcAft>
                <a:spcPts val="0"/>
              </a:spcAft>
              <a:buClr>
                <a:schemeClr val="dk1"/>
              </a:buClr>
              <a:buSzPts val="300"/>
              <a:buChar char="•"/>
              <a:defRPr/>
            </a:lvl3pPr>
            <a:lvl4pPr marL="6583680" lvl="3" indent="-891540" algn="l">
              <a:lnSpc>
                <a:spcPct val="90000"/>
              </a:lnSpc>
              <a:spcBef>
                <a:spcPts val="1800"/>
              </a:spcBef>
              <a:spcAft>
                <a:spcPts val="0"/>
              </a:spcAft>
              <a:buClr>
                <a:schemeClr val="dk1"/>
              </a:buClr>
              <a:buSzPts val="300"/>
              <a:buChar char="•"/>
              <a:defRPr/>
            </a:lvl4pPr>
            <a:lvl5pPr marL="8229600" lvl="4" indent="-891540" algn="l">
              <a:lnSpc>
                <a:spcPct val="90000"/>
              </a:lnSpc>
              <a:spcBef>
                <a:spcPts val="1800"/>
              </a:spcBef>
              <a:spcAft>
                <a:spcPts val="0"/>
              </a:spcAft>
              <a:buClr>
                <a:schemeClr val="dk1"/>
              </a:buClr>
              <a:buSzPts val="300"/>
              <a:buChar char="•"/>
              <a:defRPr/>
            </a:lvl5pPr>
            <a:lvl6pPr marL="9875520" lvl="5" indent="-891540" algn="l">
              <a:lnSpc>
                <a:spcPct val="90000"/>
              </a:lnSpc>
              <a:spcBef>
                <a:spcPts val="1800"/>
              </a:spcBef>
              <a:spcAft>
                <a:spcPts val="0"/>
              </a:spcAft>
              <a:buClr>
                <a:schemeClr val="dk1"/>
              </a:buClr>
              <a:buSzPts val="300"/>
              <a:buChar char="•"/>
              <a:defRPr/>
            </a:lvl6pPr>
            <a:lvl7pPr marL="11521440" lvl="6" indent="-891540" algn="l">
              <a:lnSpc>
                <a:spcPct val="90000"/>
              </a:lnSpc>
              <a:spcBef>
                <a:spcPts val="1800"/>
              </a:spcBef>
              <a:spcAft>
                <a:spcPts val="0"/>
              </a:spcAft>
              <a:buClr>
                <a:schemeClr val="dk1"/>
              </a:buClr>
              <a:buSzPts val="300"/>
              <a:buChar char="•"/>
              <a:defRPr/>
            </a:lvl7pPr>
            <a:lvl8pPr marL="13167360" lvl="7" indent="-891540" algn="l">
              <a:lnSpc>
                <a:spcPct val="90000"/>
              </a:lnSpc>
              <a:spcBef>
                <a:spcPts val="1800"/>
              </a:spcBef>
              <a:spcAft>
                <a:spcPts val="0"/>
              </a:spcAft>
              <a:buClr>
                <a:schemeClr val="dk1"/>
              </a:buClr>
              <a:buSzPts val="300"/>
              <a:buChar char="•"/>
              <a:defRPr/>
            </a:lvl8pPr>
            <a:lvl9pPr marL="14813280" lvl="8" indent="-891540" algn="l">
              <a:lnSpc>
                <a:spcPct val="90000"/>
              </a:lnSpc>
              <a:spcBef>
                <a:spcPts val="1800"/>
              </a:spcBef>
              <a:spcAft>
                <a:spcPts val="0"/>
              </a:spcAft>
              <a:buClr>
                <a:schemeClr val="dk1"/>
              </a:buClr>
              <a:buSzPts val="300"/>
              <a:buChar char="•"/>
              <a:defRPr/>
            </a:lvl9pPr>
          </a:lstStyle>
          <a:p>
            <a:endParaRPr/>
          </a:p>
        </p:txBody>
      </p:sp>
      <p:sp>
        <p:nvSpPr>
          <p:cNvPr id="122" name="Google Shape;122;p24"/>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lvl="0" algn="l">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23" name="Google Shape;123;p24"/>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lvl="0" algn="ctr">
              <a:spcBef>
                <a:spcPts val="0"/>
              </a:spcBef>
              <a:spcAft>
                <a:spcPts val="0"/>
              </a:spcAft>
              <a:buSzPts val="300"/>
              <a:buNone/>
              <a:defRPr/>
            </a:lvl1pPr>
            <a:lvl2pPr lvl="1" algn="l">
              <a:spcBef>
                <a:spcPts val="0"/>
              </a:spcBef>
              <a:spcAft>
                <a:spcPts val="0"/>
              </a:spcAft>
              <a:buSzPts val="300"/>
              <a:buNone/>
              <a:defRPr/>
            </a:lvl2pPr>
            <a:lvl3pPr lvl="2" algn="l">
              <a:spcBef>
                <a:spcPts val="0"/>
              </a:spcBef>
              <a:spcAft>
                <a:spcPts val="0"/>
              </a:spcAft>
              <a:buSzPts val="300"/>
              <a:buNone/>
              <a:defRPr/>
            </a:lvl3pPr>
            <a:lvl4pPr lvl="3" algn="l">
              <a:spcBef>
                <a:spcPts val="0"/>
              </a:spcBef>
              <a:spcAft>
                <a:spcPts val="0"/>
              </a:spcAft>
              <a:buSzPts val="300"/>
              <a:buNone/>
              <a:defRPr/>
            </a:lvl4pPr>
            <a:lvl5pPr lvl="4" algn="l">
              <a:spcBef>
                <a:spcPts val="0"/>
              </a:spcBef>
              <a:spcAft>
                <a:spcPts val="0"/>
              </a:spcAft>
              <a:buSzPts val="300"/>
              <a:buNone/>
              <a:defRPr/>
            </a:lvl5pPr>
            <a:lvl6pPr lvl="5" algn="l">
              <a:spcBef>
                <a:spcPts val="0"/>
              </a:spcBef>
              <a:spcAft>
                <a:spcPts val="0"/>
              </a:spcAft>
              <a:buSzPts val="300"/>
              <a:buNone/>
              <a:defRPr/>
            </a:lvl6pPr>
            <a:lvl7pPr lvl="6" algn="l">
              <a:spcBef>
                <a:spcPts val="0"/>
              </a:spcBef>
              <a:spcAft>
                <a:spcPts val="0"/>
              </a:spcAft>
              <a:buSzPts val="300"/>
              <a:buNone/>
              <a:defRPr/>
            </a:lvl7pPr>
            <a:lvl8pPr lvl="7" algn="l">
              <a:spcBef>
                <a:spcPts val="0"/>
              </a:spcBef>
              <a:spcAft>
                <a:spcPts val="0"/>
              </a:spcAft>
              <a:buSzPts val="300"/>
              <a:buNone/>
              <a:defRPr/>
            </a:lvl8pPr>
            <a:lvl9pPr lvl="8" algn="l">
              <a:spcBef>
                <a:spcPts val="0"/>
              </a:spcBef>
              <a:spcAft>
                <a:spcPts val="0"/>
              </a:spcAft>
              <a:buSzPts val="300"/>
              <a:buNone/>
              <a:defRPr/>
            </a:lvl9pPr>
          </a:lstStyle>
          <a:p>
            <a:endParaRPr/>
          </a:p>
        </p:txBody>
      </p:sp>
      <p:sp>
        <p:nvSpPr>
          <p:cNvPr id="124" name="Google Shape;124;p24"/>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63140" y="1168405"/>
            <a:ext cx="28392120" cy="4241920"/>
          </a:xfrm>
          <a:prstGeom prst="rect">
            <a:avLst/>
          </a:prstGeom>
          <a:noFill/>
          <a:ln>
            <a:noFill/>
          </a:ln>
        </p:spPr>
        <p:txBody>
          <a:bodyPr spcFirstLastPara="1" wrap="square" lIns="17450" tIns="8725" rIns="17450" bIns="8725" anchor="ctr" anchorCtr="0">
            <a:normAutofit/>
          </a:bodyPr>
          <a:lstStyle>
            <a:lvl1pPr marR="0" lvl="0" algn="l">
              <a:lnSpc>
                <a:spcPct val="90000"/>
              </a:lnSpc>
              <a:spcBef>
                <a:spcPts val="0"/>
              </a:spcBef>
              <a:spcAft>
                <a:spcPts val="0"/>
              </a:spcAft>
              <a:buClr>
                <a:schemeClr val="dk1"/>
              </a:buClr>
              <a:buSzPts val="4000"/>
              <a:buFont typeface="Calibri"/>
              <a:buNone/>
              <a:defRPr sz="4000" b="0" i="0" u="none" strike="noStrike" cap="none">
                <a:solidFill>
                  <a:schemeClr val="dk1"/>
                </a:solidFill>
                <a:latin typeface="Calibri"/>
                <a:ea typeface="Calibri"/>
                <a:cs typeface="Calibri"/>
                <a:sym typeface="Calibri"/>
              </a:defRPr>
            </a:lvl1pPr>
            <a:lvl2pPr lvl="1">
              <a:spcBef>
                <a:spcPts val="0"/>
              </a:spcBef>
              <a:spcAft>
                <a:spcPts val="0"/>
              </a:spcAft>
              <a:buSzPts val="300"/>
              <a:buNone/>
              <a:defRPr sz="300"/>
            </a:lvl2pPr>
            <a:lvl3pPr lvl="2">
              <a:spcBef>
                <a:spcPts val="0"/>
              </a:spcBef>
              <a:spcAft>
                <a:spcPts val="0"/>
              </a:spcAft>
              <a:buSzPts val="300"/>
              <a:buNone/>
              <a:defRPr sz="300"/>
            </a:lvl3pPr>
            <a:lvl4pPr lvl="3">
              <a:spcBef>
                <a:spcPts val="0"/>
              </a:spcBef>
              <a:spcAft>
                <a:spcPts val="0"/>
              </a:spcAft>
              <a:buSzPts val="300"/>
              <a:buNone/>
              <a:defRPr sz="300"/>
            </a:lvl4pPr>
            <a:lvl5pPr lvl="4">
              <a:spcBef>
                <a:spcPts val="0"/>
              </a:spcBef>
              <a:spcAft>
                <a:spcPts val="0"/>
              </a:spcAft>
              <a:buSzPts val="300"/>
              <a:buNone/>
              <a:defRPr sz="300"/>
            </a:lvl5pPr>
            <a:lvl6pPr lvl="5">
              <a:spcBef>
                <a:spcPts val="0"/>
              </a:spcBef>
              <a:spcAft>
                <a:spcPts val="0"/>
              </a:spcAft>
              <a:buSzPts val="300"/>
              <a:buNone/>
              <a:defRPr sz="300"/>
            </a:lvl6pPr>
            <a:lvl7pPr lvl="6">
              <a:spcBef>
                <a:spcPts val="0"/>
              </a:spcBef>
              <a:spcAft>
                <a:spcPts val="0"/>
              </a:spcAft>
              <a:buSzPts val="300"/>
              <a:buNone/>
              <a:defRPr sz="300"/>
            </a:lvl7pPr>
            <a:lvl8pPr lvl="7">
              <a:spcBef>
                <a:spcPts val="0"/>
              </a:spcBef>
              <a:spcAft>
                <a:spcPts val="0"/>
              </a:spcAft>
              <a:buSzPts val="300"/>
              <a:buNone/>
              <a:defRPr sz="300"/>
            </a:lvl8pPr>
            <a:lvl9pPr lvl="8">
              <a:spcBef>
                <a:spcPts val="0"/>
              </a:spcBef>
              <a:spcAft>
                <a:spcPts val="0"/>
              </a:spcAft>
              <a:buSzPts val="300"/>
              <a:buNone/>
              <a:defRPr sz="300"/>
            </a:lvl9pPr>
          </a:lstStyle>
          <a:p>
            <a:endParaRPr/>
          </a:p>
        </p:txBody>
      </p:sp>
      <p:sp>
        <p:nvSpPr>
          <p:cNvPr id="52" name="Google Shape;52;p13"/>
          <p:cNvSpPr txBox="1">
            <a:spLocks noGrp="1"/>
          </p:cNvSpPr>
          <p:nvPr>
            <p:ph type="body" idx="1"/>
          </p:nvPr>
        </p:nvSpPr>
        <p:spPr>
          <a:xfrm>
            <a:off x="2263140" y="5842001"/>
            <a:ext cx="28392120" cy="13923840"/>
          </a:xfrm>
          <a:prstGeom prst="rect">
            <a:avLst/>
          </a:prstGeom>
          <a:noFill/>
          <a:ln>
            <a:noFill/>
          </a:ln>
        </p:spPr>
        <p:txBody>
          <a:bodyPr spcFirstLastPara="1" wrap="square" lIns="17450" tIns="8725" rIns="17450" bIns="8725" anchor="t" anchorCtr="0">
            <a:normAutofit/>
          </a:bodyPr>
          <a:lstStyle>
            <a:lvl1pPr marL="457200" marR="0" lvl="0" indent="-393700" algn="l">
              <a:lnSpc>
                <a:spcPct val="90000"/>
              </a:lnSpc>
              <a:spcBef>
                <a:spcPts val="900"/>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1pPr>
            <a:lvl2pPr marL="914400" marR="0" lvl="1" indent="-368300" algn="l">
              <a:lnSpc>
                <a:spcPct val="90000"/>
              </a:lnSpc>
              <a:spcBef>
                <a:spcPts val="50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2pPr>
            <a:lvl3pPr marL="1371600" marR="0" lvl="2"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4pPr>
            <a:lvl5pPr marL="2286000" marR="0" lvl="4"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5pPr>
            <a:lvl6pPr marL="2743200" marR="0" lvl="5"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6pPr>
            <a:lvl7pPr marL="3200400" marR="0" lvl="6"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7pPr>
            <a:lvl8pPr marL="3657600" marR="0" lvl="7"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8pPr>
            <a:lvl9pPr marL="4114800" marR="0" lvl="8" indent="-336550" algn="l">
              <a:lnSpc>
                <a:spcPct val="90000"/>
              </a:lnSpc>
              <a:spcBef>
                <a:spcPts val="5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63140" y="20340326"/>
            <a:ext cx="7406640" cy="1168640"/>
          </a:xfrm>
          <a:prstGeom prst="rect">
            <a:avLst/>
          </a:prstGeom>
          <a:noFill/>
          <a:ln>
            <a:noFill/>
          </a:ln>
        </p:spPr>
        <p:txBody>
          <a:bodyPr spcFirstLastPara="1" wrap="square" lIns="17450" tIns="8725" rIns="17450" bIns="8725" anchor="ctr" anchorCtr="0">
            <a:noAutofit/>
          </a:bodyPr>
          <a:lstStyle>
            <a:lvl1pPr marR="0" lvl="0" algn="l">
              <a:spcBef>
                <a:spcPts val="0"/>
              </a:spcBef>
              <a:spcAft>
                <a:spcPts val="0"/>
              </a:spcAft>
              <a:buSzPts val="300"/>
              <a:buNone/>
              <a:defRPr sz="3960" b="0" i="0" u="none" strike="noStrike" cap="none">
                <a:solidFill>
                  <a:srgbClr val="888888"/>
                </a:solidFill>
                <a:latin typeface="Calibri"/>
                <a:ea typeface="Calibri"/>
                <a:cs typeface="Calibri"/>
                <a:sym typeface="Calibri"/>
              </a:defRPr>
            </a:lvl1pPr>
            <a:lvl2pPr marR="0" lvl="1" algn="l">
              <a:spcBef>
                <a:spcPts val="0"/>
              </a:spcBef>
              <a:spcAft>
                <a:spcPts val="0"/>
              </a:spcAft>
              <a:buSzPts val="300"/>
              <a:buNone/>
              <a:defRPr sz="5040" b="0" i="0" u="none" strike="noStrike" cap="none">
                <a:solidFill>
                  <a:schemeClr val="dk1"/>
                </a:solidFill>
                <a:latin typeface="Calibri"/>
                <a:ea typeface="Calibri"/>
                <a:cs typeface="Calibri"/>
                <a:sym typeface="Calibri"/>
              </a:defRPr>
            </a:lvl2pPr>
            <a:lvl3pPr marR="0" lvl="2" algn="l">
              <a:spcBef>
                <a:spcPts val="0"/>
              </a:spcBef>
              <a:spcAft>
                <a:spcPts val="0"/>
              </a:spcAft>
              <a:buSzPts val="300"/>
              <a:buNone/>
              <a:defRPr sz="5040" b="0" i="0" u="none" strike="noStrike" cap="none">
                <a:solidFill>
                  <a:schemeClr val="dk1"/>
                </a:solidFill>
                <a:latin typeface="Calibri"/>
                <a:ea typeface="Calibri"/>
                <a:cs typeface="Calibri"/>
                <a:sym typeface="Calibri"/>
              </a:defRPr>
            </a:lvl3pPr>
            <a:lvl4pPr marR="0" lvl="3" algn="l">
              <a:spcBef>
                <a:spcPts val="0"/>
              </a:spcBef>
              <a:spcAft>
                <a:spcPts val="0"/>
              </a:spcAft>
              <a:buSzPts val="300"/>
              <a:buNone/>
              <a:defRPr sz="5040" b="0" i="0" u="none" strike="noStrike" cap="none">
                <a:solidFill>
                  <a:schemeClr val="dk1"/>
                </a:solidFill>
                <a:latin typeface="Calibri"/>
                <a:ea typeface="Calibri"/>
                <a:cs typeface="Calibri"/>
                <a:sym typeface="Calibri"/>
              </a:defRPr>
            </a:lvl4pPr>
            <a:lvl5pPr marR="0" lvl="4" algn="l">
              <a:spcBef>
                <a:spcPts val="0"/>
              </a:spcBef>
              <a:spcAft>
                <a:spcPts val="0"/>
              </a:spcAft>
              <a:buSzPts val="300"/>
              <a:buNone/>
              <a:defRPr sz="5040" b="0" i="0" u="none" strike="noStrike" cap="none">
                <a:solidFill>
                  <a:schemeClr val="dk1"/>
                </a:solidFill>
                <a:latin typeface="Calibri"/>
                <a:ea typeface="Calibri"/>
                <a:cs typeface="Calibri"/>
                <a:sym typeface="Calibri"/>
              </a:defRPr>
            </a:lvl5pPr>
            <a:lvl6pPr marR="0" lvl="5" algn="l">
              <a:spcBef>
                <a:spcPts val="0"/>
              </a:spcBef>
              <a:spcAft>
                <a:spcPts val="0"/>
              </a:spcAft>
              <a:buSzPts val="300"/>
              <a:buNone/>
              <a:defRPr sz="5040" b="0" i="0" u="none" strike="noStrike" cap="none">
                <a:solidFill>
                  <a:schemeClr val="dk1"/>
                </a:solidFill>
                <a:latin typeface="Calibri"/>
                <a:ea typeface="Calibri"/>
                <a:cs typeface="Calibri"/>
                <a:sym typeface="Calibri"/>
              </a:defRPr>
            </a:lvl6pPr>
            <a:lvl7pPr marR="0" lvl="6" algn="l">
              <a:spcBef>
                <a:spcPts val="0"/>
              </a:spcBef>
              <a:spcAft>
                <a:spcPts val="0"/>
              </a:spcAft>
              <a:buSzPts val="300"/>
              <a:buNone/>
              <a:defRPr sz="5040" b="0" i="0" u="none" strike="noStrike" cap="none">
                <a:solidFill>
                  <a:schemeClr val="dk1"/>
                </a:solidFill>
                <a:latin typeface="Calibri"/>
                <a:ea typeface="Calibri"/>
                <a:cs typeface="Calibri"/>
                <a:sym typeface="Calibri"/>
              </a:defRPr>
            </a:lvl7pPr>
            <a:lvl8pPr marR="0" lvl="7" algn="l">
              <a:spcBef>
                <a:spcPts val="0"/>
              </a:spcBef>
              <a:spcAft>
                <a:spcPts val="0"/>
              </a:spcAft>
              <a:buSzPts val="300"/>
              <a:buNone/>
              <a:defRPr sz="5040" b="0" i="0" u="none" strike="noStrike" cap="none">
                <a:solidFill>
                  <a:schemeClr val="dk1"/>
                </a:solidFill>
                <a:latin typeface="Calibri"/>
                <a:ea typeface="Calibri"/>
                <a:cs typeface="Calibri"/>
                <a:sym typeface="Calibri"/>
              </a:defRPr>
            </a:lvl8pPr>
            <a:lvl9pPr marR="0" lvl="8" algn="l">
              <a:spcBef>
                <a:spcPts val="0"/>
              </a:spcBef>
              <a:spcAft>
                <a:spcPts val="0"/>
              </a:spcAft>
              <a:buSzPts val="300"/>
              <a:buNone/>
              <a:defRPr sz="504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0904220" y="20340326"/>
            <a:ext cx="11109960" cy="1168640"/>
          </a:xfrm>
          <a:prstGeom prst="rect">
            <a:avLst/>
          </a:prstGeom>
          <a:noFill/>
          <a:ln>
            <a:noFill/>
          </a:ln>
        </p:spPr>
        <p:txBody>
          <a:bodyPr spcFirstLastPara="1" wrap="square" lIns="17450" tIns="8725" rIns="17450" bIns="8725" anchor="ctr" anchorCtr="0">
            <a:noAutofit/>
          </a:bodyPr>
          <a:lstStyle>
            <a:lvl1pPr marR="0" lvl="0" algn="ctr">
              <a:spcBef>
                <a:spcPts val="0"/>
              </a:spcBef>
              <a:spcAft>
                <a:spcPts val="0"/>
              </a:spcAft>
              <a:buSzPts val="300"/>
              <a:buNone/>
              <a:defRPr sz="3960" b="0" i="0" u="none" strike="noStrike" cap="none">
                <a:solidFill>
                  <a:srgbClr val="888888"/>
                </a:solidFill>
                <a:latin typeface="Calibri"/>
                <a:ea typeface="Calibri"/>
                <a:cs typeface="Calibri"/>
                <a:sym typeface="Calibri"/>
              </a:defRPr>
            </a:lvl1pPr>
            <a:lvl2pPr marR="0" lvl="1" algn="l">
              <a:spcBef>
                <a:spcPts val="0"/>
              </a:spcBef>
              <a:spcAft>
                <a:spcPts val="0"/>
              </a:spcAft>
              <a:buSzPts val="300"/>
              <a:buNone/>
              <a:defRPr sz="5040" b="0" i="0" u="none" strike="noStrike" cap="none">
                <a:solidFill>
                  <a:schemeClr val="dk1"/>
                </a:solidFill>
                <a:latin typeface="Calibri"/>
                <a:ea typeface="Calibri"/>
                <a:cs typeface="Calibri"/>
                <a:sym typeface="Calibri"/>
              </a:defRPr>
            </a:lvl2pPr>
            <a:lvl3pPr marR="0" lvl="2" algn="l">
              <a:spcBef>
                <a:spcPts val="0"/>
              </a:spcBef>
              <a:spcAft>
                <a:spcPts val="0"/>
              </a:spcAft>
              <a:buSzPts val="300"/>
              <a:buNone/>
              <a:defRPr sz="5040" b="0" i="0" u="none" strike="noStrike" cap="none">
                <a:solidFill>
                  <a:schemeClr val="dk1"/>
                </a:solidFill>
                <a:latin typeface="Calibri"/>
                <a:ea typeface="Calibri"/>
                <a:cs typeface="Calibri"/>
                <a:sym typeface="Calibri"/>
              </a:defRPr>
            </a:lvl3pPr>
            <a:lvl4pPr marR="0" lvl="3" algn="l">
              <a:spcBef>
                <a:spcPts val="0"/>
              </a:spcBef>
              <a:spcAft>
                <a:spcPts val="0"/>
              </a:spcAft>
              <a:buSzPts val="300"/>
              <a:buNone/>
              <a:defRPr sz="5040" b="0" i="0" u="none" strike="noStrike" cap="none">
                <a:solidFill>
                  <a:schemeClr val="dk1"/>
                </a:solidFill>
                <a:latin typeface="Calibri"/>
                <a:ea typeface="Calibri"/>
                <a:cs typeface="Calibri"/>
                <a:sym typeface="Calibri"/>
              </a:defRPr>
            </a:lvl4pPr>
            <a:lvl5pPr marR="0" lvl="4" algn="l">
              <a:spcBef>
                <a:spcPts val="0"/>
              </a:spcBef>
              <a:spcAft>
                <a:spcPts val="0"/>
              </a:spcAft>
              <a:buSzPts val="300"/>
              <a:buNone/>
              <a:defRPr sz="5040" b="0" i="0" u="none" strike="noStrike" cap="none">
                <a:solidFill>
                  <a:schemeClr val="dk1"/>
                </a:solidFill>
                <a:latin typeface="Calibri"/>
                <a:ea typeface="Calibri"/>
                <a:cs typeface="Calibri"/>
                <a:sym typeface="Calibri"/>
              </a:defRPr>
            </a:lvl5pPr>
            <a:lvl6pPr marR="0" lvl="5" algn="l">
              <a:spcBef>
                <a:spcPts val="0"/>
              </a:spcBef>
              <a:spcAft>
                <a:spcPts val="0"/>
              </a:spcAft>
              <a:buSzPts val="300"/>
              <a:buNone/>
              <a:defRPr sz="5040" b="0" i="0" u="none" strike="noStrike" cap="none">
                <a:solidFill>
                  <a:schemeClr val="dk1"/>
                </a:solidFill>
                <a:latin typeface="Calibri"/>
                <a:ea typeface="Calibri"/>
                <a:cs typeface="Calibri"/>
                <a:sym typeface="Calibri"/>
              </a:defRPr>
            </a:lvl6pPr>
            <a:lvl7pPr marR="0" lvl="6" algn="l">
              <a:spcBef>
                <a:spcPts val="0"/>
              </a:spcBef>
              <a:spcAft>
                <a:spcPts val="0"/>
              </a:spcAft>
              <a:buSzPts val="300"/>
              <a:buNone/>
              <a:defRPr sz="5040" b="0" i="0" u="none" strike="noStrike" cap="none">
                <a:solidFill>
                  <a:schemeClr val="dk1"/>
                </a:solidFill>
                <a:latin typeface="Calibri"/>
                <a:ea typeface="Calibri"/>
                <a:cs typeface="Calibri"/>
                <a:sym typeface="Calibri"/>
              </a:defRPr>
            </a:lvl7pPr>
            <a:lvl8pPr marR="0" lvl="7" algn="l">
              <a:spcBef>
                <a:spcPts val="0"/>
              </a:spcBef>
              <a:spcAft>
                <a:spcPts val="0"/>
              </a:spcAft>
              <a:buSzPts val="300"/>
              <a:buNone/>
              <a:defRPr sz="5040" b="0" i="0" u="none" strike="noStrike" cap="none">
                <a:solidFill>
                  <a:schemeClr val="dk1"/>
                </a:solidFill>
                <a:latin typeface="Calibri"/>
                <a:ea typeface="Calibri"/>
                <a:cs typeface="Calibri"/>
                <a:sym typeface="Calibri"/>
              </a:defRPr>
            </a:lvl8pPr>
            <a:lvl9pPr marR="0" lvl="8" algn="l">
              <a:spcBef>
                <a:spcPts val="0"/>
              </a:spcBef>
              <a:spcAft>
                <a:spcPts val="0"/>
              </a:spcAft>
              <a:buSzPts val="300"/>
              <a:buNone/>
              <a:defRPr sz="504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23248620" y="20340326"/>
            <a:ext cx="7406640" cy="1168640"/>
          </a:xfrm>
          <a:prstGeom prst="rect">
            <a:avLst/>
          </a:prstGeom>
          <a:noFill/>
          <a:ln>
            <a:noFill/>
          </a:ln>
        </p:spPr>
        <p:txBody>
          <a:bodyPr spcFirstLastPara="1" wrap="square" lIns="17450" tIns="8725" rIns="17450" bIns="8725" anchor="ctr" anchorCtr="0">
            <a:noAutofit/>
          </a:bodyPr>
          <a:lstStyle>
            <a:lvl1pPr marL="0" marR="0" lvl="0" indent="0" algn="r">
              <a:spcBef>
                <a:spcPts val="0"/>
              </a:spcBef>
              <a:buNone/>
              <a:defRPr sz="3960" b="0" i="0" u="none" strike="noStrike" cap="none">
                <a:solidFill>
                  <a:srgbClr val="888888"/>
                </a:solidFill>
                <a:latin typeface="Calibri"/>
                <a:ea typeface="Calibri"/>
                <a:cs typeface="Calibri"/>
                <a:sym typeface="Calibri"/>
              </a:defRPr>
            </a:lvl1pPr>
            <a:lvl2pPr marL="0" marR="0" lvl="1" indent="0" algn="r">
              <a:spcBef>
                <a:spcPts val="0"/>
              </a:spcBef>
              <a:buNone/>
              <a:defRPr sz="3960" b="0" i="0" u="none" strike="noStrike" cap="none">
                <a:solidFill>
                  <a:srgbClr val="888888"/>
                </a:solidFill>
                <a:latin typeface="Calibri"/>
                <a:ea typeface="Calibri"/>
                <a:cs typeface="Calibri"/>
                <a:sym typeface="Calibri"/>
              </a:defRPr>
            </a:lvl2pPr>
            <a:lvl3pPr marL="0" marR="0" lvl="2" indent="0" algn="r">
              <a:spcBef>
                <a:spcPts val="0"/>
              </a:spcBef>
              <a:buNone/>
              <a:defRPr sz="3960" b="0" i="0" u="none" strike="noStrike" cap="none">
                <a:solidFill>
                  <a:srgbClr val="888888"/>
                </a:solidFill>
                <a:latin typeface="Calibri"/>
                <a:ea typeface="Calibri"/>
                <a:cs typeface="Calibri"/>
                <a:sym typeface="Calibri"/>
              </a:defRPr>
            </a:lvl3pPr>
            <a:lvl4pPr marL="0" marR="0" lvl="3" indent="0" algn="r">
              <a:spcBef>
                <a:spcPts val="0"/>
              </a:spcBef>
              <a:buNone/>
              <a:defRPr sz="3960" b="0" i="0" u="none" strike="noStrike" cap="none">
                <a:solidFill>
                  <a:srgbClr val="888888"/>
                </a:solidFill>
                <a:latin typeface="Calibri"/>
                <a:ea typeface="Calibri"/>
                <a:cs typeface="Calibri"/>
                <a:sym typeface="Calibri"/>
              </a:defRPr>
            </a:lvl4pPr>
            <a:lvl5pPr marL="0" marR="0" lvl="4" indent="0" algn="r">
              <a:spcBef>
                <a:spcPts val="0"/>
              </a:spcBef>
              <a:buNone/>
              <a:defRPr sz="3960" b="0" i="0" u="none" strike="noStrike" cap="none">
                <a:solidFill>
                  <a:srgbClr val="888888"/>
                </a:solidFill>
                <a:latin typeface="Calibri"/>
                <a:ea typeface="Calibri"/>
                <a:cs typeface="Calibri"/>
                <a:sym typeface="Calibri"/>
              </a:defRPr>
            </a:lvl5pPr>
            <a:lvl6pPr marL="0" marR="0" lvl="5" indent="0" algn="r">
              <a:spcBef>
                <a:spcPts val="0"/>
              </a:spcBef>
              <a:buNone/>
              <a:defRPr sz="3960" b="0" i="0" u="none" strike="noStrike" cap="none">
                <a:solidFill>
                  <a:srgbClr val="888888"/>
                </a:solidFill>
                <a:latin typeface="Calibri"/>
                <a:ea typeface="Calibri"/>
                <a:cs typeface="Calibri"/>
                <a:sym typeface="Calibri"/>
              </a:defRPr>
            </a:lvl6pPr>
            <a:lvl7pPr marL="0" marR="0" lvl="6" indent="0" algn="r">
              <a:spcBef>
                <a:spcPts val="0"/>
              </a:spcBef>
              <a:buNone/>
              <a:defRPr sz="3960" b="0" i="0" u="none" strike="noStrike" cap="none">
                <a:solidFill>
                  <a:srgbClr val="888888"/>
                </a:solidFill>
                <a:latin typeface="Calibri"/>
                <a:ea typeface="Calibri"/>
                <a:cs typeface="Calibri"/>
                <a:sym typeface="Calibri"/>
              </a:defRPr>
            </a:lvl7pPr>
            <a:lvl8pPr marL="0" marR="0" lvl="7" indent="0" algn="r">
              <a:spcBef>
                <a:spcPts val="0"/>
              </a:spcBef>
              <a:buNone/>
              <a:defRPr sz="3960" b="0" i="0" u="none" strike="noStrike" cap="none">
                <a:solidFill>
                  <a:srgbClr val="888888"/>
                </a:solidFill>
                <a:latin typeface="Calibri"/>
                <a:ea typeface="Calibri"/>
                <a:cs typeface="Calibri"/>
                <a:sym typeface="Calibri"/>
              </a:defRPr>
            </a:lvl8pPr>
            <a:lvl9pPr marL="0" marR="0" lvl="8" indent="0" algn="r">
              <a:spcBef>
                <a:spcPts val="0"/>
              </a:spcBef>
              <a:buNone/>
              <a:defRPr sz="396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grpSp>
        <p:nvGrpSpPr>
          <p:cNvPr id="2" name="Group 1">
            <a:extLst>
              <a:ext uri="{FF2B5EF4-FFF2-40B4-BE49-F238E27FC236}">
                <a16:creationId xmlns:a16="http://schemas.microsoft.com/office/drawing/2014/main" id="{7A8B757C-1D2F-2D01-5C21-6BC1EE9201A3}"/>
              </a:ext>
            </a:extLst>
          </p:cNvPr>
          <p:cNvGrpSpPr/>
          <p:nvPr/>
        </p:nvGrpSpPr>
        <p:grpSpPr>
          <a:xfrm>
            <a:off x="524029" y="342901"/>
            <a:ext cx="32337221" cy="20175249"/>
            <a:chOff x="1067577" y="2173108"/>
            <a:chExt cx="31258623" cy="16863111"/>
          </a:xfrm>
        </p:grpSpPr>
        <p:sp>
          <p:nvSpPr>
            <p:cNvPr id="130" name="Google Shape;130;p25"/>
            <p:cNvSpPr/>
            <p:nvPr/>
          </p:nvSpPr>
          <p:spPr>
            <a:xfrm>
              <a:off x="1067577" y="9736150"/>
              <a:ext cx="9631442" cy="916920"/>
            </a:xfrm>
            <a:prstGeom prst="rect">
              <a:avLst/>
            </a:prstGeom>
            <a:solidFill>
              <a:srgbClr val="004671"/>
            </a:solidFill>
            <a:ln>
              <a:noFill/>
            </a:ln>
          </p:spPr>
          <p:txBody>
            <a:bodyPr spcFirstLastPara="1" wrap="square" lIns="62820" tIns="31410" rIns="62820" bIns="31410" anchor="ctr" anchorCtr="0">
              <a:noAutofit/>
            </a:bodyPr>
            <a:lstStyle/>
            <a:p>
              <a:pPr algn="ctr"/>
              <a:r>
                <a:rPr lang="en" sz="5040">
                  <a:solidFill>
                    <a:schemeClr val="lt1"/>
                  </a:solidFill>
                  <a:latin typeface="Times New Roman"/>
                  <a:ea typeface="Times New Roman"/>
                  <a:cs typeface="Times New Roman"/>
                  <a:sym typeface="Times New Roman"/>
                </a:rPr>
                <a:t>Methods</a:t>
              </a:r>
              <a:endParaRPr sz="1080">
                <a:latin typeface="Times New Roman"/>
                <a:ea typeface="Times New Roman"/>
                <a:cs typeface="Times New Roman"/>
                <a:sym typeface="Times New Roman"/>
              </a:endParaRPr>
            </a:p>
          </p:txBody>
        </p:sp>
        <p:sp>
          <p:nvSpPr>
            <p:cNvPr id="131" name="Google Shape;131;p25"/>
            <p:cNvSpPr/>
            <p:nvPr/>
          </p:nvSpPr>
          <p:spPr>
            <a:xfrm>
              <a:off x="1109610" y="10764437"/>
              <a:ext cx="9631440" cy="8004870"/>
            </a:xfrm>
            <a:prstGeom prst="rect">
              <a:avLst/>
            </a:prstGeom>
            <a:solidFill>
              <a:schemeClr val="lt1"/>
            </a:solidFill>
            <a:ln>
              <a:noFill/>
            </a:ln>
          </p:spPr>
          <p:txBody>
            <a:bodyPr spcFirstLastPara="1" wrap="square" lIns="62820" tIns="31410" rIns="62820" bIns="31410" anchor="t" anchorCtr="0">
              <a:noAutofit/>
            </a:bodyPr>
            <a:lstStyle/>
            <a:p>
              <a:r>
                <a:rPr lang="en" sz="3240" dirty="0">
                  <a:solidFill>
                    <a:schemeClr val="dk1"/>
                  </a:solidFill>
                  <a:latin typeface="Times New Roman"/>
                  <a:ea typeface="Times New Roman"/>
                  <a:cs typeface="Times New Roman"/>
                  <a:sym typeface="Times New Roman"/>
                </a:rPr>
                <a:t>A 40-year-old male with recurrent acute rhinosinusitis presented to our center for clinical management. A computed tomography scan revealed the presence of an incidental anatomical variant of bilateral maxillary sinuses for which we coin the term “kissing antra”.  The patient reported that he had repeated sinonasal symptoms since childhood. The patient underwent bilateral inferior turbinate submucosal resections, right concha bullosa resection, right septal reduction, and bilateral vestibular body reduction. Despite improvement in breathing, the patient continued to be symptomatic, requiring further functional endoscopic sinus surgery including bilateral maxillary antrostomies, bilateral total ethmoidectomies, and bilateral frontal sinusotomy.</a:t>
              </a:r>
              <a:endParaRPr sz="3240" dirty="0">
                <a:solidFill>
                  <a:schemeClr val="dk1"/>
                </a:solidFill>
                <a:latin typeface="Times New Roman"/>
                <a:ea typeface="Times New Roman"/>
                <a:cs typeface="Times New Roman"/>
                <a:sym typeface="Times New Roman"/>
              </a:endParaRPr>
            </a:p>
          </p:txBody>
        </p:sp>
        <p:sp>
          <p:nvSpPr>
            <p:cNvPr id="132" name="Google Shape;132;p25"/>
            <p:cNvSpPr/>
            <p:nvPr/>
          </p:nvSpPr>
          <p:spPr>
            <a:xfrm>
              <a:off x="1109609" y="5513342"/>
              <a:ext cx="9589411" cy="911520"/>
            </a:xfrm>
            <a:prstGeom prst="rect">
              <a:avLst/>
            </a:prstGeom>
            <a:solidFill>
              <a:srgbClr val="004671"/>
            </a:solidFill>
            <a:ln>
              <a:noFill/>
            </a:ln>
          </p:spPr>
          <p:txBody>
            <a:bodyPr spcFirstLastPara="1" wrap="square" lIns="62820" tIns="31410" rIns="62820" bIns="31410" anchor="ctr" anchorCtr="0">
              <a:noAutofit/>
            </a:bodyPr>
            <a:lstStyle/>
            <a:p>
              <a:pPr algn="ctr"/>
              <a:r>
                <a:rPr lang="en" sz="5040">
                  <a:solidFill>
                    <a:schemeClr val="lt1"/>
                  </a:solidFill>
                  <a:latin typeface="Times New Roman"/>
                  <a:ea typeface="Times New Roman"/>
                  <a:cs typeface="Times New Roman"/>
                  <a:sym typeface="Times New Roman"/>
                </a:rPr>
                <a:t>Introduction</a:t>
              </a:r>
              <a:endParaRPr sz="1080">
                <a:latin typeface="Times New Roman"/>
                <a:ea typeface="Times New Roman"/>
                <a:cs typeface="Times New Roman"/>
                <a:sym typeface="Times New Roman"/>
              </a:endParaRPr>
            </a:p>
          </p:txBody>
        </p:sp>
        <p:sp>
          <p:nvSpPr>
            <p:cNvPr id="133" name="Google Shape;133;p25"/>
            <p:cNvSpPr/>
            <p:nvPr/>
          </p:nvSpPr>
          <p:spPr>
            <a:xfrm>
              <a:off x="1109609" y="6424862"/>
              <a:ext cx="8760437" cy="2953800"/>
            </a:xfrm>
            <a:prstGeom prst="rect">
              <a:avLst/>
            </a:prstGeom>
            <a:solidFill>
              <a:schemeClr val="lt1"/>
            </a:solidFill>
            <a:ln>
              <a:noFill/>
            </a:ln>
          </p:spPr>
          <p:txBody>
            <a:bodyPr spcFirstLastPara="1" wrap="square" lIns="62820" tIns="31410" rIns="62820" bIns="31410" anchor="ctr" anchorCtr="0">
              <a:noAutofit/>
            </a:bodyPr>
            <a:lstStyle/>
            <a:p>
              <a:r>
                <a:rPr lang="en" sz="3240" dirty="0">
                  <a:solidFill>
                    <a:schemeClr val="dk1"/>
                  </a:solidFill>
                  <a:latin typeface="Times New Roman"/>
                  <a:ea typeface="Times New Roman"/>
                  <a:cs typeface="Times New Roman"/>
                  <a:sym typeface="Times New Roman"/>
                </a:rPr>
                <a:t>The maxillary antra, the largest paranasal sinuses, have several anatomical recesses, including the medially extending palatine recess. We report a rare variant where bilateral palatine recesses meet at the midline—we coin the term </a:t>
              </a:r>
              <a:r>
                <a:rPr lang="en" sz="3240" i="1" dirty="0">
                  <a:solidFill>
                    <a:schemeClr val="dk1"/>
                  </a:solidFill>
                  <a:latin typeface="Times New Roman"/>
                  <a:ea typeface="Times New Roman"/>
                  <a:cs typeface="Times New Roman"/>
                  <a:sym typeface="Times New Roman"/>
                </a:rPr>
                <a:t>“kissing antra.” in analogy to the term “kissing carotids”</a:t>
              </a:r>
              <a:endParaRPr sz="3240" dirty="0">
                <a:solidFill>
                  <a:schemeClr val="dk1"/>
                </a:solidFill>
                <a:latin typeface="Times New Roman"/>
                <a:ea typeface="Times New Roman"/>
                <a:cs typeface="Times New Roman"/>
                <a:sym typeface="Times New Roman"/>
              </a:endParaRPr>
            </a:p>
          </p:txBody>
        </p:sp>
        <p:sp>
          <p:nvSpPr>
            <p:cNvPr id="134" name="Google Shape;134;p25"/>
            <p:cNvSpPr/>
            <p:nvPr/>
          </p:nvSpPr>
          <p:spPr>
            <a:xfrm>
              <a:off x="1109611" y="2173108"/>
              <a:ext cx="30863160" cy="3072600"/>
            </a:xfrm>
            <a:prstGeom prst="rect">
              <a:avLst/>
            </a:prstGeom>
            <a:solidFill>
              <a:srgbClr val="004671"/>
            </a:solidFill>
            <a:ln>
              <a:noFill/>
            </a:ln>
          </p:spPr>
          <p:txBody>
            <a:bodyPr spcFirstLastPara="1" wrap="square" lIns="62820" tIns="31410" rIns="62820" bIns="31410" anchor="ctr" anchorCtr="0">
              <a:noAutofit/>
            </a:bodyPr>
            <a:lstStyle/>
            <a:p>
              <a:pPr algn="ctr"/>
              <a:endParaRPr sz="5040">
                <a:solidFill>
                  <a:schemeClr val="lt1"/>
                </a:solidFill>
                <a:latin typeface="Calibri"/>
                <a:ea typeface="Calibri"/>
                <a:cs typeface="Calibri"/>
                <a:sym typeface="Calibri"/>
              </a:endParaRPr>
            </a:p>
          </p:txBody>
        </p:sp>
        <p:sp>
          <p:nvSpPr>
            <p:cNvPr id="135" name="Google Shape;135;p25"/>
            <p:cNvSpPr/>
            <p:nvPr/>
          </p:nvSpPr>
          <p:spPr>
            <a:xfrm>
              <a:off x="1463040" y="2379204"/>
              <a:ext cx="30863160" cy="787320"/>
            </a:xfrm>
            <a:prstGeom prst="rect">
              <a:avLst/>
            </a:prstGeom>
            <a:noFill/>
            <a:ln>
              <a:noFill/>
            </a:ln>
          </p:spPr>
          <p:txBody>
            <a:bodyPr spcFirstLastPara="1" wrap="square" lIns="62820" tIns="31410" rIns="62820" bIns="31410" anchor="t" anchorCtr="0">
              <a:noAutofit/>
            </a:bodyPr>
            <a:lstStyle/>
            <a:p>
              <a:r>
                <a:rPr lang="en" sz="5760" b="1" dirty="0">
                  <a:solidFill>
                    <a:schemeClr val="lt1"/>
                  </a:solidFill>
                  <a:latin typeface="Times New Roman"/>
                  <a:ea typeface="Times New Roman"/>
                  <a:cs typeface="Times New Roman"/>
                  <a:sym typeface="Times New Roman"/>
                </a:rPr>
                <a:t>Rare Kissing Antra of the Maxillary Sinuses: Clinical Implications</a:t>
              </a:r>
              <a:endParaRPr sz="1080" dirty="0">
                <a:latin typeface="Times New Roman"/>
                <a:ea typeface="Times New Roman"/>
                <a:cs typeface="Times New Roman"/>
                <a:sym typeface="Times New Roman"/>
              </a:endParaRPr>
            </a:p>
          </p:txBody>
        </p:sp>
        <p:sp>
          <p:nvSpPr>
            <p:cNvPr id="136" name="Google Shape;136;p25"/>
            <p:cNvSpPr/>
            <p:nvPr/>
          </p:nvSpPr>
          <p:spPr>
            <a:xfrm>
              <a:off x="1463040" y="3506893"/>
              <a:ext cx="19313140" cy="1342704"/>
            </a:xfrm>
            <a:prstGeom prst="rect">
              <a:avLst/>
            </a:prstGeom>
            <a:noFill/>
            <a:ln>
              <a:noFill/>
            </a:ln>
          </p:spPr>
          <p:txBody>
            <a:bodyPr spcFirstLastPara="1" wrap="square" lIns="62820" tIns="31410" rIns="62820" bIns="31410" anchor="t" anchorCtr="0">
              <a:noAutofit/>
            </a:bodyPr>
            <a:lstStyle/>
            <a:p>
              <a:r>
                <a:rPr lang="en" sz="2800" dirty="0">
                  <a:solidFill>
                    <a:schemeClr val="lt1"/>
                  </a:solidFill>
                  <a:latin typeface="Helvetica Neue"/>
                  <a:ea typeface="Helvetica Neue"/>
                  <a:cs typeface="Helvetica Neue"/>
                  <a:sym typeface="Helvetica Neue"/>
                </a:rPr>
                <a:t>Rowa A. Mohamed</a:t>
              </a:r>
              <a:r>
                <a:rPr lang="en" sz="2800" baseline="30000" dirty="0">
                  <a:solidFill>
                    <a:schemeClr val="lt1"/>
                  </a:solidFill>
                  <a:latin typeface="Helvetica Neue"/>
                  <a:ea typeface="Helvetica Neue"/>
                  <a:cs typeface="Helvetica Neue"/>
                  <a:sym typeface="Helvetica Neue"/>
                </a:rPr>
                <a:t>1 </a:t>
              </a:r>
              <a:r>
                <a:rPr lang="en" sz="2800" dirty="0">
                  <a:solidFill>
                    <a:schemeClr val="lt1"/>
                  </a:solidFill>
                  <a:latin typeface="Helvetica Neue"/>
                  <a:ea typeface="Helvetica Neue"/>
                  <a:cs typeface="Helvetica Neue"/>
                  <a:sym typeface="Helvetica Neue"/>
                </a:rPr>
                <a:t> Mohamed S. Muneer</a:t>
              </a:r>
              <a:r>
                <a:rPr lang="en" sz="2800" baseline="30000" dirty="0">
                  <a:solidFill>
                    <a:schemeClr val="lt1"/>
                  </a:solidFill>
                  <a:latin typeface="Helvetica Neue"/>
                  <a:ea typeface="Helvetica Neue"/>
                  <a:cs typeface="Helvetica Neue"/>
                  <a:sym typeface="Helvetica Neue"/>
                </a:rPr>
                <a:t>2 </a:t>
              </a:r>
              <a:r>
                <a:rPr lang="en" sz="2800" dirty="0">
                  <a:solidFill>
                    <a:schemeClr val="lt1"/>
                  </a:solidFill>
                  <a:latin typeface="Helvetica Neue"/>
                  <a:ea typeface="Helvetica Neue"/>
                  <a:cs typeface="Helvetica Neue"/>
                  <a:sym typeface="Helvetica Neue"/>
                </a:rPr>
                <a:t>  Tarik F. Massoud</a:t>
              </a:r>
              <a:r>
                <a:rPr lang="en" sz="2800" baseline="30000" dirty="0">
                  <a:solidFill>
                    <a:schemeClr val="lt1"/>
                  </a:solidFill>
                  <a:latin typeface="Helvetica Neue"/>
                  <a:ea typeface="Helvetica Neue"/>
                  <a:cs typeface="Helvetica Neue"/>
                  <a:sym typeface="Helvetica Neue"/>
                </a:rPr>
                <a:t>2</a:t>
              </a:r>
              <a:endParaRPr sz="500" baseline="30000" dirty="0"/>
            </a:p>
            <a:p>
              <a:endParaRPr sz="500" dirty="0"/>
            </a:p>
            <a:p>
              <a:r>
                <a:rPr lang="en" sz="2400" i="1" dirty="0">
                  <a:solidFill>
                    <a:schemeClr val="lt1"/>
                  </a:solidFill>
                  <a:latin typeface="Helvetica Neue"/>
                  <a:ea typeface="Helvetica Neue"/>
                  <a:cs typeface="Helvetica Neue"/>
                  <a:sym typeface="Helvetica Neue"/>
                </a:rPr>
                <a:t>1.Saint Agnes Medical Center, Fresno, CA</a:t>
              </a:r>
              <a:endParaRPr sz="800" i="1" dirty="0">
                <a:solidFill>
                  <a:schemeClr val="lt1"/>
                </a:solidFill>
                <a:latin typeface="Helvetica Neue"/>
                <a:ea typeface="Helvetica Neue"/>
                <a:cs typeface="Helvetica Neue"/>
                <a:sym typeface="Helvetica Neue"/>
              </a:endParaRPr>
            </a:p>
            <a:p>
              <a:r>
                <a:rPr lang="en" sz="2400" i="1" dirty="0">
                  <a:solidFill>
                    <a:schemeClr val="lt1"/>
                  </a:solidFill>
                  <a:latin typeface="Helvetica Neue"/>
                  <a:ea typeface="Helvetica Neue"/>
                  <a:cs typeface="Helvetica Neue"/>
                  <a:sym typeface="Helvetica Neue"/>
                </a:rPr>
                <a:t>2.Division of Neuroimaging and </a:t>
              </a:r>
              <a:r>
                <a:rPr lang="en" sz="2400" i="1" dirty="0" err="1">
                  <a:solidFill>
                    <a:schemeClr val="lt1"/>
                  </a:solidFill>
                  <a:latin typeface="Helvetica Neue"/>
                  <a:ea typeface="Helvetica Neue"/>
                  <a:cs typeface="Helvetica Neue"/>
                  <a:sym typeface="Helvetica Neue"/>
                </a:rPr>
                <a:t>Neurointervention</a:t>
              </a:r>
              <a:r>
                <a:rPr lang="en" sz="2400" i="1" dirty="0">
                  <a:solidFill>
                    <a:schemeClr val="lt1"/>
                  </a:solidFill>
                  <a:latin typeface="Helvetica Neue"/>
                  <a:ea typeface="Helvetica Neue"/>
                  <a:cs typeface="Helvetica Neue"/>
                  <a:sym typeface="Helvetica Neue"/>
                </a:rPr>
                <a:t>, Department of Radiology, Stanford University School of Medicine, Palo Alto, CA</a:t>
              </a:r>
              <a:endParaRPr sz="2400" i="1" dirty="0">
                <a:solidFill>
                  <a:schemeClr val="lt1"/>
                </a:solidFill>
                <a:latin typeface="Helvetica Neue"/>
                <a:ea typeface="Helvetica Neue"/>
                <a:cs typeface="Helvetica Neue"/>
                <a:sym typeface="Helvetica Neue"/>
              </a:endParaRPr>
            </a:p>
          </p:txBody>
        </p:sp>
        <p:sp>
          <p:nvSpPr>
            <p:cNvPr id="137" name="Google Shape;137;p25"/>
            <p:cNvSpPr txBox="1"/>
            <p:nvPr/>
          </p:nvSpPr>
          <p:spPr>
            <a:xfrm>
              <a:off x="11563470" y="9901724"/>
              <a:ext cx="9631440" cy="1725427"/>
            </a:xfrm>
            <a:prstGeom prst="rect">
              <a:avLst/>
            </a:prstGeom>
            <a:noFill/>
            <a:ln>
              <a:noFill/>
            </a:ln>
          </p:spPr>
          <p:txBody>
            <a:bodyPr spcFirstLastPara="1" wrap="square" lIns="62820" tIns="31410" rIns="62820" bIns="31410" anchor="t" anchorCtr="0">
              <a:spAutoFit/>
            </a:bodyPr>
            <a:lstStyle/>
            <a:p>
              <a:r>
                <a:rPr lang="en" sz="2160" b="1">
                  <a:solidFill>
                    <a:schemeClr val="dk1"/>
                  </a:solidFill>
                  <a:latin typeface="Times New Roman"/>
                  <a:ea typeface="Times New Roman"/>
                  <a:cs typeface="Times New Roman"/>
                  <a:sym typeface="Times New Roman"/>
                </a:rPr>
                <a:t>Figure 1: Radiological appearances of kissing antra. (A) Sinus CT images in axial and (B) coronal planes showing bilateral palatine recess (arrows) of the maxillary sinuses, left larger than right, in the configuration of ‘kissing antra’. (C) Palatonasal recess angle measurement of the right palatine recess on a coronal sinus CT image </a:t>
              </a:r>
              <a:endParaRPr sz="1080">
                <a:latin typeface="Times New Roman"/>
                <a:ea typeface="Times New Roman"/>
                <a:cs typeface="Times New Roman"/>
                <a:sym typeface="Times New Roman"/>
              </a:endParaRPr>
            </a:p>
          </p:txBody>
        </p:sp>
        <p:sp>
          <p:nvSpPr>
            <p:cNvPr id="138" name="Google Shape;138;p25"/>
            <p:cNvSpPr txBox="1"/>
            <p:nvPr/>
          </p:nvSpPr>
          <p:spPr>
            <a:xfrm>
              <a:off x="10954660" y="17643191"/>
              <a:ext cx="9821520" cy="1393028"/>
            </a:xfrm>
            <a:prstGeom prst="rect">
              <a:avLst/>
            </a:prstGeom>
            <a:noFill/>
            <a:ln>
              <a:noFill/>
            </a:ln>
          </p:spPr>
          <p:txBody>
            <a:bodyPr spcFirstLastPara="1" wrap="square" lIns="62820" tIns="31410" rIns="62820" bIns="31410" anchor="t" anchorCtr="0">
              <a:spAutoFit/>
            </a:bodyPr>
            <a:lstStyle/>
            <a:p>
              <a:r>
                <a:rPr lang="en" sz="2160" b="1">
                  <a:solidFill>
                    <a:schemeClr val="dk1"/>
                  </a:solidFill>
                  <a:latin typeface="Calibri"/>
                  <a:ea typeface="Calibri"/>
                  <a:cs typeface="Calibri"/>
                  <a:sym typeface="Calibri"/>
                </a:rPr>
                <a:t>F</a:t>
              </a:r>
              <a:r>
                <a:rPr lang="en" sz="2160" b="1">
                  <a:solidFill>
                    <a:schemeClr val="dk1"/>
                  </a:solidFill>
                  <a:latin typeface="Times New Roman"/>
                  <a:ea typeface="Times New Roman"/>
                  <a:cs typeface="Times New Roman"/>
                  <a:sym typeface="Times New Roman"/>
                </a:rPr>
                <a:t>igure 2:Volume rendering of kissing antra on an imaging workstation. (A) Semi-automatic electronic volume measurement of bilateral maxillary sinuses on a sinus CT coronal image, and (B) volume rendering of the kissing antra (in blue) on a 3D reconstructed image </a:t>
              </a:r>
              <a:endParaRPr sz="1080">
                <a:latin typeface="Times New Roman"/>
                <a:ea typeface="Times New Roman"/>
                <a:cs typeface="Times New Roman"/>
                <a:sym typeface="Times New Roman"/>
              </a:endParaRPr>
            </a:p>
          </p:txBody>
        </p:sp>
        <p:sp>
          <p:nvSpPr>
            <p:cNvPr id="139" name="Google Shape;139;p25"/>
            <p:cNvSpPr/>
            <p:nvPr/>
          </p:nvSpPr>
          <p:spPr>
            <a:xfrm>
              <a:off x="22243452" y="12085581"/>
              <a:ext cx="9729318" cy="911520"/>
            </a:xfrm>
            <a:prstGeom prst="rect">
              <a:avLst/>
            </a:prstGeom>
            <a:solidFill>
              <a:srgbClr val="004671"/>
            </a:solidFill>
            <a:ln>
              <a:noFill/>
            </a:ln>
          </p:spPr>
          <p:txBody>
            <a:bodyPr spcFirstLastPara="1" wrap="square" lIns="62820" tIns="31410" rIns="62820" bIns="31410" anchor="ctr" anchorCtr="0">
              <a:noAutofit/>
            </a:bodyPr>
            <a:lstStyle/>
            <a:p>
              <a:pPr algn="ctr"/>
              <a:r>
                <a:rPr lang="en" sz="5040">
                  <a:solidFill>
                    <a:schemeClr val="lt1"/>
                  </a:solidFill>
                  <a:latin typeface="Times New Roman"/>
                  <a:ea typeface="Times New Roman"/>
                  <a:cs typeface="Times New Roman"/>
                  <a:sym typeface="Times New Roman"/>
                </a:rPr>
                <a:t>References</a:t>
              </a:r>
              <a:endParaRPr sz="1080">
                <a:latin typeface="Times New Roman"/>
                <a:ea typeface="Times New Roman"/>
                <a:cs typeface="Times New Roman"/>
                <a:sym typeface="Times New Roman"/>
              </a:endParaRPr>
            </a:p>
          </p:txBody>
        </p:sp>
        <p:sp>
          <p:nvSpPr>
            <p:cNvPr id="140" name="Google Shape;140;p25"/>
            <p:cNvSpPr/>
            <p:nvPr/>
          </p:nvSpPr>
          <p:spPr>
            <a:xfrm>
              <a:off x="22287962" y="13298680"/>
              <a:ext cx="9276206" cy="3088104"/>
            </a:xfrm>
            <a:prstGeom prst="rect">
              <a:avLst/>
            </a:prstGeom>
            <a:solidFill>
              <a:schemeClr val="lt1"/>
            </a:solidFill>
            <a:ln>
              <a:noFill/>
            </a:ln>
          </p:spPr>
          <p:txBody>
            <a:bodyPr spcFirstLastPara="1" wrap="square" lIns="62820" tIns="31410" rIns="62820" bIns="31410" anchor="t" anchorCtr="0">
              <a:noAutofit/>
            </a:bodyPr>
            <a:lstStyle/>
            <a:p>
              <a:r>
                <a:rPr lang="en" sz="2160" dirty="0">
                  <a:solidFill>
                    <a:schemeClr val="dk1"/>
                  </a:solidFill>
                  <a:latin typeface="Times New Roman"/>
                  <a:ea typeface="Times New Roman"/>
                  <a:cs typeface="Times New Roman"/>
                  <a:sym typeface="Times New Roman"/>
                </a:rPr>
                <a:t>1. De Oliveira AG, Silveira ODS, </a:t>
              </a:r>
              <a:r>
                <a:rPr lang="en" sz="2160" dirty="0" err="1">
                  <a:solidFill>
                    <a:schemeClr val="dk1"/>
                  </a:solidFill>
                  <a:latin typeface="Times New Roman"/>
                  <a:ea typeface="Times New Roman"/>
                  <a:cs typeface="Times New Roman"/>
                  <a:sym typeface="Times New Roman"/>
                </a:rPr>
                <a:t>Francio</a:t>
              </a:r>
              <a:r>
                <a:rPr lang="en" sz="2160" dirty="0">
                  <a:solidFill>
                    <a:schemeClr val="dk1"/>
                  </a:solidFill>
                  <a:latin typeface="Times New Roman"/>
                  <a:ea typeface="Times New Roman"/>
                  <a:cs typeface="Times New Roman"/>
                  <a:sym typeface="Times New Roman"/>
                </a:rPr>
                <a:t> LA, De Andrade Marigo Grandinetti H, Manzi FR (2012) Anatomic variations of paranasal sinuses—clinical case report. Surg </a:t>
              </a:r>
              <a:r>
                <a:rPr lang="en" sz="2160" dirty="0" err="1">
                  <a:solidFill>
                    <a:schemeClr val="dk1"/>
                  </a:solidFill>
                  <a:latin typeface="Times New Roman"/>
                  <a:ea typeface="Times New Roman"/>
                  <a:cs typeface="Times New Roman"/>
                  <a:sym typeface="Times New Roman"/>
                </a:rPr>
                <a:t>Radiol</a:t>
              </a:r>
              <a:r>
                <a:rPr lang="en" sz="2160" dirty="0">
                  <a:solidFill>
                    <a:schemeClr val="dk1"/>
                  </a:solidFill>
                  <a:latin typeface="Times New Roman"/>
                  <a:ea typeface="Times New Roman"/>
                  <a:cs typeface="Times New Roman"/>
                  <a:sym typeface="Times New Roman"/>
                </a:rPr>
                <a:t> Anat 35:535–538. https://</a:t>
              </a:r>
              <a:r>
                <a:rPr lang="en" sz="2160" dirty="0" err="1">
                  <a:solidFill>
                    <a:schemeClr val="dk1"/>
                  </a:solidFill>
                  <a:latin typeface="Times New Roman"/>
                  <a:ea typeface="Times New Roman"/>
                  <a:cs typeface="Times New Roman"/>
                  <a:sym typeface="Times New Roman"/>
                </a:rPr>
                <a:t>doi.org</a:t>
              </a:r>
              <a:r>
                <a:rPr lang="en" sz="2160" dirty="0">
                  <a:solidFill>
                    <a:schemeClr val="dk1"/>
                  </a:solidFill>
                  <a:latin typeface="Times New Roman"/>
                  <a:ea typeface="Times New Roman"/>
                  <a:cs typeface="Times New Roman"/>
                  <a:sym typeface="Times New Roman"/>
                </a:rPr>
                <a:t>/10.1007/s00276-012-1060-6 </a:t>
              </a:r>
              <a:endParaRPr sz="2160" dirty="0">
                <a:solidFill>
                  <a:schemeClr val="dk1"/>
                </a:solidFill>
                <a:latin typeface="Times New Roman"/>
                <a:ea typeface="Times New Roman"/>
                <a:cs typeface="Times New Roman"/>
                <a:sym typeface="Times New Roman"/>
              </a:endParaRPr>
            </a:p>
            <a:p>
              <a:r>
                <a:rPr lang="en" sz="2160" dirty="0">
                  <a:solidFill>
                    <a:schemeClr val="dk1"/>
                  </a:solidFill>
                  <a:latin typeface="Times New Roman"/>
                  <a:ea typeface="Times New Roman"/>
                  <a:cs typeface="Times New Roman"/>
                  <a:sym typeface="Times New Roman"/>
                </a:rPr>
                <a:t>2. </a:t>
              </a:r>
              <a:r>
                <a:rPr lang="en" sz="2160" dirty="0" err="1">
                  <a:solidFill>
                    <a:schemeClr val="dk1"/>
                  </a:solidFill>
                  <a:latin typeface="Times New Roman"/>
                  <a:ea typeface="Times New Roman"/>
                  <a:cs typeface="Times New Roman"/>
                  <a:sym typeface="Times New Roman"/>
                </a:rPr>
                <a:t>Earwaker</a:t>
              </a:r>
              <a:r>
                <a:rPr lang="en" sz="2160" dirty="0">
                  <a:solidFill>
                    <a:schemeClr val="dk1"/>
                  </a:solidFill>
                  <a:latin typeface="Times New Roman"/>
                  <a:ea typeface="Times New Roman"/>
                  <a:cs typeface="Times New Roman"/>
                  <a:sym typeface="Times New Roman"/>
                </a:rPr>
                <a:t> J (1993) Anatomic variants in sinonasal CT. </a:t>
              </a:r>
              <a:r>
                <a:rPr lang="en" sz="2160" dirty="0" err="1">
                  <a:solidFill>
                    <a:schemeClr val="dk1"/>
                  </a:solidFill>
                  <a:latin typeface="Times New Roman"/>
                  <a:ea typeface="Times New Roman"/>
                  <a:cs typeface="Times New Roman"/>
                  <a:sym typeface="Times New Roman"/>
                </a:rPr>
                <a:t>Radiographics</a:t>
              </a:r>
              <a:r>
                <a:rPr lang="en" sz="2160" dirty="0">
                  <a:solidFill>
                    <a:schemeClr val="dk1"/>
                  </a:solidFill>
                  <a:latin typeface="Times New Roman"/>
                  <a:ea typeface="Times New Roman"/>
                  <a:cs typeface="Times New Roman"/>
                  <a:sym typeface="Times New Roman"/>
                </a:rPr>
                <a:t> 13 https://</a:t>
              </a:r>
              <a:r>
                <a:rPr lang="en" sz="2160" dirty="0" err="1">
                  <a:solidFill>
                    <a:schemeClr val="dk1"/>
                  </a:solidFill>
                  <a:latin typeface="Times New Roman"/>
                  <a:ea typeface="Times New Roman"/>
                  <a:cs typeface="Times New Roman"/>
                  <a:sym typeface="Times New Roman"/>
                </a:rPr>
                <a:t>doi.org</a:t>
              </a:r>
              <a:r>
                <a:rPr lang="en" sz="2160" dirty="0">
                  <a:solidFill>
                    <a:schemeClr val="dk1"/>
                  </a:solidFill>
                  <a:latin typeface="Times New Roman"/>
                  <a:ea typeface="Times New Roman"/>
                  <a:cs typeface="Times New Roman"/>
                  <a:sym typeface="Times New Roman"/>
                </a:rPr>
                <a:t>/10.1148/radiographics.13.2 .8460226 </a:t>
              </a:r>
              <a:endParaRPr sz="2160" dirty="0">
                <a:solidFill>
                  <a:schemeClr val="dk1"/>
                </a:solidFill>
                <a:latin typeface="Times New Roman"/>
                <a:ea typeface="Times New Roman"/>
                <a:cs typeface="Times New Roman"/>
                <a:sym typeface="Times New Roman"/>
              </a:endParaRPr>
            </a:p>
            <a:p>
              <a:r>
                <a:rPr lang="en" sz="2160" dirty="0">
                  <a:solidFill>
                    <a:schemeClr val="dk1"/>
                  </a:solidFill>
                  <a:latin typeface="Times New Roman"/>
                  <a:ea typeface="Times New Roman"/>
                  <a:cs typeface="Times New Roman"/>
                  <a:sym typeface="Times New Roman"/>
                </a:rPr>
                <a:t>3. Nelke KH, Pawlak W, Morawska-Kochman M, </a:t>
              </a:r>
              <a:r>
                <a:rPr lang="en" sz="2160" dirty="0" err="1">
                  <a:solidFill>
                    <a:schemeClr val="dk1"/>
                  </a:solidFill>
                  <a:latin typeface="Times New Roman"/>
                  <a:ea typeface="Times New Roman"/>
                  <a:cs typeface="Times New Roman"/>
                  <a:sym typeface="Times New Roman"/>
                </a:rPr>
                <a:t>Guziński</a:t>
              </a:r>
              <a:r>
                <a:rPr lang="en" sz="2160" dirty="0">
                  <a:solidFill>
                    <a:schemeClr val="dk1"/>
                  </a:solidFill>
                  <a:latin typeface="Times New Roman"/>
                  <a:ea typeface="Times New Roman"/>
                  <a:cs typeface="Times New Roman"/>
                  <a:sym typeface="Times New Roman"/>
                </a:rPr>
                <a:t> M (2014) Unique canal communicating between both maxillary sinuses through the palatine recess with hypertrophy of sinuses. Br J Oral </a:t>
              </a:r>
              <a:r>
                <a:rPr lang="en" sz="2160" dirty="0" err="1">
                  <a:solidFill>
                    <a:schemeClr val="dk1"/>
                  </a:solidFill>
                  <a:latin typeface="Times New Roman"/>
                  <a:ea typeface="Times New Roman"/>
                  <a:cs typeface="Times New Roman"/>
                  <a:sym typeface="Times New Roman"/>
                </a:rPr>
                <a:t>Maxillofac</a:t>
              </a:r>
              <a:r>
                <a:rPr lang="en" sz="2160" dirty="0">
                  <a:solidFill>
                    <a:schemeClr val="dk1"/>
                  </a:solidFill>
                  <a:latin typeface="Times New Roman"/>
                  <a:ea typeface="Times New Roman"/>
                  <a:cs typeface="Times New Roman"/>
                  <a:sym typeface="Times New Roman"/>
                </a:rPr>
                <a:t> Surg 52:764–766. https://</a:t>
              </a:r>
              <a:r>
                <a:rPr lang="en" sz="2160" dirty="0" err="1">
                  <a:solidFill>
                    <a:schemeClr val="dk1"/>
                  </a:solidFill>
                  <a:latin typeface="Times New Roman"/>
                  <a:ea typeface="Times New Roman"/>
                  <a:cs typeface="Times New Roman"/>
                  <a:sym typeface="Times New Roman"/>
                </a:rPr>
                <a:t>doi.org</a:t>
              </a:r>
              <a:r>
                <a:rPr lang="en" sz="2160" dirty="0">
                  <a:solidFill>
                    <a:schemeClr val="dk1"/>
                  </a:solidFill>
                  <a:latin typeface="Times New Roman"/>
                  <a:ea typeface="Times New Roman"/>
                  <a:cs typeface="Times New Roman"/>
                  <a:sym typeface="Times New Roman"/>
                </a:rPr>
                <a:t>/10.1016/j. bjoms.2014.06.002 </a:t>
              </a:r>
              <a:endParaRPr sz="2160" dirty="0">
                <a:solidFill>
                  <a:schemeClr val="dk1"/>
                </a:solidFill>
                <a:latin typeface="Times New Roman"/>
                <a:ea typeface="Times New Roman"/>
                <a:cs typeface="Times New Roman"/>
                <a:sym typeface="Times New Roman"/>
              </a:endParaRPr>
            </a:p>
            <a:p>
              <a:r>
                <a:rPr lang="en" sz="2160" dirty="0">
                  <a:solidFill>
                    <a:schemeClr val="dk1"/>
                  </a:solidFill>
                  <a:latin typeface="Times New Roman"/>
                  <a:ea typeface="Times New Roman"/>
                  <a:cs typeface="Times New Roman"/>
                  <a:sym typeface="Times New Roman"/>
                </a:rPr>
                <a:t>4. </a:t>
              </a:r>
              <a:r>
                <a:rPr lang="en" sz="2160" dirty="0" err="1">
                  <a:solidFill>
                    <a:schemeClr val="dk1"/>
                  </a:solidFill>
                  <a:latin typeface="Times New Roman"/>
                  <a:ea typeface="Times New Roman"/>
                  <a:cs typeface="Times New Roman"/>
                  <a:sym typeface="Times New Roman"/>
                </a:rPr>
                <a:t>Omami</a:t>
              </a:r>
              <a:r>
                <a:rPr lang="en" sz="2160" dirty="0">
                  <a:solidFill>
                    <a:schemeClr val="dk1"/>
                  </a:solidFill>
                  <a:latin typeface="Times New Roman"/>
                  <a:ea typeface="Times New Roman"/>
                  <a:cs typeface="Times New Roman"/>
                  <a:sym typeface="Times New Roman"/>
                </a:rPr>
                <a:t> G (2013) Palatine recess of maxillary sinus masquerading as radiolucent lesion: Case report. Libyan Dent J 3:14815171. https://</a:t>
              </a:r>
              <a:r>
                <a:rPr lang="en" sz="2160" dirty="0" err="1">
                  <a:solidFill>
                    <a:schemeClr val="dk1"/>
                  </a:solidFill>
                  <a:latin typeface="Times New Roman"/>
                  <a:ea typeface="Times New Roman"/>
                  <a:cs typeface="Times New Roman"/>
                  <a:sym typeface="Times New Roman"/>
                </a:rPr>
                <a:t>doi.org</a:t>
              </a:r>
              <a:r>
                <a:rPr lang="en" sz="2160" dirty="0">
                  <a:solidFill>
                    <a:schemeClr val="dk1"/>
                  </a:solidFill>
                  <a:latin typeface="Times New Roman"/>
                  <a:ea typeface="Times New Roman"/>
                  <a:cs typeface="Times New Roman"/>
                  <a:sym typeface="Times New Roman"/>
                </a:rPr>
                <a:t>/10.5542/LDJ.v3i0</a:t>
              </a:r>
              <a:endParaRPr sz="2160" dirty="0">
                <a:solidFill>
                  <a:schemeClr val="dk1"/>
                </a:solidFill>
                <a:latin typeface="Times New Roman"/>
                <a:ea typeface="Times New Roman"/>
                <a:cs typeface="Times New Roman"/>
                <a:sym typeface="Times New Roman"/>
              </a:endParaRPr>
            </a:p>
          </p:txBody>
        </p:sp>
        <p:sp>
          <p:nvSpPr>
            <p:cNvPr id="141" name="Google Shape;141;p25"/>
            <p:cNvSpPr/>
            <p:nvPr/>
          </p:nvSpPr>
          <p:spPr>
            <a:xfrm>
              <a:off x="22219380" y="5506863"/>
              <a:ext cx="9753390" cy="918000"/>
            </a:xfrm>
            <a:prstGeom prst="rect">
              <a:avLst/>
            </a:prstGeom>
            <a:solidFill>
              <a:srgbClr val="004671"/>
            </a:solidFill>
            <a:ln>
              <a:noFill/>
            </a:ln>
          </p:spPr>
          <p:txBody>
            <a:bodyPr spcFirstLastPara="1" wrap="square" lIns="62820" tIns="31410" rIns="62820" bIns="31410" anchor="ctr" anchorCtr="0">
              <a:noAutofit/>
            </a:bodyPr>
            <a:lstStyle/>
            <a:p>
              <a:pPr algn="ctr"/>
              <a:r>
                <a:rPr lang="en" sz="5040">
                  <a:solidFill>
                    <a:schemeClr val="lt1"/>
                  </a:solidFill>
                  <a:latin typeface="Times New Roman"/>
                  <a:ea typeface="Times New Roman"/>
                  <a:cs typeface="Times New Roman"/>
                  <a:sym typeface="Times New Roman"/>
                </a:rPr>
                <a:t>Discussion</a:t>
              </a:r>
              <a:endParaRPr sz="1080">
                <a:latin typeface="Times New Roman"/>
                <a:ea typeface="Times New Roman"/>
                <a:cs typeface="Times New Roman"/>
                <a:sym typeface="Times New Roman"/>
              </a:endParaRPr>
            </a:p>
          </p:txBody>
        </p:sp>
        <p:sp>
          <p:nvSpPr>
            <p:cNvPr id="142" name="Google Shape;142;p25"/>
            <p:cNvSpPr/>
            <p:nvPr/>
          </p:nvSpPr>
          <p:spPr>
            <a:xfrm>
              <a:off x="22287962" y="6495880"/>
              <a:ext cx="9276205" cy="5288123"/>
            </a:xfrm>
            <a:prstGeom prst="rect">
              <a:avLst/>
            </a:prstGeom>
            <a:solidFill>
              <a:schemeClr val="lt1"/>
            </a:solidFill>
            <a:ln>
              <a:noFill/>
            </a:ln>
          </p:spPr>
          <p:txBody>
            <a:bodyPr spcFirstLastPara="1" wrap="square" lIns="62820" tIns="31410" rIns="62820" bIns="31410" anchor="t" anchorCtr="0">
              <a:noAutofit/>
            </a:bodyPr>
            <a:lstStyle/>
            <a:p>
              <a:r>
                <a:rPr lang="en" sz="3240" dirty="0">
                  <a:solidFill>
                    <a:schemeClr val="dk1"/>
                  </a:solidFill>
                  <a:latin typeface="Times New Roman"/>
                  <a:ea typeface="Times New Roman"/>
                  <a:cs typeface="Times New Roman"/>
                  <a:sym typeface="Times New Roman"/>
                </a:rPr>
                <a:t>This case report highlights a rare anatomical variant called </a:t>
              </a:r>
              <a:r>
                <a:rPr lang="en" sz="3240" i="1" dirty="0">
                  <a:solidFill>
                    <a:schemeClr val="dk1"/>
                  </a:solidFill>
                  <a:latin typeface="Times New Roman"/>
                  <a:ea typeface="Times New Roman"/>
                  <a:cs typeface="Times New Roman"/>
                  <a:sym typeface="Times New Roman"/>
                </a:rPr>
                <a:t>kissing antra</a:t>
              </a:r>
              <a:r>
                <a:rPr lang="en" sz="3240" dirty="0">
                  <a:solidFill>
                    <a:schemeClr val="dk1"/>
                  </a:solidFill>
                  <a:latin typeface="Times New Roman"/>
                  <a:ea typeface="Times New Roman"/>
                  <a:cs typeface="Times New Roman"/>
                  <a:sym typeface="Times New Roman"/>
                </a:rPr>
                <a:t>, where bilateral palatine recesses of the maxillary sinuses meet at the midline. While palatine recesses are seen bilaterally, this specific variant is extremely rare, with an incidence of only 0.0038%. The condition may be congenital, linked to early fetal development of the maxilla and palate. Clinically, kissing antra can be mistaken for pathological lesions on imaging, complicate sinus drainage, and pose challenges during sinus surgeries such as augmentation. Awareness of this variant is important for accurate diagnosis and surgical planning.</a:t>
              </a:r>
              <a:endParaRPr sz="2160" dirty="0">
                <a:solidFill>
                  <a:schemeClr val="dk1"/>
                </a:solidFill>
                <a:latin typeface="Times New Roman"/>
                <a:ea typeface="Times New Roman"/>
                <a:cs typeface="Times New Roman"/>
                <a:sym typeface="Times New Roman"/>
              </a:endParaRPr>
            </a:p>
          </p:txBody>
        </p:sp>
        <p:sp>
          <p:nvSpPr>
            <p:cNvPr id="143" name="Google Shape;143;p25"/>
            <p:cNvSpPr/>
            <p:nvPr/>
          </p:nvSpPr>
          <p:spPr>
            <a:xfrm>
              <a:off x="11144250" y="5513342"/>
              <a:ext cx="10698480" cy="428004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2820" tIns="31410" rIns="62820" bIns="31410" anchor="ctr" anchorCtr="0">
              <a:noAutofit/>
            </a:bodyPr>
            <a:lstStyle/>
            <a:p>
              <a:pPr algn="ctr"/>
              <a:endParaRPr sz="5040">
                <a:solidFill>
                  <a:schemeClr val="dk1"/>
                </a:solidFill>
                <a:latin typeface="Calibri"/>
                <a:ea typeface="Calibri"/>
                <a:cs typeface="Calibri"/>
                <a:sym typeface="Calibri"/>
              </a:endParaRPr>
            </a:p>
          </p:txBody>
        </p:sp>
        <p:sp>
          <p:nvSpPr>
            <p:cNvPr id="144" name="Google Shape;144;p25"/>
            <p:cNvSpPr/>
            <p:nvPr/>
          </p:nvSpPr>
          <p:spPr>
            <a:xfrm>
              <a:off x="10953630" y="11671830"/>
              <a:ext cx="10698480" cy="55944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2820" tIns="31410" rIns="62820" bIns="31410" anchor="ctr" anchorCtr="0">
              <a:noAutofit/>
            </a:bodyPr>
            <a:lstStyle/>
            <a:p>
              <a:pPr algn="ctr"/>
              <a:endParaRPr sz="5040">
                <a:solidFill>
                  <a:schemeClr val="dk1"/>
                </a:solidFill>
                <a:latin typeface="Calibri"/>
                <a:ea typeface="Calibri"/>
                <a:cs typeface="Calibri"/>
                <a:sym typeface="Calibri"/>
              </a:endParaRPr>
            </a:p>
          </p:txBody>
        </p:sp>
        <p:pic>
          <p:nvPicPr>
            <p:cNvPr id="146" name="Google Shape;146;p25" title="Screenshot 2025-04-23 at 8.03.37 PM.png"/>
            <p:cNvPicPr preferRelativeResize="0"/>
            <p:nvPr/>
          </p:nvPicPr>
          <p:blipFill rotWithShape="1">
            <a:blip r:embed="rId3">
              <a:alphaModFix/>
            </a:blip>
            <a:srcRect l="27626" t="29735" r="27786" b="47149"/>
            <a:stretch/>
          </p:blipFill>
          <p:spPr>
            <a:xfrm>
              <a:off x="10994803" y="5513312"/>
              <a:ext cx="10698487" cy="4279957"/>
            </a:xfrm>
            <a:prstGeom prst="rect">
              <a:avLst/>
            </a:prstGeom>
            <a:solidFill>
              <a:schemeClr val="lt1"/>
            </a:solidFill>
            <a:ln>
              <a:noFill/>
            </a:ln>
          </p:spPr>
        </p:pic>
        <p:pic>
          <p:nvPicPr>
            <p:cNvPr id="147" name="Google Shape;147;p25" title="Screenshot 2025-04-23 at 8.03.37 PM.png"/>
            <p:cNvPicPr preferRelativeResize="0"/>
            <p:nvPr/>
          </p:nvPicPr>
          <p:blipFill rotWithShape="1">
            <a:blip r:embed="rId3">
              <a:alphaModFix/>
            </a:blip>
            <a:srcRect l="27626" t="60363" r="27786" b="13995"/>
            <a:stretch/>
          </p:blipFill>
          <p:spPr>
            <a:xfrm>
              <a:off x="10953630" y="11722727"/>
              <a:ext cx="10698487" cy="5492614"/>
            </a:xfrm>
            <a:prstGeom prst="rect">
              <a:avLst/>
            </a:prstGeom>
            <a:solidFill>
              <a:schemeClr val="lt1"/>
            </a:solidFill>
            <a:ln w="12700" cap="flat" cmpd="sng">
              <a:solidFill>
                <a:schemeClr val="accent2"/>
              </a:solidFill>
              <a:prstDash val="solid"/>
              <a:miter lim="8000"/>
              <a:headEnd type="none" w="sm" len="sm"/>
              <a:tailEnd type="none" w="sm" len="sm"/>
            </a:ln>
          </p:spPr>
        </p:pic>
      </p:grpSp>
      <p:pic>
        <p:nvPicPr>
          <p:cNvPr id="148" name="Picture 147" descr="67C.png"/>
          <p:cNvPicPr>
            <a:picLocks noChangeAspect="1"/>
          </p:cNvPicPr>
          <p:nvPr/>
        </p:nvPicPr>
        <p:blipFill>
          <a:blip r:embed="rId4"/>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602</Words>
  <Application>Microsoft Macintosh PowerPoint</Application>
  <PresentationFormat>Custom</PresentationFormat>
  <Paragraphs>19</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Times New Roman</vt:lpstr>
      <vt:lpstr>Calibri</vt:lpstr>
      <vt:lpstr>Helvetica Neue</vt:lpstr>
      <vt:lpstr>Simple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2025-04-27T04:04:18Z</dcterms:modified>
</cp:coreProperties>
</file>