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61"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71"/>
    <a:srgbClr val="1182B6"/>
    <a:srgbClr val="335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20ED2-5514-5FE6-DB25-1CD115EB9254}" v="167" dt="2025-04-22T22:03:38.230"/>
    <p1510:client id="{4A123B69-7E2A-F248-AA0D-BF317DBC3D68}" v="4" dt="2025-04-24T00:41:28.978"/>
    <p1510:client id="{5BE258F5-2427-70FF-28EF-22C0CD690D03}" v="16" dt="2025-04-23T23:25:24.534"/>
    <p1510:client id="{7A6B2451-5137-16B2-6271-25A5A87DB0C0}" v="14" dt="2025-04-22T22:07:35.001"/>
    <p1510:client id="{A136B2A1-75BC-E0CA-403F-0EC3656DEB99}" v="7" dt="2025-04-24T00:52:06.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04"/>
    <p:restoredTop sz="94694"/>
  </p:normalViewPr>
  <p:slideViewPr>
    <p:cSldViewPr snapToGrid="0">
      <p:cViewPr varScale="1">
        <p:scale>
          <a:sx n="35" d="100"/>
          <a:sy n="35" d="100"/>
        </p:scale>
        <p:origin x="200" y="288"/>
      </p:cViewPr>
      <p:guideLst>
        <p:guide orient="horz" pos="6912"/>
        <p:guide pos="10368"/>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rin Nikravangolsefid" userId="S::nasrin.nikravangolsefid@samc.com::57dfdcc4-ba78-4f5b-8e42-2bfc3601f06b" providerId="AD" clId="Web-{8A698F63-5A6D-8F10-2A20-AB4C3A6A534F}"/>
    <pc:docChg chg="delSld modSld">
      <pc:chgData name="Nasrin Nikravangolsefid" userId="S::nasrin.nikravangolsefid@samc.com::57dfdcc4-ba78-4f5b-8e42-2bfc3601f06b" providerId="AD" clId="Web-{8A698F63-5A6D-8F10-2A20-AB4C3A6A534F}" dt="2025-03-17T00:30:27.459" v="374"/>
      <pc:docMkLst>
        <pc:docMk/>
      </pc:docMkLst>
      <pc:sldChg chg="del">
        <pc:chgData name="Nasrin Nikravangolsefid" userId="S::nasrin.nikravangolsefid@samc.com::57dfdcc4-ba78-4f5b-8e42-2bfc3601f06b" providerId="AD" clId="Web-{8A698F63-5A6D-8F10-2A20-AB4C3A6A534F}" dt="2025-03-17T00:30:16.912" v="365"/>
        <pc:sldMkLst>
          <pc:docMk/>
          <pc:sldMk cId="0" sldId="256"/>
        </pc:sldMkLst>
      </pc:sldChg>
      <pc:sldChg chg="del">
        <pc:chgData name="Nasrin Nikravangolsefid" userId="S::nasrin.nikravangolsefid@samc.com::57dfdcc4-ba78-4f5b-8e42-2bfc3601f06b" providerId="AD" clId="Web-{8A698F63-5A6D-8F10-2A20-AB4C3A6A534F}" dt="2025-03-17T00:30:15.115" v="363"/>
        <pc:sldMkLst>
          <pc:docMk/>
          <pc:sldMk cId="1960188261" sldId="257"/>
        </pc:sldMkLst>
      </pc:sldChg>
      <pc:sldChg chg="del">
        <pc:chgData name="Nasrin Nikravangolsefid" userId="S::nasrin.nikravangolsefid@samc.com::57dfdcc4-ba78-4f5b-8e42-2bfc3601f06b" providerId="AD" clId="Web-{8A698F63-5A6D-8F10-2A20-AB4C3A6A534F}" dt="2025-03-17T00:30:15.928" v="364"/>
        <pc:sldMkLst>
          <pc:docMk/>
          <pc:sldMk cId="3953415026" sldId="258"/>
        </pc:sldMkLst>
      </pc:sldChg>
      <pc:sldChg chg="addSp delSp modSp">
        <pc:chgData name="Nasrin Nikravangolsefid" userId="S::nasrin.nikravangolsefid@samc.com::57dfdcc4-ba78-4f5b-8e42-2bfc3601f06b" providerId="AD" clId="Web-{8A698F63-5A6D-8F10-2A20-AB4C3A6A534F}" dt="2025-03-17T00:26:12.957" v="360" actId="20577"/>
        <pc:sldMkLst>
          <pc:docMk/>
          <pc:sldMk cId="2928619675" sldId="261"/>
        </pc:sldMkLst>
        <pc:spChg chg="mod">
          <ac:chgData name="Nasrin Nikravangolsefid" userId="S::nasrin.nikravangolsefid@samc.com::57dfdcc4-ba78-4f5b-8e42-2bfc3601f06b" providerId="AD" clId="Web-{8A698F63-5A6D-8F10-2A20-AB4C3A6A534F}" dt="2025-03-16T23:57:55.923" v="198" actId="1076"/>
          <ac:spMkLst>
            <pc:docMk/>
            <pc:sldMk cId="2928619675" sldId="261"/>
            <ac:spMk id="2" creationId="{00000000-0000-0000-0000-000000000000}"/>
          </ac:spMkLst>
        </pc:spChg>
        <pc:spChg chg="add mod">
          <ac:chgData name="Nasrin Nikravangolsefid" userId="S::nasrin.nikravangolsefid@samc.com::57dfdcc4-ba78-4f5b-8e42-2bfc3601f06b" providerId="AD" clId="Web-{8A698F63-5A6D-8F10-2A20-AB4C3A6A534F}" dt="2025-03-16T23:58:01.892" v="199" actId="1076"/>
          <ac:spMkLst>
            <pc:docMk/>
            <pc:sldMk cId="2928619675" sldId="261"/>
            <ac:spMk id="4" creationId="{159A110F-8085-868E-B2C7-FC85831452C6}"/>
          </ac:spMkLst>
        </pc:spChg>
        <pc:spChg chg="del mod">
          <ac:chgData name="Nasrin Nikravangolsefid" userId="S::nasrin.nikravangolsefid@samc.com::57dfdcc4-ba78-4f5b-8e42-2bfc3601f06b" providerId="AD" clId="Web-{8A698F63-5A6D-8F10-2A20-AB4C3A6A534F}" dt="2025-03-16T23:40:55.767" v="26"/>
          <ac:spMkLst>
            <pc:docMk/>
            <pc:sldMk cId="2928619675" sldId="261"/>
            <ac:spMk id="6" creationId="{00000000-0000-0000-0000-000000000000}"/>
          </ac:spMkLst>
        </pc:spChg>
        <pc:spChg chg="mod">
          <ac:chgData name="Nasrin Nikravangolsefid" userId="S::nasrin.nikravangolsefid@samc.com::57dfdcc4-ba78-4f5b-8e42-2bfc3601f06b" providerId="AD" clId="Web-{8A698F63-5A6D-8F10-2A20-AB4C3A6A534F}" dt="2025-03-16T23:47:01.970" v="119" actId="20577"/>
          <ac:spMkLst>
            <pc:docMk/>
            <pc:sldMk cId="2928619675" sldId="261"/>
            <ac:spMk id="7" creationId="{00000000-0000-0000-0000-000000000000}"/>
          </ac:spMkLst>
        </pc:spChg>
        <pc:spChg chg="mod">
          <ac:chgData name="Nasrin Nikravangolsefid" userId="S::nasrin.nikravangolsefid@samc.com::57dfdcc4-ba78-4f5b-8e42-2bfc3601f06b" providerId="AD" clId="Web-{8A698F63-5A6D-8F10-2A20-AB4C3A6A534F}" dt="2025-03-17T00:16:24.601" v="293" actId="14100"/>
          <ac:spMkLst>
            <pc:docMk/>
            <pc:sldMk cId="2928619675" sldId="261"/>
            <ac:spMk id="28" creationId="{00000000-0000-0000-0000-000000000000}"/>
          </ac:spMkLst>
        </pc:spChg>
        <pc:spChg chg="mod">
          <ac:chgData name="Nasrin Nikravangolsefid" userId="S::nasrin.nikravangolsefid@samc.com::57dfdcc4-ba78-4f5b-8e42-2bfc3601f06b" providerId="AD" clId="Web-{8A698F63-5A6D-8F10-2A20-AB4C3A6A534F}" dt="2025-03-16T23:51:44.771" v="162" actId="20577"/>
          <ac:spMkLst>
            <pc:docMk/>
            <pc:sldMk cId="2928619675" sldId="261"/>
            <ac:spMk id="29" creationId="{00000000-0000-0000-0000-000000000000}"/>
          </ac:spMkLst>
        </pc:spChg>
        <pc:spChg chg="mod">
          <ac:chgData name="Nasrin Nikravangolsefid" userId="S::nasrin.nikravangolsefid@samc.com::57dfdcc4-ba78-4f5b-8e42-2bfc3601f06b" providerId="AD" clId="Web-{8A698F63-5A6D-8F10-2A20-AB4C3A6A534F}" dt="2025-03-17T00:15:51.007" v="288" actId="20577"/>
          <ac:spMkLst>
            <pc:docMk/>
            <pc:sldMk cId="2928619675" sldId="261"/>
            <ac:spMk id="31" creationId="{00000000-0000-0000-0000-000000000000}"/>
          </ac:spMkLst>
        </pc:spChg>
        <pc:spChg chg="mod">
          <ac:chgData name="Nasrin Nikravangolsefid" userId="S::nasrin.nikravangolsefid@samc.com::57dfdcc4-ba78-4f5b-8e42-2bfc3601f06b" providerId="AD" clId="Web-{8A698F63-5A6D-8F10-2A20-AB4C3A6A534F}" dt="2025-03-16T23:59:57.549" v="215" actId="1076"/>
          <ac:spMkLst>
            <pc:docMk/>
            <pc:sldMk cId="2928619675" sldId="261"/>
            <ac:spMk id="60" creationId="{00000000-0000-0000-0000-000000000000}"/>
          </ac:spMkLst>
        </pc:spChg>
        <pc:spChg chg="mod">
          <ac:chgData name="Nasrin Nikravangolsefid" userId="S::nasrin.nikravangolsefid@samc.com::57dfdcc4-ba78-4f5b-8e42-2bfc3601f06b" providerId="AD" clId="Web-{8A698F63-5A6D-8F10-2A20-AB4C3A6A534F}" dt="2025-03-17T00:14:08.457" v="273" actId="20577"/>
          <ac:spMkLst>
            <pc:docMk/>
            <pc:sldMk cId="2928619675" sldId="261"/>
            <ac:spMk id="76" creationId="{00000000-0000-0000-0000-000000000000}"/>
          </ac:spMkLst>
        </pc:spChg>
        <pc:spChg chg="mod">
          <ac:chgData name="Nasrin Nikravangolsefid" userId="S::nasrin.nikravangolsefid@samc.com::57dfdcc4-ba78-4f5b-8e42-2bfc3601f06b" providerId="AD" clId="Web-{8A698F63-5A6D-8F10-2A20-AB4C3A6A534F}" dt="2025-03-17T00:19:44.214" v="305" actId="20577"/>
          <ac:spMkLst>
            <pc:docMk/>
            <pc:sldMk cId="2928619675" sldId="261"/>
            <ac:spMk id="78" creationId="{00000000-0000-0000-0000-000000000000}"/>
          </ac:spMkLst>
        </pc:spChg>
        <pc:spChg chg="add del mod">
          <ac:chgData name="Nasrin Nikravangolsefid" userId="S::nasrin.nikravangolsefid@samc.com::57dfdcc4-ba78-4f5b-8e42-2bfc3601f06b" providerId="AD" clId="Web-{8A698F63-5A6D-8F10-2A20-AB4C3A6A534F}" dt="2025-03-17T00:21:38.074" v="332" actId="20577"/>
          <ac:spMkLst>
            <pc:docMk/>
            <pc:sldMk cId="2928619675" sldId="261"/>
            <ac:spMk id="80" creationId="{00000000-0000-0000-0000-000000000000}"/>
          </ac:spMkLst>
        </pc:spChg>
        <pc:spChg chg="mod">
          <ac:chgData name="Nasrin Nikravangolsefid" userId="S::nasrin.nikravangolsefid@samc.com::57dfdcc4-ba78-4f5b-8e42-2bfc3601f06b" providerId="AD" clId="Web-{8A698F63-5A6D-8F10-2A20-AB4C3A6A534F}" dt="2025-03-17T00:26:12.957" v="360" actId="20577"/>
          <ac:spMkLst>
            <pc:docMk/>
            <pc:sldMk cId="2928619675" sldId="261"/>
            <ac:spMk id="84" creationId="{00000000-0000-0000-0000-000000000000}"/>
          </ac:spMkLst>
        </pc:spChg>
        <pc:spChg chg="mod">
          <ac:chgData name="Nasrin Nikravangolsefid" userId="S::nasrin.nikravangolsefid@samc.com::57dfdcc4-ba78-4f5b-8e42-2bfc3601f06b" providerId="AD" clId="Web-{8A698F63-5A6D-8F10-2A20-AB4C3A6A534F}" dt="2025-03-17T00:17:41.602" v="299" actId="20577"/>
          <ac:spMkLst>
            <pc:docMk/>
            <pc:sldMk cId="2928619675" sldId="261"/>
            <ac:spMk id="92" creationId="{00000000-0000-0000-0000-000000000000}"/>
          </ac:spMkLst>
        </pc:spChg>
        <pc:picChg chg="add del mod">
          <ac:chgData name="Nasrin Nikravangolsefid" userId="S::nasrin.nikravangolsefid@samc.com::57dfdcc4-ba78-4f5b-8e42-2bfc3601f06b" providerId="AD" clId="Web-{8A698F63-5A6D-8F10-2A20-AB4C3A6A534F}" dt="2025-03-16T23:58:18.720" v="202"/>
          <ac:picMkLst>
            <pc:docMk/>
            <pc:sldMk cId="2928619675" sldId="261"/>
            <ac:picMk id="3" creationId="{CA1DF8AB-EFDC-62FD-02BB-DE7643D38E78}"/>
          </ac:picMkLst>
        </pc:picChg>
        <pc:picChg chg="add mod">
          <ac:chgData name="Nasrin Nikravangolsefid" userId="S::nasrin.nikravangolsefid@samc.com::57dfdcc4-ba78-4f5b-8e42-2bfc3601f06b" providerId="AD" clId="Web-{8A698F63-5A6D-8F10-2A20-AB4C3A6A534F}" dt="2025-03-16T23:58:37.720" v="204" actId="1076"/>
          <ac:picMkLst>
            <pc:docMk/>
            <pc:sldMk cId="2928619675" sldId="261"/>
            <ac:picMk id="9" creationId="{0679FBEF-2E19-B00C-E859-144330A767E8}"/>
          </ac:picMkLst>
        </pc:picChg>
        <pc:picChg chg="add del mod">
          <ac:chgData name="Nasrin Nikravangolsefid" userId="S::nasrin.nikravangolsefid@samc.com::57dfdcc4-ba78-4f5b-8e42-2bfc3601f06b" providerId="AD" clId="Web-{8A698F63-5A6D-8F10-2A20-AB4C3A6A534F}" dt="2025-03-16T23:59:25.392" v="210"/>
          <ac:picMkLst>
            <pc:docMk/>
            <pc:sldMk cId="2928619675" sldId="261"/>
            <ac:picMk id="10" creationId="{4D4085F1-01FB-DCDA-DA7F-78F245F9FB63}"/>
          </ac:picMkLst>
        </pc:picChg>
        <pc:picChg chg="add mod modCrop">
          <ac:chgData name="Nasrin Nikravangolsefid" userId="S::nasrin.nikravangolsefid@samc.com::57dfdcc4-ba78-4f5b-8e42-2bfc3601f06b" providerId="AD" clId="Web-{8A698F63-5A6D-8F10-2A20-AB4C3A6A534F}" dt="2025-03-17T00:11:28.221" v="242"/>
          <ac:picMkLst>
            <pc:docMk/>
            <pc:sldMk cId="2928619675" sldId="261"/>
            <ac:picMk id="12" creationId="{7BCCB1E1-E6B2-41FC-3FBB-E351A4D2B0BD}"/>
          </ac:picMkLst>
        </pc:picChg>
        <pc:picChg chg="add del mod">
          <ac:chgData name="Nasrin Nikravangolsefid" userId="S::nasrin.nikravangolsefid@samc.com::57dfdcc4-ba78-4f5b-8e42-2bfc3601f06b" providerId="AD" clId="Web-{8A698F63-5A6D-8F10-2A20-AB4C3A6A534F}" dt="2025-03-17T00:10:16.955" v="232"/>
          <ac:picMkLst>
            <pc:docMk/>
            <pc:sldMk cId="2928619675" sldId="261"/>
            <ac:picMk id="13" creationId="{078DC5D2-86FD-F1DB-3E51-9DB24C6E1999}"/>
          </ac:picMkLst>
        </pc:picChg>
        <pc:picChg chg="add mod modCrop">
          <ac:chgData name="Nasrin Nikravangolsefid" userId="S::nasrin.nikravangolsefid@samc.com::57dfdcc4-ba78-4f5b-8e42-2bfc3601f06b" providerId="AD" clId="Web-{8A698F63-5A6D-8F10-2A20-AB4C3A6A534F}" dt="2025-03-17T00:11:07.861" v="239" actId="1076"/>
          <ac:picMkLst>
            <pc:docMk/>
            <pc:sldMk cId="2928619675" sldId="261"/>
            <ac:picMk id="14" creationId="{02ACA589-28F6-D064-3BAB-7F48AF9D3D8B}"/>
          </ac:picMkLst>
        </pc:picChg>
      </pc:sldChg>
      <pc:sldChg chg="del">
        <pc:chgData name="Nasrin Nikravangolsefid" userId="S::nasrin.nikravangolsefid@samc.com::57dfdcc4-ba78-4f5b-8e42-2bfc3601f06b" providerId="AD" clId="Web-{8A698F63-5A6D-8F10-2A20-AB4C3A6A534F}" dt="2025-03-17T00:30:13.584" v="361"/>
        <pc:sldMkLst>
          <pc:docMk/>
          <pc:sldMk cId="381494401" sldId="262"/>
        </pc:sldMkLst>
      </pc:sldChg>
      <pc:sldChg chg="del">
        <pc:chgData name="Nasrin Nikravangolsefid" userId="S::nasrin.nikravangolsefid@samc.com::57dfdcc4-ba78-4f5b-8e42-2bfc3601f06b" providerId="AD" clId="Web-{8A698F63-5A6D-8F10-2A20-AB4C3A6A534F}" dt="2025-03-17T00:30:14.271" v="362"/>
        <pc:sldMkLst>
          <pc:docMk/>
          <pc:sldMk cId="3934417491" sldId="263"/>
        </pc:sldMkLst>
      </pc:sldChg>
      <pc:sldChg chg="del">
        <pc:chgData name="Nasrin Nikravangolsefid" userId="S::nasrin.nikravangolsefid@samc.com::57dfdcc4-ba78-4f5b-8e42-2bfc3601f06b" providerId="AD" clId="Web-{8A698F63-5A6D-8F10-2A20-AB4C3A6A534F}" dt="2025-03-17T00:30:17.631" v="366"/>
        <pc:sldMkLst>
          <pc:docMk/>
          <pc:sldMk cId="0" sldId="265"/>
        </pc:sldMkLst>
      </pc:sldChg>
      <pc:sldChg chg="del">
        <pc:chgData name="Nasrin Nikravangolsefid" userId="S::nasrin.nikravangolsefid@samc.com::57dfdcc4-ba78-4f5b-8e42-2bfc3601f06b" providerId="AD" clId="Web-{8A698F63-5A6D-8F10-2A20-AB4C3A6A534F}" dt="2025-03-17T00:30:19.084" v="367"/>
        <pc:sldMkLst>
          <pc:docMk/>
          <pc:sldMk cId="4038871067" sldId="266"/>
        </pc:sldMkLst>
      </pc:sldChg>
      <pc:sldChg chg="del">
        <pc:chgData name="Nasrin Nikravangolsefid" userId="S::nasrin.nikravangolsefid@samc.com::57dfdcc4-ba78-4f5b-8e42-2bfc3601f06b" providerId="AD" clId="Web-{8A698F63-5A6D-8F10-2A20-AB4C3A6A534F}" dt="2025-03-17T00:30:19.740" v="368"/>
        <pc:sldMkLst>
          <pc:docMk/>
          <pc:sldMk cId="0" sldId="267"/>
        </pc:sldMkLst>
      </pc:sldChg>
      <pc:sldChg chg="del">
        <pc:chgData name="Nasrin Nikravangolsefid" userId="S::nasrin.nikravangolsefid@samc.com::57dfdcc4-ba78-4f5b-8e42-2bfc3601f06b" providerId="AD" clId="Web-{8A698F63-5A6D-8F10-2A20-AB4C3A6A534F}" dt="2025-03-17T00:30:20.334" v="369"/>
        <pc:sldMkLst>
          <pc:docMk/>
          <pc:sldMk cId="3496102778" sldId="268"/>
        </pc:sldMkLst>
      </pc:sldChg>
      <pc:sldChg chg="del">
        <pc:chgData name="Nasrin Nikravangolsefid" userId="S::nasrin.nikravangolsefid@samc.com::57dfdcc4-ba78-4f5b-8e42-2bfc3601f06b" providerId="AD" clId="Web-{8A698F63-5A6D-8F10-2A20-AB4C3A6A534F}" dt="2025-03-17T00:30:22.506" v="370"/>
        <pc:sldMkLst>
          <pc:docMk/>
          <pc:sldMk cId="1488620910" sldId="269"/>
        </pc:sldMkLst>
      </pc:sldChg>
      <pc:sldChg chg="del">
        <pc:chgData name="Nasrin Nikravangolsefid" userId="S::nasrin.nikravangolsefid@samc.com::57dfdcc4-ba78-4f5b-8e42-2bfc3601f06b" providerId="AD" clId="Web-{8A698F63-5A6D-8F10-2A20-AB4C3A6A534F}" dt="2025-03-17T00:30:23.178" v="371"/>
        <pc:sldMkLst>
          <pc:docMk/>
          <pc:sldMk cId="0" sldId="270"/>
        </pc:sldMkLst>
      </pc:sldChg>
      <pc:sldChg chg="del">
        <pc:chgData name="Nasrin Nikravangolsefid" userId="S::nasrin.nikravangolsefid@samc.com::57dfdcc4-ba78-4f5b-8e42-2bfc3601f06b" providerId="AD" clId="Web-{8A698F63-5A6D-8F10-2A20-AB4C3A6A534F}" dt="2025-03-17T00:30:24.037" v="372"/>
        <pc:sldMkLst>
          <pc:docMk/>
          <pc:sldMk cId="0" sldId="271"/>
        </pc:sldMkLst>
      </pc:sldChg>
      <pc:sldChg chg="del">
        <pc:chgData name="Nasrin Nikravangolsefid" userId="S::nasrin.nikravangolsefid@samc.com::57dfdcc4-ba78-4f5b-8e42-2bfc3601f06b" providerId="AD" clId="Web-{8A698F63-5A6D-8F10-2A20-AB4C3A6A534F}" dt="2025-03-17T00:30:26.475" v="373"/>
        <pc:sldMkLst>
          <pc:docMk/>
          <pc:sldMk cId="0" sldId="272"/>
        </pc:sldMkLst>
      </pc:sldChg>
      <pc:sldChg chg="del">
        <pc:chgData name="Nasrin Nikravangolsefid" userId="S::nasrin.nikravangolsefid@samc.com::57dfdcc4-ba78-4f5b-8e42-2bfc3601f06b" providerId="AD" clId="Web-{8A698F63-5A6D-8F10-2A20-AB4C3A6A534F}" dt="2025-03-17T00:30:27.459" v="374"/>
        <pc:sldMkLst>
          <pc:docMk/>
          <pc:sldMk cId="417837965" sldId="273"/>
        </pc:sldMkLst>
      </pc:sldChg>
    </pc:docChg>
  </pc:docChgLst>
  <pc:docChgLst>
    <pc:chgData name="Nasrin Nikravangolsefid" userId="S::nasrin.nikravangolsefid@samc.com::57dfdcc4-ba78-4f5b-8e42-2bfc3601f06b" providerId="AD" clId="Web-{7A6B2451-5137-16B2-6271-25A5A87DB0C0}"/>
    <pc:docChg chg="modSld">
      <pc:chgData name="Nasrin Nikravangolsefid" userId="S::nasrin.nikravangolsefid@samc.com::57dfdcc4-ba78-4f5b-8e42-2bfc3601f06b" providerId="AD" clId="Web-{7A6B2451-5137-16B2-6271-25A5A87DB0C0}" dt="2025-04-22T22:07:35.001" v="13" actId="1076"/>
      <pc:docMkLst>
        <pc:docMk/>
      </pc:docMkLst>
      <pc:sldChg chg="modSp">
        <pc:chgData name="Nasrin Nikravangolsefid" userId="S::nasrin.nikravangolsefid@samc.com::57dfdcc4-ba78-4f5b-8e42-2bfc3601f06b" providerId="AD" clId="Web-{7A6B2451-5137-16B2-6271-25A5A87DB0C0}" dt="2025-04-22T22:07:35.001" v="13" actId="1076"/>
        <pc:sldMkLst>
          <pc:docMk/>
          <pc:sldMk cId="2928619675" sldId="261"/>
        </pc:sldMkLst>
        <pc:spChg chg="mod">
          <ac:chgData name="Nasrin Nikravangolsefid" userId="S::nasrin.nikravangolsefid@samc.com::57dfdcc4-ba78-4f5b-8e42-2bfc3601f06b" providerId="AD" clId="Web-{7A6B2451-5137-16B2-6271-25A5A87DB0C0}" dt="2025-04-22T22:07:35.001" v="13" actId="1076"/>
          <ac:spMkLst>
            <pc:docMk/>
            <pc:sldMk cId="2928619675" sldId="261"/>
            <ac:spMk id="10" creationId="{02A610AB-DE5F-DCCC-CB8B-B05E7A48B70D}"/>
          </ac:spMkLst>
        </pc:spChg>
        <pc:spChg chg="mod">
          <ac:chgData name="Nasrin Nikravangolsefid" userId="S::nasrin.nikravangolsefid@samc.com::57dfdcc4-ba78-4f5b-8e42-2bfc3601f06b" providerId="AD" clId="Web-{7A6B2451-5137-16B2-6271-25A5A87DB0C0}" dt="2025-04-22T22:06:46.595" v="12" actId="14100"/>
          <ac:spMkLst>
            <pc:docMk/>
            <pc:sldMk cId="2928619675" sldId="261"/>
            <ac:spMk id="28" creationId="{00000000-0000-0000-0000-000000000000}"/>
          </ac:spMkLst>
        </pc:spChg>
      </pc:sldChg>
    </pc:docChg>
  </pc:docChgLst>
  <pc:docChgLst>
    <pc:chgData name="Nasrin Nikravangolsefid" userId="S::nasrin.nikravangolsefid@samc.com::57dfdcc4-ba78-4f5b-8e42-2bfc3601f06b" providerId="AD" clId="Web-{4A123B69-7E2A-F248-AA0D-BF317DBC3D68}"/>
    <pc:docChg chg="modSld">
      <pc:chgData name="Nasrin Nikravangolsefid" userId="S::nasrin.nikravangolsefid@samc.com::57dfdcc4-ba78-4f5b-8e42-2bfc3601f06b" providerId="AD" clId="Web-{4A123B69-7E2A-F248-AA0D-BF317DBC3D68}" dt="2025-04-24T00:41:28.978" v="2" actId="20577"/>
      <pc:docMkLst>
        <pc:docMk/>
      </pc:docMkLst>
      <pc:sldChg chg="modSp">
        <pc:chgData name="Nasrin Nikravangolsefid" userId="S::nasrin.nikravangolsefid@samc.com::57dfdcc4-ba78-4f5b-8e42-2bfc3601f06b" providerId="AD" clId="Web-{4A123B69-7E2A-F248-AA0D-BF317DBC3D68}" dt="2025-04-24T00:41:28.978" v="2" actId="20577"/>
        <pc:sldMkLst>
          <pc:docMk/>
          <pc:sldMk cId="2928619675" sldId="261"/>
        </pc:sldMkLst>
        <pc:spChg chg="mod">
          <ac:chgData name="Nasrin Nikravangolsefid" userId="S::nasrin.nikravangolsefid@samc.com::57dfdcc4-ba78-4f5b-8e42-2bfc3601f06b" providerId="AD" clId="Web-{4A123B69-7E2A-F248-AA0D-BF317DBC3D68}" dt="2025-04-24T00:41:28.978" v="2" actId="20577"/>
          <ac:spMkLst>
            <pc:docMk/>
            <pc:sldMk cId="2928619675" sldId="261"/>
            <ac:spMk id="8" creationId="{00000000-0000-0000-0000-000000000000}"/>
          </ac:spMkLst>
        </pc:spChg>
        <pc:spChg chg="mod">
          <ac:chgData name="Nasrin Nikravangolsefid" userId="S::nasrin.nikravangolsefid@samc.com::57dfdcc4-ba78-4f5b-8e42-2bfc3601f06b" providerId="AD" clId="Web-{4A123B69-7E2A-F248-AA0D-BF317DBC3D68}" dt="2025-04-24T00:41:16.681" v="1" actId="20577"/>
          <ac:spMkLst>
            <pc:docMk/>
            <pc:sldMk cId="2928619675" sldId="261"/>
            <ac:spMk id="74" creationId="{00000000-0000-0000-0000-000000000000}"/>
          </ac:spMkLst>
        </pc:spChg>
      </pc:sldChg>
    </pc:docChg>
  </pc:docChgLst>
  <pc:docChgLst>
    <pc:chgData name="Nasrin Nikravangolsefid" userId="S::nasrin.nikravangolsefid@samc.com::57dfdcc4-ba78-4f5b-8e42-2bfc3601f06b" providerId="AD" clId="Web-{E8734430-8ED6-D72A-BCB4-80B1410EAF48}"/>
    <pc:docChg chg="modSld">
      <pc:chgData name="Nasrin Nikravangolsefid" userId="S::nasrin.nikravangolsefid@samc.com::57dfdcc4-ba78-4f5b-8e42-2bfc3601f06b" providerId="AD" clId="Web-{E8734430-8ED6-D72A-BCB4-80B1410EAF48}" dt="2025-04-01T18:09:52.435" v="3" actId="20577"/>
      <pc:docMkLst>
        <pc:docMk/>
      </pc:docMkLst>
      <pc:sldChg chg="modSp">
        <pc:chgData name="Nasrin Nikravangolsefid" userId="S::nasrin.nikravangolsefid@samc.com::57dfdcc4-ba78-4f5b-8e42-2bfc3601f06b" providerId="AD" clId="Web-{E8734430-8ED6-D72A-BCB4-80B1410EAF48}" dt="2025-04-01T18:09:52.435" v="3" actId="20577"/>
        <pc:sldMkLst>
          <pc:docMk/>
          <pc:sldMk cId="2928619675" sldId="261"/>
        </pc:sldMkLst>
        <pc:spChg chg="mod">
          <ac:chgData name="Nasrin Nikravangolsefid" userId="S::nasrin.nikravangolsefid@samc.com::57dfdcc4-ba78-4f5b-8e42-2bfc3601f06b" providerId="AD" clId="Web-{E8734430-8ED6-D72A-BCB4-80B1410EAF48}" dt="2025-04-01T18:09:52.435" v="3" actId="20577"/>
          <ac:spMkLst>
            <pc:docMk/>
            <pc:sldMk cId="2928619675" sldId="261"/>
            <ac:spMk id="76" creationId="{00000000-0000-0000-0000-000000000000}"/>
          </ac:spMkLst>
        </pc:spChg>
        <pc:spChg chg="mod">
          <ac:chgData name="Nasrin Nikravangolsefid" userId="S::nasrin.nikravangolsefid@samc.com::57dfdcc4-ba78-4f5b-8e42-2bfc3601f06b" providerId="AD" clId="Web-{E8734430-8ED6-D72A-BCB4-80B1410EAF48}" dt="2025-04-01T18:08:22.432" v="1" actId="20577"/>
          <ac:spMkLst>
            <pc:docMk/>
            <pc:sldMk cId="2928619675" sldId="261"/>
            <ac:spMk id="84" creationId="{00000000-0000-0000-0000-000000000000}"/>
          </ac:spMkLst>
        </pc:spChg>
      </pc:sldChg>
    </pc:docChg>
  </pc:docChgLst>
  <pc:docChgLst>
    <pc:chgData name="Nasrin Nikravangolsefid" userId="S::nasrin.nikravangolsefid@samc.com::57dfdcc4-ba78-4f5b-8e42-2bfc3601f06b" providerId="AD" clId="Web-{6213643F-42BB-0835-7E9A-9F8CD9C1AE90}"/>
    <pc:docChg chg="modSld">
      <pc:chgData name="Nasrin Nikravangolsefid" userId="S::nasrin.nikravangolsefid@samc.com::57dfdcc4-ba78-4f5b-8e42-2bfc3601f06b" providerId="AD" clId="Web-{6213643F-42BB-0835-7E9A-9F8CD9C1AE90}" dt="2025-04-21T16:35:06.040" v="80" actId="20577"/>
      <pc:docMkLst>
        <pc:docMk/>
      </pc:docMkLst>
      <pc:sldChg chg="addSp delSp modSp">
        <pc:chgData name="Nasrin Nikravangolsefid" userId="S::nasrin.nikravangolsefid@samc.com::57dfdcc4-ba78-4f5b-8e42-2bfc3601f06b" providerId="AD" clId="Web-{6213643F-42BB-0835-7E9A-9F8CD9C1AE90}" dt="2025-04-21T16:35:06.040" v="80" actId="20577"/>
        <pc:sldMkLst>
          <pc:docMk/>
          <pc:sldMk cId="2928619675" sldId="261"/>
        </pc:sldMkLst>
        <pc:spChg chg="add del mod">
          <ac:chgData name="Nasrin Nikravangolsefid" userId="S::nasrin.nikravangolsefid@samc.com::57dfdcc4-ba78-4f5b-8e42-2bfc3601f06b" providerId="AD" clId="Web-{6213643F-42BB-0835-7E9A-9F8CD9C1AE90}" dt="2025-04-21T16:10:32.406" v="35"/>
          <ac:spMkLst>
            <pc:docMk/>
            <pc:sldMk cId="2928619675" sldId="261"/>
            <ac:spMk id="3" creationId="{1A95E12B-058C-FDD3-25A6-7BFF46042276}"/>
          </ac:spMkLst>
        </pc:spChg>
        <pc:spChg chg="add mod">
          <ac:chgData name="Nasrin Nikravangolsefid" userId="S::nasrin.nikravangolsefid@samc.com::57dfdcc4-ba78-4f5b-8e42-2bfc3601f06b" providerId="AD" clId="Web-{6213643F-42BB-0835-7E9A-9F8CD9C1AE90}" dt="2025-04-21T16:13:24.671" v="48" actId="20577"/>
          <ac:spMkLst>
            <pc:docMk/>
            <pc:sldMk cId="2928619675" sldId="261"/>
            <ac:spMk id="6" creationId="{88AD9BE5-ECC3-B2CB-6EDA-BFBE80E90A1D}"/>
          </ac:spMkLst>
        </pc:spChg>
        <pc:spChg chg="add mod">
          <ac:chgData name="Nasrin Nikravangolsefid" userId="S::nasrin.nikravangolsefid@samc.com::57dfdcc4-ba78-4f5b-8e42-2bfc3601f06b" providerId="AD" clId="Web-{6213643F-42BB-0835-7E9A-9F8CD9C1AE90}" dt="2025-04-21T16:18:01.669" v="65" actId="1076"/>
          <ac:spMkLst>
            <pc:docMk/>
            <pc:sldMk cId="2928619675" sldId="261"/>
            <ac:spMk id="10" creationId="{02A610AB-DE5F-DCCC-CB8B-B05E7A48B70D}"/>
          </ac:spMkLst>
        </pc:spChg>
        <pc:spChg chg="add mod">
          <ac:chgData name="Nasrin Nikravangolsefid" userId="S::nasrin.nikravangolsefid@samc.com::57dfdcc4-ba78-4f5b-8e42-2bfc3601f06b" providerId="AD" clId="Web-{6213643F-42BB-0835-7E9A-9F8CD9C1AE90}" dt="2025-04-21T16:17:32.123" v="63" actId="1076"/>
          <ac:spMkLst>
            <pc:docMk/>
            <pc:sldMk cId="2928619675" sldId="261"/>
            <ac:spMk id="13" creationId="{21671EBD-5C4E-0460-BBF0-C3D3D03AABAA}"/>
          </ac:spMkLst>
        </pc:spChg>
        <pc:spChg chg="mod">
          <ac:chgData name="Nasrin Nikravangolsefid" userId="S::nasrin.nikravangolsefid@samc.com::57dfdcc4-ba78-4f5b-8e42-2bfc3601f06b" providerId="AD" clId="Web-{6213643F-42BB-0835-7E9A-9F8CD9C1AE90}" dt="2025-04-21T16:35:06.040" v="80" actId="20577"/>
          <ac:spMkLst>
            <pc:docMk/>
            <pc:sldMk cId="2928619675" sldId="261"/>
            <ac:spMk id="31" creationId="{00000000-0000-0000-0000-000000000000}"/>
          </ac:spMkLst>
        </pc:spChg>
        <pc:spChg chg="mod">
          <ac:chgData name="Nasrin Nikravangolsefid" userId="S::nasrin.nikravangolsefid@samc.com::57dfdcc4-ba78-4f5b-8e42-2bfc3601f06b" providerId="AD" clId="Web-{6213643F-42BB-0835-7E9A-9F8CD9C1AE90}" dt="2025-04-21T15:59:32.409" v="19" actId="1076"/>
          <ac:spMkLst>
            <pc:docMk/>
            <pc:sldMk cId="2928619675" sldId="261"/>
            <ac:spMk id="33" creationId="{472FA359-1C7E-452C-9271-CA4EED05005A}"/>
          </ac:spMkLst>
        </pc:spChg>
        <pc:spChg chg="mod">
          <ac:chgData name="Nasrin Nikravangolsefid" userId="S::nasrin.nikravangolsefid@samc.com::57dfdcc4-ba78-4f5b-8e42-2bfc3601f06b" providerId="AD" clId="Web-{6213643F-42BB-0835-7E9A-9F8CD9C1AE90}" dt="2025-04-21T16:05:15.876" v="26"/>
          <ac:spMkLst>
            <pc:docMk/>
            <pc:sldMk cId="2928619675" sldId="261"/>
            <ac:spMk id="60" creationId="{00000000-0000-0000-0000-000000000000}"/>
          </ac:spMkLst>
        </pc:spChg>
        <pc:spChg chg="add del mod">
          <ac:chgData name="Nasrin Nikravangolsefid" userId="S::nasrin.nikravangolsefid@samc.com::57dfdcc4-ba78-4f5b-8e42-2bfc3601f06b" providerId="AD" clId="Web-{6213643F-42BB-0835-7E9A-9F8CD9C1AE90}" dt="2025-04-21T16:29:04.370" v="71" actId="20577"/>
          <ac:spMkLst>
            <pc:docMk/>
            <pc:sldMk cId="2928619675" sldId="261"/>
            <ac:spMk id="78" creationId="{00000000-0000-0000-0000-000000000000}"/>
          </ac:spMkLst>
        </pc:spChg>
        <pc:spChg chg="add del mod">
          <ac:chgData name="Nasrin Nikravangolsefid" userId="S::nasrin.nikravangolsefid@samc.com::57dfdcc4-ba78-4f5b-8e42-2bfc3601f06b" providerId="AD" clId="Web-{6213643F-42BB-0835-7E9A-9F8CD9C1AE90}" dt="2025-04-21T16:29:20.432" v="72" actId="14100"/>
          <ac:spMkLst>
            <pc:docMk/>
            <pc:sldMk cId="2928619675" sldId="261"/>
            <ac:spMk id="80" creationId="{00000000-0000-0000-0000-000000000000}"/>
          </ac:spMkLst>
        </pc:spChg>
        <pc:picChg chg="mod">
          <ac:chgData name="Nasrin Nikravangolsefid" userId="S::nasrin.nikravangolsefid@samc.com::57dfdcc4-ba78-4f5b-8e42-2bfc3601f06b" providerId="AD" clId="Web-{6213643F-42BB-0835-7E9A-9F8CD9C1AE90}" dt="2025-04-21T16:10:37.406" v="37" actId="1076"/>
          <ac:picMkLst>
            <pc:docMk/>
            <pc:sldMk cId="2928619675" sldId="261"/>
            <ac:picMk id="12" creationId="{7BCCB1E1-E6B2-41FC-3FBB-E351A4D2B0BD}"/>
          </ac:picMkLst>
        </pc:picChg>
        <pc:picChg chg="add del mod">
          <ac:chgData name="Nasrin Nikravangolsefid" userId="S::nasrin.nikravangolsefid@samc.com::57dfdcc4-ba78-4f5b-8e42-2bfc3601f06b" providerId="AD" clId="Web-{6213643F-42BB-0835-7E9A-9F8CD9C1AE90}" dt="2025-04-21T16:34:13.306" v="73"/>
          <ac:picMkLst>
            <pc:docMk/>
            <pc:sldMk cId="2928619675" sldId="261"/>
            <ac:picMk id="15" creationId="{8D23F3FE-7ED7-E1EF-18AC-CBD49CDD324B}"/>
          </ac:picMkLst>
        </pc:picChg>
        <pc:picChg chg="mod">
          <ac:chgData name="Nasrin Nikravangolsefid" userId="S::nasrin.nikravangolsefid@samc.com::57dfdcc4-ba78-4f5b-8e42-2bfc3601f06b" providerId="AD" clId="Web-{6213643F-42BB-0835-7E9A-9F8CD9C1AE90}" dt="2025-04-21T15:59:26.549" v="17" actId="1076"/>
          <ac:picMkLst>
            <pc:docMk/>
            <pc:sldMk cId="2928619675" sldId="261"/>
            <ac:picMk id="16" creationId="{8283E8A5-A7C0-442C-AC99-AA457BB84D28}"/>
          </ac:picMkLst>
        </pc:picChg>
        <pc:picChg chg="add mod">
          <ac:chgData name="Nasrin Nikravangolsefid" userId="S::nasrin.nikravangolsefid@samc.com::57dfdcc4-ba78-4f5b-8e42-2bfc3601f06b" providerId="AD" clId="Web-{6213643F-42BB-0835-7E9A-9F8CD9C1AE90}" dt="2025-04-21T16:34:50.165" v="78" actId="1076"/>
          <ac:picMkLst>
            <pc:docMk/>
            <pc:sldMk cId="2928619675" sldId="261"/>
            <ac:picMk id="17" creationId="{B5D8253F-4CB2-2B28-E3EE-D6359A7A5888}"/>
          </ac:picMkLst>
        </pc:picChg>
        <pc:picChg chg="mod">
          <ac:chgData name="Nasrin Nikravangolsefid" userId="S::nasrin.nikravangolsefid@samc.com::57dfdcc4-ba78-4f5b-8e42-2bfc3601f06b" providerId="AD" clId="Web-{6213643F-42BB-0835-7E9A-9F8CD9C1AE90}" dt="2025-04-21T15:59:29.518" v="18" actId="1076"/>
          <ac:picMkLst>
            <pc:docMk/>
            <pc:sldMk cId="2928619675" sldId="261"/>
            <ac:picMk id="32" creationId="{DAFB8C40-F85E-48CF-BF7E-4517D7D63025}"/>
          </ac:picMkLst>
        </pc:picChg>
      </pc:sldChg>
    </pc:docChg>
  </pc:docChgLst>
  <pc:docChgLst>
    <pc:chgData name="Nasrin Nikravangolsefid" userId="S::nasrin.nikravangolsefid@samc.com::57dfdcc4-ba78-4f5b-8e42-2bfc3601f06b" providerId="AD" clId="Web-{1E820ED2-5514-5FE6-DB25-1CD115EB9254}"/>
    <pc:docChg chg="modSld">
      <pc:chgData name="Nasrin Nikravangolsefid" userId="S::nasrin.nikravangolsefid@samc.com::57dfdcc4-ba78-4f5b-8e42-2bfc3601f06b" providerId="AD" clId="Web-{1E820ED2-5514-5FE6-DB25-1CD115EB9254}" dt="2025-04-22T22:03:34.605" v="128" actId="20577"/>
      <pc:docMkLst>
        <pc:docMk/>
      </pc:docMkLst>
      <pc:sldChg chg="addSp delSp modSp">
        <pc:chgData name="Nasrin Nikravangolsefid" userId="S::nasrin.nikravangolsefid@samc.com::57dfdcc4-ba78-4f5b-8e42-2bfc3601f06b" providerId="AD" clId="Web-{1E820ED2-5514-5FE6-DB25-1CD115EB9254}" dt="2025-04-22T22:03:34.605" v="128" actId="20577"/>
        <pc:sldMkLst>
          <pc:docMk/>
          <pc:sldMk cId="2928619675" sldId="261"/>
        </pc:sldMkLst>
        <pc:spChg chg="mod">
          <ac:chgData name="Nasrin Nikravangolsefid" userId="S::nasrin.nikravangolsefid@samc.com::57dfdcc4-ba78-4f5b-8e42-2bfc3601f06b" providerId="AD" clId="Web-{1E820ED2-5514-5FE6-DB25-1CD115EB9254}" dt="2025-04-22T21:23:29.488" v="73" actId="20577"/>
          <ac:spMkLst>
            <pc:docMk/>
            <pc:sldMk cId="2928619675" sldId="261"/>
            <ac:spMk id="6" creationId="{88AD9BE5-ECC3-B2CB-6EDA-BFBE80E90A1D}"/>
          </ac:spMkLst>
        </pc:spChg>
        <pc:spChg chg="mod">
          <ac:chgData name="Nasrin Nikravangolsefid" userId="S::nasrin.nikravangolsefid@samc.com::57dfdcc4-ba78-4f5b-8e42-2bfc3601f06b" providerId="AD" clId="Web-{1E820ED2-5514-5FE6-DB25-1CD115EB9254}" dt="2025-04-22T22:03:34.605" v="128" actId="20577"/>
          <ac:spMkLst>
            <pc:docMk/>
            <pc:sldMk cId="2928619675" sldId="261"/>
            <ac:spMk id="7" creationId="{00000000-0000-0000-0000-000000000000}"/>
          </ac:spMkLst>
        </pc:spChg>
        <pc:spChg chg="add mod">
          <ac:chgData name="Nasrin Nikravangolsefid" userId="S::nasrin.nikravangolsefid@samc.com::57dfdcc4-ba78-4f5b-8e42-2bfc3601f06b" providerId="AD" clId="Web-{1E820ED2-5514-5FE6-DB25-1CD115EB9254}" dt="2025-04-22T22:01:05.059" v="109" actId="20577"/>
          <ac:spMkLst>
            <pc:docMk/>
            <pc:sldMk cId="2928619675" sldId="261"/>
            <ac:spMk id="9" creationId="{9596446D-CA75-C2EB-925B-DDF2E048BCAD}"/>
          </ac:spMkLst>
        </pc:spChg>
        <pc:spChg chg="mod">
          <ac:chgData name="Nasrin Nikravangolsefid" userId="S::nasrin.nikravangolsefid@samc.com::57dfdcc4-ba78-4f5b-8e42-2bfc3601f06b" providerId="AD" clId="Web-{1E820ED2-5514-5FE6-DB25-1CD115EB9254}" dt="2025-04-22T21:22:04.972" v="61" actId="14100"/>
          <ac:spMkLst>
            <pc:docMk/>
            <pc:sldMk cId="2928619675" sldId="261"/>
            <ac:spMk id="10" creationId="{02A610AB-DE5F-DCCC-CB8B-B05E7A48B70D}"/>
          </ac:spMkLst>
        </pc:spChg>
        <pc:spChg chg="mod">
          <ac:chgData name="Nasrin Nikravangolsefid" userId="S::nasrin.nikravangolsefid@samc.com::57dfdcc4-ba78-4f5b-8e42-2bfc3601f06b" providerId="AD" clId="Web-{1E820ED2-5514-5FE6-DB25-1CD115EB9254}" dt="2025-04-22T21:22:38.707" v="67" actId="1076"/>
          <ac:spMkLst>
            <pc:docMk/>
            <pc:sldMk cId="2928619675" sldId="261"/>
            <ac:spMk id="13" creationId="{21671EBD-5C4E-0460-BBF0-C3D3D03AABAA}"/>
          </ac:spMkLst>
        </pc:spChg>
        <pc:spChg chg="mod">
          <ac:chgData name="Nasrin Nikravangolsefid" userId="S::nasrin.nikravangolsefid@samc.com::57dfdcc4-ba78-4f5b-8e42-2bfc3601f06b" providerId="AD" clId="Web-{1E820ED2-5514-5FE6-DB25-1CD115EB9254}" dt="2025-04-22T22:00:03.450" v="105" actId="20577"/>
          <ac:spMkLst>
            <pc:docMk/>
            <pc:sldMk cId="2928619675" sldId="261"/>
            <ac:spMk id="28" creationId="{00000000-0000-0000-0000-000000000000}"/>
          </ac:spMkLst>
        </pc:spChg>
        <pc:spChg chg="mod">
          <ac:chgData name="Nasrin Nikravangolsefid" userId="S::nasrin.nikravangolsefid@samc.com::57dfdcc4-ba78-4f5b-8e42-2bfc3601f06b" providerId="AD" clId="Web-{1E820ED2-5514-5FE6-DB25-1CD115EB9254}" dt="2025-04-22T21:57:10.185" v="90" actId="20577"/>
          <ac:spMkLst>
            <pc:docMk/>
            <pc:sldMk cId="2928619675" sldId="261"/>
            <ac:spMk id="29" creationId="{00000000-0000-0000-0000-000000000000}"/>
          </ac:spMkLst>
        </pc:spChg>
        <pc:spChg chg="mod">
          <ac:chgData name="Nasrin Nikravangolsefid" userId="S::nasrin.nikravangolsefid@samc.com::57dfdcc4-ba78-4f5b-8e42-2bfc3601f06b" providerId="AD" clId="Web-{1E820ED2-5514-5FE6-DB25-1CD115EB9254}" dt="2025-04-22T22:02:00.074" v="113" actId="20577"/>
          <ac:spMkLst>
            <pc:docMk/>
            <pc:sldMk cId="2928619675" sldId="261"/>
            <ac:spMk id="74" creationId="{00000000-0000-0000-0000-000000000000}"/>
          </ac:spMkLst>
        </pc:spChg>
        <pc:spChg chg="mod">
          <ac:chgData name="Nasrin Nikravangolsefid" userId="S::nasrin.nikravangolsefid@samc.com::57dfdcc4-ba78-4f5b-8e42-2bfc3601f06b" providerId="AD" clId="Web-{1E820ED2-5514-5FE6-DB25-1CD115EB9254}" dt="2025-04-22T22:01:13.637" v="111" actId="20577"/>
          <ac:spMkLst>
            <pc:docMk/>
            <pc:sldMk cId="2928619675" sldId="261"/>
            <ac:spMk id="78" creationId="{00000000-0000-0000-0000-000000000000}"/>
          </ac:spMkLst>
        </pc:spChg>
        <pc:spChg chg="mod">
          <ac:chgData name="Nasrin Nikravangolsefid" userId="S::nasrin.nikravangolsefid@samc.com::57dfdcc4-ba78-4f5b-8e42-2bfc3601f06b" providerId="AD" clId="Web-{1E820ED2-5514-5FE6-DB25-1CD115EB9254}" dt="2025-04-22T21:23:36.176" v="74" actId="1076"/>
          <ac:spMkLst>
            <pc:docMk/>
            <pc:sldMk cId="2928619675" sldId="261"/>
            <ac:spMk id="82" creationId="{00000000-0000-0000-0000-000000000000}"/>
          </ac:spMkLst>
        </pc:spChg>
        <pc:spChg chg="mod">
          <ac:chgData name="Nasrin Nikravangolsefid" userId="S::nasrin.nikravangolsefid@samc.com::57dfdcc4-ba78-4f5b-8e42-2bfc3601f06b" providerId="AD" clId="Web-{1E820ED2-5514-5FE6-DB25-1CD115EB9254}" dt="2025-04-22T22:01:21.981" v="112" actId="20577"/>
          <ac:spMkLst>
            <pc:docMk/>
            <pc:sldMk cId="2928619675" sldId="261"/>
            <ac:spMk id="90" creationId="{00000000-0000-0000-0000-000000000000}"/>
          </ac:spMkLst>
        </pc:spChg>
        <pc:picChg chg="add del mod modCrop">
          <ac:chgData name="Nasrin Nikravangolsefid" userId="S::nasrin.nikravangolsefid@samc.com::57dfdcc4-ba78-4f5b-8e42-2bfc3601f06b" providerId="AD" clId="Web-{1E820ED2-5514-5FE6-DB25-1CD115EB9254}" dt="2025-04-22T21:15:40.874" v="22"/>
          <ac:picMkLst>
            <pc:docMk/>
            <pc:sldMk cId="2928619675" sldId="261"/>
            <ac:picMk id="3" creationId="{558B2D41-7BDB-2845-62B4-E7D39EB3606B}"/>
          </ac:picMkLst>
        </pc:picChg>
        <pc:picChg chg="add mod">
          <ac:chgData name="Nasrin Nikravangolsefid" userId="S::nasrin.nikravangolsefid@samc.com::57dfdcc4-ba78-4f5b-8e42-2bfc3601f06b" providerId="AD" clId="Web-{1E820ED2-5514-5FE6-DB25-1CD115EB9254}" dt="2025-04-22T21:56:02.528" v="80" actId="1076"/>
          <ac:picMkLst>
            <pc:docMk/>
            <pc:sldMk cId="2928619675" sldId="261"/>
            <ac:picMk id="3" creationId="{9725CACE-A87C-6138-86EB-533028D64FE7}"/>
          </ac:picMkLst>
        </pc:picChg>
        <pc:picChg chg="del">
          <ac:chgData name="Nasrin Nikravangolsefid" userId="S::nasrin.nikravangolsefid@samc.com::57dfdcc4-ba78-4f5b-8e42-2bfc3601f06b" providerId="AD" clId="Web-{1E820ED2-5514-5FE6-DB25-1CD115EB9254}" dt="2025-04-22T21:12:21.950" v="0"/>
          <ac:picMkLst>
            <pc:docMk/>
            <pc:sldMk cId="2928619675" sldId="261"/>
            <ac:picMk id="9" creationId="{0679FBEF-2E19-B00C-E859-144330A767E8}"/>
          </ac:picMkLst>
        </pc:picChg>
        <pc:picChg chg="add mod modCrop">
          <ac:chgData name="Nasrin Nikravangolsefid" userId="S::nasrin.nikravangolsefid@samc.com::57dfdcc4-ba78-4f5b-8e42-2bfc3601f06b" providerId="AD" clId="Web-{1E820ED2-5514-5FE6-DB25-1CD115EB9254}" dt="2025-04-22T21:18:57.970" v="41" actId="1076"/>
          <ac:picMkLst>
            <pc:docMk/>
            <pc:sldMk cId="2928619675" sldId="261"/>
            <ac:picMk id="15" creationId="{880658F4-58CA-2D18-EF8B-7C1A7A97F27C}"/>
          </ac:picMkLst>
        </pc:picChg>
        <pc:picChg chg="del">
          <ac:chgData name="Nasrin Nikravangolsefid" userId="S::nasrin.nikravangolsefid@samc.com::57dfdcc4-ba78-4f5b-8e42-2bfc3601f06b" providerId="AD" clId="Web-{1E820ED2-5514-5FE6-DB25-1CD115EB9254}" dt="2025-04-22T21:48:53.108" v="75"/>
          <ac:picMkLst>
            <pc:docMk/>
            <pc:sldMk cId="2928619675" sldId="261"/>
            <ac:picMk id="17" creationId="{B5D8253F-4CB2-2B28-E3EE-D6359A7A5888}"/>
          </ac:picMkLst>
        </pc:picChg>
      </pc:sldChg>
    </pc:docChg>
  </pc:docChgLst>
  <pc:docChgLst>
    <pc:chgData name="Nasrin Nikravangolsefid" userId="S::nasrin.nikravangolsefid@samc.com::57dfdcc4-ba78-4f5b-8e42-2bfc3601f06b" providerId="AD" clId="Web-{93A2FA5C-DCC1-2126-57CF-2D8AED5D54C9}"/>
    <pc:docChg chg="modSld">
      <pc:chgData name="Nasrin Nikravangolsefid" userId="S::nasrin.nikravangolsefid@samc.com::57dfdcc4-ba78-4f5b-8e42-2bfc3601f06b" providerId="AD" clId="Web-{93A2FA5C-DCC1-2126-57CF-2D8AED5D54C9}" dt="2025-04-21T01:25:56.575" v="25" actId="20577"/>
      <pc:docMkLst>
        <pc:docMk/>
      </pc:docMkLst>
      <pc:sldChg chg="modSp">
        <pc:chgData name="Nasrin Nikravangolsefid" userId="S::nasrin.nikravangolsefid@samc.com::57dfdcc4-ba78-4f5b-8e42-2bfc3601f06b" providerId="AD" clId="Web-{93A2FA5C-DCC1-2126-57CF-2D8AED5D54C9}" dt="2025-04-21T01:25:56.575" v="25" actId="20577"/>
        <pc:sldMkLst>
          <pc:docMk/>
          <pc:sldMk cId="2928619675" sldId="261"/>
        </pc:sldMkLst>
        <pc:spChg chg="mod">
          <ac:chgData name="Nasrin Nikravangolsefid" userId="S::nasrin.nikravangolsefid@samc.com::57dfdcc4-ba78-4f5b-8e42-2bfc3601f06b" providerId="AD" clId="Web-{93A2FA5C-DCC1-2126-57CF-2D8AED5D54C9}" dt="2025-04-21T01:25:56.575" v="25" actId="20577"/>
          <ac:spMkLst>
            <pc:docMk/>
            <pc:sldMk cId="2928619675" sldId="261"/>
            <ac:spMk id="7" creationId="{00000000-0000-0000-0000-000000000000}"/>
          </ac:spMkLst>
        </pc:spChg>
      </pc:sldChg>
    </pc:docChg>
  </pc:docChgLst>
  <pc:docChgLst>
    <pc:chgData name="Nasrin Nikravangolsefid" userId="S::nasrin.nikravangolsefid@samc.com::57dfdcc4-ba78-4f5b-8e42-2bfc3601f06b" providerId="AD" clId="Web-{5BE258F5-2427-70FF-28EF-22C0CD690D03}"/>
    <pc:docChg chg="modSld">
      <pc:chgData name="Nasrin Nikravangolsefid" userId="S::nasrin.nikravangolsefid@samc.com::57dfdcc4-ba78-4f5b-8e42-2bfc3601f06b" providerId="AD" clId="Web-{5BE258F5-2427-70FF-28EF-22C0CD690D03}" dt="2025-04-23T23:25:24.534" v="10" actId="20577"/>
      <pc:docMkLst>
        <pc:docMk/>
      </pc:docMkLst>
      <pc:sldChg chg="modSp">
        <pc:chgData name="Nasrin Nikravangolsefid" userId="S::nasrin.nikravangolsefid@samc.com::57dfdcc4-ba78-4f5b-8e42-2bfc3601f06b" providerId="AD" clId="Web-{5BE258F5-2427-70FF-28EF-22C0CD690D03}" dt="2025-04-23T23:25:24.534" v="10" actId="20577"/>
        <pc:sldMkLst>
          <pc:docMk/>
          <pc:sldMk cId="2928619675" sldId="261"/>
        </pc:sldMkLst>
        <pc:spChg chg="mod">
          <ac:chgData name="Nasrin Nikravangolsefid" userId="S::nasrin.nikravangolsefid@samc.com::57dfdcc4-ba78-4f5b-8e42-2bfc3601f06b" providerId="AD" clId="Web-{5BE258F5-2427-70FF-28EF-22C0CD690D03}" dt="2025-04-23T23:24:04.769" v="8" actId="20577"/>
          <ac:spMkLst>
            <pc:docMk/>
            <pc:sldMk cId="2928619675" sldId="261"/>
            <ac:spMk id="10" creationId="{02A610AB-DE5F-DCCC-CB8B-B05E7A48B70D}"/>
          </ac:spMkLst>
        </pc:spChg>
        <pc:spChg chg="mod">
          <ac:chgData name="Nasrin Nikravangolsefid" userId="S::nasrin.nikravangolsefid@samc.com::57dfdcc4-ba78-4f5b-8e42-2bfc3601f06b" providerId="AD" clId="Web-{5BE258F5-2427-70FF-28EF-22C0CD690D03}" dt="2025-04-23T23:23:43.222" v="6" actId="1076"/>
          <ac:spMkLst>
            <pc:docMk/>
            <pc:sldMk cId="2928619675" sldId="261"/>
            <ac:spMk id="13" creationId="{21671EBD-5C4E-0460-BBF0-C3D3D03AABAA}"/>
          </ac:spMkLst>
        </pc:spChg>
        <pc:spChg chg="mod">
          <ac:chgData name="Nasrin Nikravangolsefid" userId="S::nasrin.nikravangolsefid@samc.com::57dfdcc4-ba78-4f5b-8e42-2bfc3601f06b" providerId="AD" clId="Web-{5BE258F5-2427-70FF-28EF-22C0CD690D03}" dt="2025-04-23T23:25:24.534" v="10" actId="20577"/>
          <ac:spMkLst>
            <pc:docMk/>
            <pc:sldMk cId="2928619675" sldId="261"/>
            <ac:spMk id="84" creationId="{00000000-0000-0000-0000-000000000000}"/>
          </ac:spMkLst>
        </pc:spChg>
      </pc:sldChg>
    </pc:docChg>
  </pc:docChgLst>
  <pc:docChgLst>
    <pc:chgData name="Nasrin Nikravangolsefid" userId="S::nasrin.nikravangolsefid@samc.com::57dfdcc4-ba78-4f5b-8e42-2bfc3601f06b" providerId="AD" clId="Web-{A136B2A1-75BC-E0CA-403F-0EC3656DEB99}"/>
    <pc:docChg chg="modSld">
      <pc:chgData name="Nasrin Nikravangolsefid" userId="S::nasrin.nikravangolsefid@samc.com::57dfdcc4-ba78-4f5b-8e42-2bfc3601f06b" providerId="AD" clId="Web-{A136B2A1-75BC-E0CA-403F-0EC3656DEB99}" dt="2025-04-24T00:52:03.925" v="2" actId="20577"/>
      <pc:docMkLst>
        <pc:docMk/>
      </pc:docMkLst>
      <pc:sldChg chg="modSp">
        <pc:chgData name="Nasrin Nikravangolsefid" userId="S::nasrin.nikravangolsefid@samc.com::57dfdcc4-ba78-4f5b-8e42-2bfc3601f06b" providerId="AD" clId="Web-{A136B2A1-75BC-E0CA-403F-0EC3656DEB99}" dt="2025-04-24T00:52:03.925" v="2" actId="20577"/>
        <pc:sldMkLst>
          <pc:docMk/>
          <pc:sldMk cId="2928619675" sldId="261"/>
        </pc:sldMkLst>
        <pc:spChg chg="mod">
          <ac:chgData name="Nasrin Nikravangolsefid" userId="S::nasrin.nikravangolsefid@samc.com::57dfdcc4-ba78-4f5b-8e42-2bfc3601f06b" providerId="AD" clId="Web-{A136B2A1-75BC-E0CA-403F-0EC3656DEB99}" dt="2025-04-24T00:52:03.925" v="2" actId="20577"/>
          <ac:spMkLst>
            <pc:docMk/>
            <pc:sldMk cId="2928619675" sldId="261"/>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783DE-3B5E-4848-9DD3-8469EAB31C91}" type="datetimeFigureOut">
              <a:rPr lang="en-US" smtClean="0"/>
              <a:t>5/2/25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EBD31-3BF1-3842-8B3E-8A80842ADF91}" type="slidenum">
              <a:rPr lang="en-US" smtClean="0"/>
              <a:t>‹#›</a:t>
            </a:fld>
            <a:endParaRPr lang="en-US"/>
          </a:p>
        </p:txBody>
      </p:sp>
    </p:spTree>
    <p:extLst>
      <p:ext uri="{BB962C8B-B14F-4D97-AF65-F5344CB8AC3E}">
        <p14:creationId xmlns:p14="http://schemas.microsoft.com/office/powerpoint/2010/main" val="247469750"/>
      </p:ext>
    </p:extLst>
  </p:cSld>
  <p:clrMap bg1="lt1" tx1="dk1" bg2="lt2" tx2="dk2" accent1="accent1" accent2="accent2" accent3="accent3" accent4="accent4" accent5="accent5" accent6="accent6" hlink="hlink" folHlink="folHlink"/>
  <p:notesStyle>
    <a:lvl1pPr marL="0" algn="l" defTabSz="652907" rtl="0" eaLnBrk="1" latinLnBrk="0" hangingPunct="1">
      <a:defRPr sz="857" kern="1200">
        <a:solidFill>
          <a:schemeClr val="tx1"/>
        </a:solidFill>
        <a:latin typeface="+mn-lt"/>
        <a:ea typeface="+mn-ea"/>
        <a:cs typeface="+mn-cs"/>
      </a:defRPr>
    </a:lvl1pPr>
    <a:lvl2pPr marL="326454" algn="l" defTabSz="652907" rtl="0" eaLnBrk="1" latinLnBrk="0" hangingPunct="1">
      <a:defRPr sz="857" kern="1200">
        <a:solidFill>
          <a:schemeClr val="tx1"/>
        </a:solidFill>
        <a:latin typeface="+mn-lt"/>
        <a:ea typeface="+mn-ea"/>
        <a:cs typeface="+mn-cs"/>
      </a:defRPr>
    </a:lvl2pPr>
    <a:lvl3pPr marL="652907" algn="l" defTabSz="652907" rtl="0" eaLnBrk="1" latinLnBrk="0" hangingPunct="1">
      <a:defRPr sz="857" kern="1200">
        <a:solidFill>
          <a:schemeClr val="tx1"/>
        </a:solidFill>
        <a:latin typeface="+mn-lt"/>
        <a:ea typeface="+mn-ea"/>
        <a:cs typeface="+mn-cs"/>
      </a:defRPr>
    </a:lvl3pPr>
    <a:lvl4pPr marL="979362" algn="l" defTabSz="652907" rtl="0" eaLnBrk="1" latinLnBrk="0" hangingPunct="1">
      <a:defRPr sz="857" kern="1200">
        <a:solidFill>
          <a:schemeClr val="tx1"/>
        </a:solidFill>
        <a:latin typeface="+mn-lt"/>
        <a:ea typeface="+mn-ea"/>
        <a:cs typeface="+mn-cs"/>
      </a:defRPr>
    </a:lvl4pPr>
    <a:lvl5pPr marL="1305816" algn="l" defTabSz="652907" rtl="0" eaLnBrk="1" latinLnBrk="0" hangingPunct="1">
      <a:defRPr sz="857" kern="1200">
        <a:solidFill>
          <a:schemeClr val="tx1"/>
        </a:solidFill>
        <a:latin typeface="+mn-lt"/>
        <a:ea typeface="+mn-ea"/>
        <a:cs typeface="+mn-cs"/>
      </a:defRPr>
    </a:lvl5pPr>
    <a:lvl6pPr marL="1632269" algn="l" defTabSz="652907" rtl="0" eaLnBrk="1" latinLnBrk="0" hangingPunct="1">
      <a:defRPr sz="857" kern="1200">
        <a:solidFill>
          <a:schemeClr val="tx1"/>
        </a:solidFill>
        <a:latin typeface="+mn-lt"/>
        <a:ea typeface="+mn-ea"/>
        <a:cs typeface="+mn-cs"/>
      </a:defRPr>
    </a:lvl6pPr>
    <a:lvl7pPr marL="1958723" algn="l" defTabSz="652907" rtl="0" eaLnBrk="1" latinLnBrk="0" hangingPunct="1">
      <a:defRPr sz="857" kern="1200">
        <a:solidFill>
          <a:schemeClr val="tx1"/>
        </a:solidFill>
        <a:latin typeface="+mn-lt"/>
        <a:ea typeface="+mn-ea"/>
        <a:cs typeface="+mn-cs"/>
      </a:defRPr>
    </a:lvl7pPr>
    <a:lvl8pPr marL="2285176" algn="l" defTabSz="652907" rtl="0" eaLnBrk="1" latinLnBrk="0" hangingPunct="1">
      <a:defRPr sz="857" kern="1200">
        <a:solidFill>
          <a:schemeClr val="tx1"/>
        </a:solidFill>
        <a:latin typeface="+mn-lt"/>
        <a:ea typeface="+mn-ea"/>
        <a:cs typeface="+mn-cs"/>
      </a:defRPr>
    </a:lvl8pPr>
    <a:lvl9pPr marL="2611631" algn="l" defTabSz="652907"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5EBD31-3BF1-3842-8B3E-8A80842ADF91}" type="slidenum">
              <a:rPr lang="en-US" smtClean="0"/>
              <a:t>1</a:t>
            </a:fld>
            <a:endParaRPr lang="en-US"/>
          </a:p>
        </p:txBody>
      </p:sp>
    </p:spTree>
    <p:extLst>
      <p:ext uri="{BB962C8B-B14F-4D97-AF65-F5344CB8AC3E}">
        <p14:creationId xmlns:p14="http://schemas.microsoft.com/office/powerpoint/2010/main" val="2053683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p>
        </p:txBody>
      </p:sp>
      <p:sp>
        <p:nvSpPr>
          <p:cNvPr id="4" name="Date Placeholder 3"/>
          <p:cNvSpPr>
            <a:spLocks noGrp="1"/>
          </p:cNvSpPr>
          <p:nvPr>
            <p:ph type="dt" sz="half" idx="10"/>
          </p:nvPr>
        </p:nvSpPr>
        <p:spPr/>
        <p:txBody>
          <a:bodyPr/>
          <a:lstStyle/>
          <a:p>
            <a:fld id="{070F9D74-9CA2-B844-957F-EDF408B27601}"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6465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00349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0F9D74-9CA2-B844-957F-EDF408B27601}"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33734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0F9D74-9CA2-B844-957F-EDF408B27601}"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72744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0F9D74-9CA2-B844-957F-EDF408B27601}" type="datetimeFigureOut">
              <a:rPr lang="en-US" smtClean="0"/>
              <a:t>5/2/25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01509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0F9D74-9CA2-B844-957F-EDF408B27601}" type="datetimeFigureOut">
              <a:rPr lang="en-US" smtClean="0"/>
              <a:t>5/2/25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154765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F9D74-9CA2-B844-957F-EDF408B27601}" type="datetimeFigureOut">
              <a:rPr lang="en-US" smtClean="0"/>
              <a:t>5/2/25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76058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66372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930429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23716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055233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82287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0" name="Text Placeholder 5"/>
          <p:cNvSpPr>
            <a:spLocks noGrp="1"/>
          </p:cNvSpPr>
          <p:nvPr>
            <p:ph type="body" sz="quarter" idx="15" hasCustomPrompt="1"/>
          </p:nvPr>
        </p:nvSpPr>
        <p:spPr>
          <a:xfrm>
            <a:off x="-28074" y="157163"/>
            <a:ext cx="32946473" cy="1943100"/>
          </a:xfrm>
        </p:spPr>
        <p:txBody>
          <a:bodyPr>
            <a:noAutofit/>
          </a:bodyPr>
          <a:lstStyle>
            <a:defPPr>
              <a:defRPr kern="1200"/>
            </a:defPPr>
            <a:lvl1pPr marL="0" marR="0" indent="0" algn="ctr" defTabSz="1880637" rtl="0" eaLnBrk="1" fontAlgn="auto" latinLnBrk="0" hangingPunct="1">
              <a:lnSpc>
                <a:spcPct val="100000"/>
              </a:lnSpc>
              <a:spcBef>
                <a:spcPts val="750"/>
              </a:spcBef>
              <a:spcAft>
                <a:spcPct val="0"/>
              </a:spcAft>
              <a:buClrTx/>
              <a:buSzTx/>
              <a:buFontTx/>
              <a:buNone/>
              <a:defRPr sz="305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marL="0" marR="0" lvl="0" indent="0" algn="ctr" defTabSz="1880637" rtl="0" eaLnBrk="1" fontAlgn="auto" latinLnBrk="0" hangingPunct="1">
              <a:lnSpc>
                <a:spcPct val="100000"/>
              </a:lnSpc>
              <a:spcBef>
                <a:spcPct val="20000"/>
              </a:spcBef>
              <a:spcAft>
                <a:spcPct val="0"/>
              </a:spcAft>
              <a:buClrTx/>
              <a:buSzTx/>
              <a:buFontTx/>
              <a:buNone/>
              <a:defRPr/>
            </a:pPr>
            <a:r>
              <a:rPr lang="en-US"/>
              <a:t>This is a Scientific Poster Template created by Graphicsland </a:t>
            </a:r>
            <a:br>
              <a:rPr lang="en-US"/>
            </a:br>
            <a:r>
              <a:rPr lang="en-US"/>
              <a:t>&amp; MakeSigns.com. Your poster title would go on these lines. </a:t>
            </a:r>
          </a:p>
        </p:txBody>
      </p:sp>
      <p:sp>
        <p:nvSpPr>
          <p:cNvPr id="3" name="Text Placeholder 5"/>
          <p:cNvSpPr>
            <a:spLocks noGrp="1"/>
          </p:cNvSpPr>
          <p:nvPr>
            <p:ph type="body" sz="quarter" idx="16" hasCustomPrompt="1"/>
          </p:nvPr>
        </p:nvSpPr>
        <p:spPr>
          <a:xfrm>
            <a:off x="-28074" y="1775013"/>
            <a:ext cx="32946473" cy="1129553"/>
          </a:xfrm>
        </p:spPr>
        <p:txBody>
          <a:bodyPr>
            <a:noAutofit/>
          </a:bodyPr>
          <a:lstStyle>
            <a:defPPr>
              <a:defRPr kern="1200"/>
            </a:defPPr>
            <a:lvl1pPr marL="0" marR="0" indent="0" algn="ctr" defTabSz="1880637" rtl="0" eaLnBrk="1" fontAlgn="auto" latinLnBrk="0" hangingPunct="1">
              <a:lnSpc>
                <a:spcPct val="100000"/>
              </a:lnSpc>
              <a:spcBef>
                <a:spcPts val="400"/>
              </a:spcBef>
              <a:spcAft>
                <a:spcPct val="0"/>
              </a:spcAft>
              <a:buClrTx/>
              <a:buSzTx/>
              <a:buFontTx/>
              <a:buNone/>
              <a:defRPr sz="330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algn="ctr">
              <a:spcBef>
                <a:spcPts val="600"/>
              </a:spcBef>
            </a:pPr>
            <a:r>
              <a:rPr lang="en-US" sz="3000">
                <a:solidFill>
                  <a:schemeClr val="tx2">
                    <a:lumMod val="50000"/>
                  </a:schemeClr>
                </a:solidFill>
                <a:latin typeface="Franklin Gothic Medium" pitchFamily="34" charset="0"/>
              </a:rPr>
              <a:t>Author’s Name Here</a:t>
            </a:r>
            <a:br>
              <a:rPr lang="en-US" sz="3000">
                <a:solidFill>
                  <a:schemeClr val="tx2">
                    <a:lumMod val="50000"/>
                  </a:schemeClr>
                </a:solidFill>
                <a:latin typeface="Franklin Gothic Medium" pitchFamily="34" charset="0"/>
              </a:rPr>
            </a:br>
            <a:r>
              <a:rPr lang="en-US" sz="3000">
                <a:solidFill>
                  <a:schemeClr val="tx2">
                    <a:lumMod val="50000"/>
                  </a:schemeClr>
                </a:solidFill>
                <a:latin typeface="Arial" pitchFamily="34" charset="0"/>
                <a:cs typeface="Arial" pitchFamily="34" charset="0"/>
              </a:rPr>
              <a:t>University</a:t>
            </a:r>
            <a:r>
              <a:rPr lang="en-US" sz="3000">
                <a:solidFill>
                  <a:schemeClr val="tx2">
                    <a:lumMod val="50000"/>
                  </a:schemeClr>
                </a:solidFill>
                <a:latin typeface="Franklin Gothic Medium" pitchFamily="34" charset="0"/>
              </a:rPr>
              <a:t> Name Here</a:t>
            </a:r>
          </a:p>
        </p:txBody>
      </p:sp>
    </p:spTree>
    <p:extLst>
      <p:ext uri="{BB962C8B-B14F-4D97-AF65-F5344CB8AC3E}">
        <p14:creationId xmlns:p14="http://schemas.microsoft.com/office/powerpoint/2010/main" val="185847759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070F9D74-9CA2-B844-957F-EDF408B27601}" type="datetimeFigureOut">
              <a:rPr lang="en-US" smtClean="0"/>
              <a:t>5/2/25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BA97C75-BF6E-9B41-BF05-CA5DFF4C17DC}" type="slidenum">
              <a:rPr lang="en-US" smtClean="0"/>
              <a:t>‹#›</a:t>
            </a:fld>
            <a:endParaRPr lang="en-US"/>
          </a:p>
        </p:txBody>
      </p:sp>
    </p:spTree>
    <p:extLst>
      <p:ext uri="{BB962C8B-B14F-4D97-AF65-F5344CB8AC3E}">
        <p14:creationId xmlns:p14="http://schemas.microsoft.com/office/powerpoint/2010/main" val="1621820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72FA359-1C7E-452C-9271-CA4EED05005A}"/>
              </a:ext>
            </a:extLst>
          </p:cNvPr>
          <p:cNvSpPr/>
          <p:nvPr/>
        </p:nvSpPr>
        <p:spPr>
          <a:xfrm>
            <a:off x="21579840" y="19301657"/>
            <a:ext cx="10327904" cy="2383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ln w="0"/>
              <a:solidFill>
                <a:schemeClr val="tx1"/>
              </a:solidFill>
              <a:effectLst>
                <a:outerShdw blurRad="38100" dist="19050" dir="2700000" algn="tl" rotWithShape="0">
                  <a:schemeClr val="dk1">
                    <a:alpha val="40000"/>
                  </a:schemeClr>
                </a:outerShdw>
              </a:effectLst>
            </a:endParaRPr>
          </a:p>
        </p:txBody>
      </p:sp>
      <p:sp>
        <p:nvSpPr>
          <p:cNvPr id="29" name="Rectangle 28"/>
          <p:cNvSpPr/>
          <p:nvPr/>
        </p:nvSpPr>
        <p:spPr>
          <a:xfrm>
            <a:off x="770021" y="9507142"/>
            <a:ext cx="10568539"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a:latin typeface="Times New Roman"/>
                <a:cs typeface="Helvetica"/>
              </a:rPr>
              <a:t>Case presentation</a:t>
            </a:r>
            <a:endParaRPr lang="en-US" sz="5000" b="1">
              <a:latin typeface="Times New Roman"/>
              <a:cs typeface="Times New Roman"/>
            </a:endParaRPr>
          </a:p>
        </p:txBody>
      </p:sp>
      <p:sp>
        <p:nvSpPr>
          <p:cNvPr id="31" name="Rectangle 30"/>
          <p:cNvSpPr/>
          <p:nvPr/>
        </p:nvSpPr>
        <p:spPr>
          <a:xfrm>
            <a:off x="770021" y="10496786"/>
            <a:ext cx="10568539" cy="11072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endParaRPr lang="en-US" sz="3200">
              <a:solidFill>
                <a:schemeClr val="tx1"/>
              </a:solidFill>
              <a:latin typeface="Times New Roman"/>
              <a:cs typeface="Times New Roman"/>
            </a:endParaRPr>
          </a:p>
          <a:p>
            <a:pPr marL="457200" indent="-457200">
              <a:buFont typeface="Arial"/>
              <a:buChar char="•"/>
            </a:pPr>
            <a:r>
              <a:rPr lang="en-US" sz="3200">
                <a:solidFill>
                  <a:schemeClr val="tx1"/>
                </a:solidFill>
                <a:latin typeface="Times New Roman"/>
                <a:cs typeface="Times New Roman"/>
              </a:rPr>
              <a:t>A 31-year-old male with a history of duodenal ulcer with incidental hypercalcemia two years prior, presented with abdominal pain, hematemesis, and a month history of systemic symptoms, including night sweats, and unintentional weight loss of 10 pounds.</a:t>
            </a:r>
            <a:endParaRPr lang="en-US">
              <a:solidFill>
                <a:schemeClr val="tx1"/>
              </a:solidFill>
              <a:ea typeface="Calibri"/>
              <a:cs typeface="Calibri"/>
            </a:endParaRPr>
          </a:p>
          <a:p>
            <a:pPr marL="457200" indent="-457200">
              <a:buFont typeface="Arial"/>
              <a:buChar char="•"/>
            </a:pPr>
            <a:r>
              <a:rPr lang="en-US" sz="3200">
                <a:solidFill>
                  <a:schemeClr val="tx1"/>
                </a:solidFill>
                <a:latin typeface="Times New Roman"/>
                <a:cs typeface="Times New Roman"/>
              </a:rPr>
              <a:t>Physical examination revealed tachycardia, and melena on rectal examination. </a:t>
            </a:r>
            <a:endParaRPr lang="en-US" sz="3200">
              <a:solidFill>
                <a:schemeClr val="tx1"/>
              </a:solidFill>
              <a:latin typeface="Times New Roman"/>
              <a:ea typeface="Calibri" panose="020F0502020204030204"/>
              <a:cs typeface="Calibri" panose="020F0502020204030204"/>
            </a:endParaRPr>
          </a:p>
          <a:p>
            <a:pPr marL="457200" indent="-457200">
              <a:buFont typeface="Arial"/>
              <a:buChar char="•"/>
            </a:pPr>
            <a:r>
              <a:rPr lang="en-US" sz="3200">
                <a:solidFill>
                  <a:schemeClr val="tx1"/>
                </a:solidFill>
                <a:latin typeface="Times New Roman"/>
                <a:cs typeface="Times New Roman"/>
              </a:rPr>
              <a:t>Laboratory investigations showed severe anemia (Hb 6.0 g/dL), hypercalcemia (12.1 mg/dL), and hypophosphatemia (2.0 mg/dl).</a:t>
            </a:r>
            <a:endParaRPr lang="en-US" sz="3200">
              <a:solidFill>
                <a:schemeClr val="tx1"/>
              </a:solidFill>
              <a:latin typeface="Times New Roman"/>
              <a:ea typeface="Calibri"/>
              <a:cs typeface="Calibri"/>
            </a:endParaRPr>
          </a:p>
          <a:p>
            <a:pPr marL="457200" indent="-457200">
              <a:buFont typeface="Arial"/>
              <a:buChar char="•"/>
            </a:pPr>
            <a:r>
              <a:rPr lang="en-US" sz="3200">
                <a:solidFill>
                  <a:schemeClr val="tx1"/>
                </a:solidFill>
                <a:latin typeface="Times New Roman"/>
                <a:cs typeface="Times New Roman"/>
              </a:rPr>
              <a:t>Imaging revealed a large anterior mediastinal mass (17.3 × 9.3 × 14.8 cm) with hypodense components.</a:t>
            </a:r>
            <a:endParaRPr lang="en-US" sz="3200">
              <a:solidFill>
                <a:schemeClr val="tx1"/>
              </a:solidFill>
              <a:latin typeface="Times New Roman"/>
              <a:ea typeface="Calibri"/>
              <a:cs typeface="Calibri"/>
            </a:endParaRPr>
          </a:p>
          <a:p>
            <a:pPr marL="457200" indent="-457200">
              <a:buFont typeface="Arial"/>
              <a:buChar char="•"/>
            </a:pPr>
            <a:r>
              <a:rPr lang="en-US" sz="3200">
                <a:solidFill>
                  <a:schemeClr val="tx1"/>
                </a:solidFill>
                <a:latin typeface="Times New Roman"/>
                <a:cs typeface="Times New Roman"/>
              </a:rPr>
              <a:t>During hospitalization, esophagogastroduodenoscopy performed for acute gastrointestinal bleeding identified a large duodenal ulcer with visible vessels, which was successfully managed with epinephrine injection and hemostatic spray.</a:t>
            </a:r>
          </a:p>
          <a:p>
            <a:pPr marL="457200" indent="-457200">
              <a:buFont typeface="Arial"/>
              <a:buChar char="•"/>
            </a:pPr>
            <a:r>
              <a:rPr lang="en-US" sz="3200">
                <a:solidFill>
                  <a:schemeClr val="tx1"/>
                </a:solidFill>
                <a:latin typeface="Times New Roman"/>
                <a:cs typeface="Times New Roman"/>
              </a:rPr>
              <a:t>Further evaluation of hypercalcemia demonstrated elevated parathyroid hormone (PTH 148.1 </a:t>
            </a:r>
            <a:r>
              <a:rPr lang="en-US" sz="3200" err="1">
                <a:solidFill>
                  <a:schemeClr val="tx1"/>
                </a:solidFill>
                <a:latin typeface="Times New Roman"/>
                <a:cs typeface="Times New Roman"/>
              </a:rPr>
              <a:t>pg</a:t>
            </a:r>
            <a:r>
              <a:rPr lang="en-US" sz="3200">
                <a:solidFill>
                  <a:schemeClr val="tx1"/>
                </a:solidFill>
                <a:latin typeface="Times New Roman"/>
                <a:cs typeface="Times New Roman"/>
              </a:rPr>
              <a:t>/mL) and a parathyroid adenoma on </a:t>
            </a:r>
            <a:r>
              <a:rPr lang="en-US" sz="3200" err="1">
                <a:solidFill>
                  <a:schemeClr val="tx1"/>
                </a:solidFill>
                <a:latin typeface="Times New Roman"/>
                <a:cs typeface="Times New Roman"/>
              </a:rPr>
              <a:t>sestamibi</a:t>
            </a:r>
            <a:r>
              <a:rPr lang="en-US" sz="3200">
                <a:solidFill>
                  <a:schemeClr val="tx1"/>
                </a:solidFill>
                <a:latin typeface="Times New Roman"/>
                <a:cs typeface="Times New Roman"/>
              </a:rPr>
              <a:t> scan. </a:t>
            </a:r>
            <a:endParaRPr lang="en-US">
              <a:solidFill>
                <a:schemeClr val="tx1"/>
              </a:solidFill>
              <a:ea typeface="Calibri" panose="020F0502020204030204"/>
              <a:cs typeface="Calibri" panose="020F0502020204030204"/>
            </a:endParaRPr>
          </a:p>
          <a:p>
            <a:endParaRPr lang="en-US" sz="3450">
              <a:solidFill>
                <a:schemeClr val="tx1"/>
              </a:solidFill>
              <a:latin typeface="Helvetica" pitchFamily="2" charset="0"/>
              <a:cs typeface="Helvetica"/>
            </a:endParaRPr>
          </a:p>
        </p:txBody>
      </p:sp>
      <p:sp>
        <p:nvSpPr>
          <p:cNvPr id="8" name="Rectangle 7"/>
          <p:cNvSpPr/>
          <p:nvPr/>
        </p:nvSpPr>
        <p:spPr>
          <a:xfrm>
            <a:off x="770021" y="4328161"/>
            <a:ext cx="10568539" cy="1091864"/>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dirty="0">
                <a:latin typeface="Times New Roman"/>
                <a:cs typeface="Times New Roman"/>
              </a:rPr>
              <a:t>Introduction</a:t>
            </a:r>
          </a:p>
        </p:txBody>
      </p:sp>
      <p:sp>
        <p:nvSpPr>
          <p:cNvPr id="28" name="Rectangle 27"/>
          <p:cNvSpPr/>
          <p:nvPr/>
        </p:nvSpPr>
        <p:spPr>
          <a:xfrm>
            <a:off x="770021" y="5464903"/>
            <a:ext cx="10568539" cy="345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a:solidFill>
                  <a:schemeClr val="tx1"/>
                </a:solidFill>
                <a:latin typeface="Times New Roman"/>
                <a:cs typeface="Times New Roman"/>
              </a:rPr>
              <a:t>Neuroendocrine neoplasms (NEN): a heterogeneous group of tumors derived from neuroendocrine cells, frequently originating </a:t>
            </a:r>
            <a:r>
              <a:rPr lang="en-US" sz="3200">
                <a:solidFill>
                  <a:schemeClr val="tx1"/>
                </a:solidFill>
                <a:latin typeface="Times New Roman"/>
                <a:ea typeface="Calibri"/>
                <a:cs typeface="Times New Roman"/>
              </a:rPr>
              <a:t>in the gastrointestinal or pulmonary systems.</a:t>
            </a:r>
            <a:endParaRPr lang="en-US" sz="3200">
              <a:solidFill>
                <a:schemeClr val="tx1"/>
              </a:solidFill>
              <a:latin typeface="Times New Roman"/>
              <a:ea typeface="Calibri"/>
              <a:cs typeface="Calibri" panose="020F0502020204030204"/>
            </a:endParaRPr>
          </a:p>
          <a:p>
            <a:pPr marL="457200" indent="-457200">
              <a:buFont typeface="Arial"/>
              <a:buChar char="•"/>
            </a:pPr>
            <a:r>
              <a:rPr lang="en-US" sz="3200">
                <a:solidFill>
                  <a:schemeClr val="tx1"/>
                </a:solidFill>
                <a:latin typeface="Times New Roman"/>
                <a:ea typeface="Calibri"/>
                <a:cs typeface="Times New Roman"/>
              </a:rPr>
              <a:t>These tumors present a spectrum of clinical manifestations, ranging from incidental findings to endocrinopathies and hormone-related complications. Neuroendocrine neoplasms of the mediastinum are extremely rare.</a:t>
            </a:r>
            <a:endParaRPr lang="en-US" sz="3200">
              <a:solidFill>
                <a:schemeClr val="tx1"/>
              </a:solidFill>
              <a:latin typeface="Times New Roman"/>
              <a:ea typeface="Calibri"/>
              <a:cs typeface="Calibri" panose="020F0502020204030204"/>
            </a:endParaRPr>
          </a:p>
          <a:p>
            <a:endParaRPr lang="en-US" sz="2400">
              <a:solidFill>
                <a:schemeClr val="tx1"/>
              </a:solidFill>
              <a:latin typeface="Times New Roman"/>
              <a:ea typeface="Calibri"/>
              <a:cs typeface="Times New Roman"/>
            </a:endParaRPr>
          </a:p>
        </p:txBody>
      </p:sp>
      <p:sp>
        <p:nvSpPr>
          <p:cNvPr id="5" name="Rectangle 4"/>
          <p:cNvSpPr/>
          <p:nvPr/>
        </p:nvSpPr>
        <p:spPr>
          <a:xfrm>
            <a:off x="770021" y="526538"/>
            <a:ext cx="31137726" cy="3658990"/>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p>
        </p:txBody>
      </p:sp>
      <p:sp>
        <p:nvSpPr>
          <p:cNvPr id="7" name="Rectangle 6"/>
          <p:cNvSpPr/>
          <p:nvPr/>
        </p:nvSpPr>
        <p:spPr>
          <a:xfrm>
            <a:off x="785027" y="653843"/>
            <a:ext cx="30682215" cy="3370153"/>
          </a:xfrm>
          <a:prstGeom prst="rect">
            <a:avLst/>
          </a:prstGeom>
        </p:spPr>
        <p:txBody>
          <a:bodyPr wrap="square" lIns="91440" tIns="45720" rIns="91440" bIns="45720" anchor="t">
            <a:spAutoFit/>
          </a:bodyPr>
          <a:lstStyle/>
          <a:p>
            <a:pPr algn="ctr"/>
            <a:r>
              <a:rPr lang="en-US" sz="4800" b="1" dirty="0">
                <a:solidFill>
                  <a:schemeClr val="bg1"/>
                </a:solidFill>
                <a:latin typeface="Times New Roman"/>
                <a:cs typeface="Times New Roman"/>
              </a:rPr>
              <a:t>A Rare Mediastinal Neuroendocrine Neoplasm presenting with </a:t>
            </a:r>
          </a:p>
          <a:p>
            <a:pPr algn="ctr"/>
            <a:r>
              <a:rPr lang="en-US" sz="4800" b="1" dirty="0">
                <a:solidFill>
                  <a:schemeClr val="bg1"/>
                </a:solidFill>
                <a:latin typeface="Times New Roman"/>
                <a:cs typeface="Times New Roman"/>
              </a:rPr>
              <a:t>Hypercalcemia and Severe Duodenal Ulcer Bleeding</a:t>
            </a:r>
            <a:br>
              <a:rPr lang="en-US" sz="4800" b="1" dirty="0">
                <a:solidFill>
                  <a:schemeClr val="bg1"/>
                </a:solidFill>
                <a:latin typeface="Times New Roman"/>
                <a:cs typeface="Times New Roman"/>
              </a:rPr>
            </a:br>
            <a:endParaRPr lang="en-US" sz="4800" b="1" dirty="0">
              <a:solidFill>
                <a:schemeClr val="bg1"/>
              </a:solidFill>
              <a:latin typeface="Times New Roman"/>
              <a:ea typeface="Calibri" panose="020F0502020204030204"/>
              <a:cs typeface="Times New Roman"/>
            </a:endParaRPr>
          </a:p>
          <a:p>
            <a:pPr algn="ctr"/>
            <a:r>
              <a:rPr lang="en-US" sz="3600" dirty="0">
                <a:solidFill>
                  <a:schemeClr val="bg1"/>
                </a:solidFill>
                <a:latin typeface="Times New Roman"/>
                <a:cs typeface="Times New Roman"/>
              </a:rPr>
              <a:t>Nasrin </a:t>
            </a:r>
            <a:r>
              <a:rPr lang="en-US" sz="3600" dirty="0" err="1">
                <a:solidFill>
                  <a:schemeClr val="bg1"/>
                </a:solidFill>
                <a:latin typeface="Times New Roman"/>
                <a:cs typeface="Times New Roman"/>
              </a:rPr>
              <a:t>Nikravangolsefid</a:t>
            </a:r>
            <a:r>
              <a:rPr lang="en-US" sz="3600" dirty="0">
                <a:solidFill>
                  <a:schemeClr val="bg1"/>
                </a:solidFill>
                <a:latin typeface="Times New Roman"/>
                <a:cs typeface="Times New Roman"/>
              </a:rPr>
              <a:t>, Abhishek Karn, Maryam Hadipour, Rukhsar Nadeem, Mohammed Elhassan</a:t>
            </a:r>
          </a:p>
          <a:p>
            <a:pPr algn="ctr"/>
            <a:r>
              <a:rPr lang="en-US" sz="3300" dirty="0">
                <a:solidFill>
                  <a:schemeClr val="bg1"/>
                </a:solidFill>
                <a:latin typeface="Times New Roman"/>
                <a:cs typeface="Helvetica"/>
              </a:rPr>
              <a:t>Internal medicine department, Saint Agnes Medical Center, Fresno, CA</a:t>
            </a:r>
          </a:p>
        </p:txBody>
      </p:sp>
      <p:sp>
        <p:nvSpPr>
          <p:cNvPr id="11" name="TextBox 10"/>
          <p:cNvSpPr txBox="1"/>
          <p:nvPr/>
        </p:nvSpPr>
        <p:spPr>
          <a:xfrm>
            <a:off x="12107403" y="9703390"/>
            <a:ext cx="8730647" cy="400110"/>
          </a:xfrm>
          <a:prstGeom prst="rect">
            <a:avLst/>
          </a:prstGeom>
          <a:noFill/>
        </p:spPr>
        <p:txBody>
          <a:bodyPr wrap="square" rtlCol="0">
            <a:spAutoFit/>
          </a:bodyPr>
          <a:lstStyle/>
          <a:p>
            <a:r>
              <a:rPr lang="en-US" sz="2000" b="1"/>
              <a:t>Figure 1: </a:t>
            </a:r>
          </a:p>
        </p:txBody>
      </p:sp>
      <p:sp>
        <p:nvSpPr>
          <p:cNvPr id="69" name="TextBox 68"/>
          <p:cNvSpPr txBox="1"/>
          <p:nvPr/>
        </p:nvSpPr>
        <p:spPr>
          <a:xfrm>
            <a:off x="12093879" y="15764206"/>
            <a:ext cx="8730647" cy="400110"/>
          </a:xfrm>
          <a:prstGeom prst="rect">
            <a:avLst/>
          </a:prstGeom>
          <a:noFill/>
        </p:spPr>
        <p:txBody>
          <a:bodyPr wrap="square" rtlCol="0">
            <a:spAutoFit/>
          </a:bodyPr>
          <a:lstStyle/>
          <a:p>
            <a:r>
              <a:rPr lang="en-US" sz="2000" b="1"/>
              <a:t>Figure 2: </a:t>
            </a:r>
          </a:p>
        </p:txBody>
      </p:sp>
      <p:sp>
        <p:nvSpPr>
          <p:cNvPr id="74" name="Rectangle 73"/>
          <p:cNvSpPr/>
          <p:nvPr/>
        </p:nvSpPr>
        <p:spPr>
          <a:xfrm>
            <a:off x="21579840" y="4339545"/>
            <a:ext cx="10327906" cy="1107568"/>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dirty="0">
                <a:latin typeface="Times New Roman"/>
                <a:cs typeface="Times New Roman"/>
              </a:rPr>
              <a:t>Case presentation</a:t>
            </a:r>
            <a:endParaRPr lang="en-US">
              <a:latin typeface="Times New Roman"/>
              <a:cs typeface="Times New Roman"/>
            </a:endParaRPr>
          </a:p>
        </p:txBody>
      </p:sp>
      <p:sp>
        <p:nvSpPr>
          <p:cNvPr id="76" name="Rectangle 75"/>
          <p:cNvSpPr/>
          <p:nvPr/>
        </p:nvSpPr>
        <p:spPr>
          <a:xfrm>
            <a:off x="21579839" y="5420025"/>
            <a:ext cx="10327907" cy="3500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dirty="0">
                <a:solidFill>
                  <a:schemeClr val="tx1"/>
                </a:solidFill>
                <a:latin typeface="Times New Roman"/>
                <a:cs typeface="Times New Roman"/>
              </a:rPr>
              <a:t>A CT-guided biopsy of the mediastinal mass confirmed a well-differentiated neuroendocrine tumor, positive for Cam5.2, CD56, synaptophysin, and PAX8.</a:t>
            </a:r>
            <a:endParaRPr lang="en-US" dirty="0">
              <a:solidFill>
                <a:schemeClr val="tx1"/>
              </a:solidFill>
              <a:latin typeface="Calibri" panose="020F0502020204030204"/>
              <a:ea typeface="Calibri" panose="020F0502020204030204"/>
              <a:cs typeface="Calibri" panose="020F0502020204030204"/>
            </a:endParaRPr>
          </a:p>
          <a:p>
            <a:pPr marL="457200" indent="-457200">
              <a:buFont typeface="Arial"/>
              <a:buChar char="•"/>
            </a:pPr>
            <a:r>
              <a:rPr lang="en-US" sz="3200" dirty="0">
                <a:solidFill>
                  <a:schemeClr val="tx1"/>
                </a:solidFill>
                <a:latin typeface="Times New Roman"/>
                <a:cs typeface="Times New Roman"/>
              </a:rPr>
              <a:t>Tragically, the patient developed massive hematemesis a week after admission and went into cardiac arrest before the biopsy result was available.</a:t>
            </a:r>
            <a:endParaRPr lang="en-US" sz="3200" dirty="0">
              <a:solidFill>
                <a:schemeClr val="tx1"/>
              </a:solidFill>
              <a:latin typeface="Times New Roman"/>
              <a:ea typeface="Calibri"/>
              <a:cs typeface="Times New Roman"/>
            </a:endParaRPr>
          </a:p>
        </p:txBody>
      </p:sp>
      <p:sp>
        <p:nvSpPr>
          <p:cNvPr id="78" name="Rectangle 77"/>
          <p:cNvSpPr/>
          <p:nvPr/>
        </p:nvSpPr>
        <p:spPr>
          <a:xfrm>
            <a:off x="12421337" y="16914696"/>
            <a:ext cx="8390722" cy="1024892"/>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800" b="1">
                <a:latin typeface="Times New Roman"/>
                <a:cs typeface="Helvetica"/>
              </a:rPr>
              <a:t>Key learning point</a:t>
            </a:r>
            <a:endParaRPr lang="en-US" sz="4800">
              <a:latin typeface="Times New Roman"/>
              <a:cs typeface="Times New Roman"/>
            </a:endParaRPr>
          </a:p>
        </p:txBody>
      </p:sp>
      <p:sp>
        <p:nvSpPr>
          <p:cNvPr id="80" name="Rectangle 79"/>
          <p:cNvSpPr/>
          <p:nvPr/>
        </p:nvSpPr>
        <p:spPr>
          <a:xfrm>
            <a:off x="12420210" y="18441120"/>
            <a:ext cx="8390722" cy="2310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endParaRPr lang="en-US" sz="3200">
              <a:solidFill>
                <a:schemeClr val="tx1"/>
              </a:solidFill>
              <a:latin typeface="Times New Roman"/>
              <a:cs typeface="Helvetica"/>
            </a:endParaRPr>
          </a:p>
          <a:p>
            <a:endParaRPr lang="en-US" sz="3200">
              <a:solidFill>
                <a:schemeClr val="tx1"/>
              </a:solidFill>
              <a:latin typeface="Times New Roman"/>
              <a:cs typeface="Helvetica"/>
            </a:endParaRPr>
          </a:p>
        </p:txBody>
      </p:sp>
      <p:sp>
        <p:nvSpPr>
          <p:cNvPr id="82" name="Rectangle 81"/>
          <p:cNvSpPr/>
          <p:nvPr/>
        </p:nvSpPr>
        <p:spPr>
          <a:xfrm>
            <a:off x="21579840" y="15754908"/>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a:latin typeface="Helvetica" pitchFamily="2" charset="0"/>
              </a:rPr>
              <a:t>References</a:t>
            </a:r>
          </a:p>
        </p:txBody>
      </p:sp>
      <p:sp>
        <p:nvSpPr>
          <p:cNvPr id="84" name="Rectangle 83"/>
          <p:cNvSpPr/>
          <p:nvPr/>
        </p:nvSpPr>
        <p:spPr>
          <a:xfrm>
            <a:off x="21579839" y="15533911"/>
            <a:ext cx="10327905" cy="3500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AutoNum type="arabicPeriod"/>
            </a:pPr>
            <a:r>
              <a:rPr lang="en-US" sz="2000" dirty="0">
                <a:ln w="0"/>
                <a:solidFill>
                  <a:schemeClr val="tx1"/>
                </a:solidFill>
                <a:effectLst>
                  <a:outerShdw blurRad="38100" dist="19050" dir="2700000" algn="tl" rotWithShape="0">
                    <a:schemeClr val="dk1">
                      <a:alpha val="40000"/>
                    </a:schemeClr>
                  </a:outerShdw>
                </a:effectLst>
                <a:latin typeface="Times New Roman"/>
                <a:cs typeface="Times New Roman"/>
              </a:rPr>
              <a:t>Sultana Q, Kar J, Verma A, Sanghvi S, Kaka N, Patel N, Sethi Y, Chopra H, Kamal MA, Greig NH. A Comprehensive Review on Neuroendocrine Neoplasms: Presentation, Pathophysiology and Management. J Clin Med. 2023 Aug 5;12(15):5138.</a:t>
            </a:r>
            <a:endParaRPr lang="en-US" sz="2000" dirty="0">
              <a:ln w="0"/>
              <a:solidFill>
                <a:schemeClr val="tx1"/>
              </a:solidFill>
              <a:effectLst>
                <a:outerShdw blurRad="38100" dist="19050" dir="2700000" algn="tl" rotWithShape="0">
                  <a:prstClr val="black">
                    <a:alpha val="40000"/>
                  </a:prstClr>
                </a:outerShdw>
              </a:effectLst>
              <a:latin typeface="Times New Roman"/>
              <a:cs typeface="Times New Roman"/>
            </a:endParaRPr>
          </a:p>
          <a:p>
            <a:pPr marL="457200" indent="-457200">
              <a:buAutoNum type="arabicPeriod"/>
            </a:pPr>
            <a:r>
              <a:rPr lang="en-US" sz="2000" dirty="0">
                <a:ln w="0"/>
                <a:solidFill>
                  <a:schemeClr val="tx1"/>
                </a:solidFill>
                <a:effectLst>
                  <a:outerShdw blurRad="38100" dist="19050" dir="2700000" algn="tl" rotWithShape="0">
                    <a:schemeClr val="dk1">
                      <a:alpha val="40000"/>
                    </a:schemeClr>
                  </a:outerShdw>
                </a:effectLst>
                <a:latin typeface="Times New Roman"/>
                <a:cs typeface="Times New Roman"/>
              </a:rPr>
              <a:t>Dasari A, Shen C, Halperin D, Zhao B, Zhou S, Xu Y, Shih T, Yao JC. Trends in the Incidence, Prevalence, and Survival Outcomes in Patients With Neuroendocrine Tumors in the United States. JAMA Oncol. 2017 Oct 1;3(10):1335-1342.</a:t>
            </a:r>
            <a:endParaRPr lang="en-US" sz="2000" dirty="0">
              <a:ln w="0"/>
              <a:solidFill>
                <a:schemeClr val="tx1"/>
              </a:solidFill>
              <a:effectLst>
                <a:outerShdw blurRad="38100" dist="19050" dir="2700000" algn="tl" rotWithShape="0">
                  <a:prstClr val="black">
                    <a:alpha val="40000"/>
                  </a:prstClr>
                </a:outerShdw>
              </a:effectLst>
              <a:latin typeface="Times New Roman"/>
              <a:cs typeface="Times New Roman"/>
            </a:endParaRPr>
          </a:p>
          <a:p>
            <a:pPr marL="457200" indent="-457200">
              <a:buAutoNum type="arabicPeriod"/>
            </a:pPr>
            <a:r>
              <a:rPr lang="en-US" sz="2000" dirty="0">
                <a:ln w="0"/>
                <a:solidFill>
                  <a:schemeClr val="tx1"/>
                </a:solidFill>
                <a:effectLst>
                  <a:outerShdw blurRad="38100" dist="19050" dir="2700000" algn="tl" rotWithShape="0">
                    <a:prstClr val="black">
                      <a:alpha val="40000"/>
                    </a:prstClr>
                  </a:outerShdw>
                </a:effectLst>
                <a:latin typeface="Times New Roman"/>
                <a:cs typeface="Times New Roman"/>
              </a:rPr>
              <a:t>Bohnenberger H, Dinter H, König A, Strobel P. Neuroendocrine tumors of the thymus and mediastinum. J </a:t>
            </a:r>
            <a:r>
              <a:rPr lang="en-US" sz="2000" dirty="0" err="1">
                <a:ln w="0"/>
                <a:solidFill>
                  <a:schemeClr val="tx1"/>
                </a:solidFill>
                <a:effectLst>
                  <a:outerShdw blurRad="38100" dist="19050" dir="2700000" algn="tl" rotWithShape="0">
                    <a:prstClr val="black">
                      <a:alpha val="40000"/>
                    </a:prstClr>
                  </a:outerShdw>
                </a:effectLst>
                <a:latin typeface="Times New Roman"/>
                <a:cs typeface="Times New Roman"/>
              </a:rPr>
              <a:t>Thorac</a:t>
            </a:r>
            <a:r>
              <a:rPr lang="en-US" sz="2000" dirty="0">
                <a:ln w="0"/>
                <a:solidFill>
                  <a:schemeClr val="tx1"/>
                </a:solidFill>
                <a:effectLst>
                  <a:outerShdw blurRad="38100" dist="19050" dir="2700000" algn="tl" rotWithShape="0">
                    <a:prstClr val="black">
                      <a:alpha val="40000"/>
                    </a:prstClr>
                  </a:outerShdw>
                </a:effectLst>
                <a:latin typeface="Times New Roman"/>
                <a:cs typeface="Times New Roman"/>
              </a:rPr>
              <a:t> Dis. 2017 Nov;9(Suppl 15):S1448-S1457.</a:t>
            </a:r>
          </a:p>
          <a:p>
            <a:endParaRPr lang="en-US" sz="3450" dirty="0">
              <a:ln w="0"/>
              <a:solidFill>
                <a:schemeClr val="tx1"/>
              </a:solidFill>
              <a:effectLst>
                <a:outerShdw blurRad="38100" dist="19050" dir="2700000" algn="tl" rotWithShape="0">
                  <a:prstClr val="black">
                    <a:alpha val="40000"/>
                  </a:prstClr>
                </a:outerShdw>
              </a:effectLst>
              <a:latin typeface="Helvetica" pitchFamily="2" charset="0"/>
              <a:cs typeface="Helvetica"/>
            </a:endParaRPr>
          </a:p>
        </p:txBody>
      </p:sp>
      <p:sp>
        <p:nvSpPr>
          <p:cNvPr id="90" name="Rectangle 89"/>
          <p:cNvSpPr/>
          <p:nvPr/>
        </p:nvSpPr>
        <p:spPr>
          <a:xfrm>
            <a:off x="21579840" y="9251625"/>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a:latin typeface="Times New Roman"/>
                <a:cs typeface="Times New Roman"/>
              </a:rPr>
              <a:t>Discussion</a:t>
            </a:r>
          </a:p>
        </p:txBody>
      </p:sp>
      <p:sp>
        <p:nvSpPr>
          <p:cNvPr id="92" name="Rectangle 91"/>
          <p:cNvSpPr/>
          <p:nvPr/>
        </p:nvSpPr>
        <p:spPr>
          <a:xfrm>
            <a:off x="21579840" y="10332105"/>
            <a:ext cx="10327906" cy="3804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dirty="0">
                <a:solidFill>
                  <a:schemeClr val="tx1"/>
                </a:solidFill>
                <a:latin typeface="Times New Roman"/>
                <a:cs typeface="Times New Roman"/>
              </a:rPr>
              <a:t>This case highlights the complexity of diagnosing NEN neoplasms and emphasizes the importance of thorough diagnostic workup during the first episode of gastrointestinal bleeding with concurrent hypercalcemia.</a:t>
            </a:r>
            <a:endParaRPr lang="en-US" dirty="0"/>
          </a:p>
          <a:p>
            <a:pPr marL="457200" indent="-457200">
              <a:buFont typeface="Arial"/>
              <a:buChar char="•"/>
            </a:pPr>
            <a:r>
              <a:rPr lang="en-US" sz="3200" dirty="0">
                <a:solidFill>
                  <a:schemeClr val="tx1"/>
                </a:solidFill>
                <a:latin typeface="Times New Roman"/>
                <a:cs typeface="Times New Roman"/>
              </a:rPr>
              <a:t>It is likely that the large mediastinal mass could have hindered chest compression efforts during resuscitation.</a:t>
            </a:r>
            <a:endParaRPr lang="en-US" sz="3200" dirty="0">
              <a:solidFill>
                <a:schemeClr val="tx1"/>
              </a:solidFill>
              <a:ea typeface="Calibri" panose="020F0502020204030204"/>
              <a:cs typeface="Calibri" panose="020F0502020204030204"/>
            </a:endParaRPr>
          </a:p>
          <a:p>
            <a:br>
              <a:rPr lang="en-US" sz="3450" dirty="0">
                <a:solidFill>
                  <a:schemeClr val="tx1"/>
                </a:solidFill>
                <a:latin typeface="Helvetica" pitchFamily="2" charset="0"/>
                <a:cs typeface="Helvetica"/>
              </a:rPr>
            </a:br>
            <a:endParaRPr lang="en-US" sz="3450" dirty="0">
              <a:solidFill>
                <a:schemeClr val="tx1"/>
              </a:solidFill>
              <a:latin typeface="Helvetica" pitchFamily="2" charset="0"/>
              <a:cs typeface="Helvetica"/>
            </a:endParaRPr>
          </a:p>
        </p:txBody>
      </p:sp>
      <p:sp>
        <p:nvSpPr>
          <p:cNvPr id="2" name="Rectangle 1"/>
          <p:cNvSpPr/>
          <p:nvPr/>
        </p:nvSpPr>
        <p:spPr>
          <a:xfrm>
            <a:off x="11600253" y="4328162"/>
            <a:ext cx="4755880" cy="623958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sp>
        <p:nvSpPr>
          <p:cNvPr id="60" name="Rectangle 59"/>
          <p:cNvSpPr/>
          <p:nvPr/>
        </p:nvSpPr>
        <p:spPr>
          <a:xfrm>
            <a:off x="11686851" y="10960405"/>
            <a:ext cx="9509760" cy="556640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pic>
        <p:nvPicPr>
          <p:cNvPr id="16" name="Picture 15" descr="Logo, company name&#10;&#10;Description automatically generated">
            <a:extLst>
              <a:ext uri="{FF2B5EF4-FFF2-40B4-BE49-F238E27FC236}">
                <a16:creationId xmlns:a16="http://schemas.microsoft.com/office/drawing/2014/main" id="{8283E8A5-A7C0-442C-AC99-AA457BB84D28}"/>
              </a:ext>
            </a:extLst>
          </p:cNvPr>
          <p:cNvPicPr>
            <a:picLocks noChangeAspect="1"/>
          </p:cNvPicPr>
          <p:nvPr/>
        </p:nvPicPr>
        <p:blipFill rotWithShape="1">
          <a:blip r:embed="rId3"/>
          <a:srcRect b="54543"/>
          <a:stretch/>
        </p:blipFill>
        <p:spPr>
          <a:xfrm>
            <a:off x="23886885" y="19157620"/>
            <a:ext cx="3748117" cy="1692222"/>
          </a:xfrm>
          <a:prstGeom prst="rect">
            <a:avLst/>
          </a:prstGeom>
        </p:spPr>
      </p:pic>
      <p:pic>
        <p:nvPicPr>
          <p:cNvPr id="32" name="Picture 31" descr="Logo, company name&#10;&#10;Description automatically generated">
            <a:extLst>
              <a:ext uri="{FF2B5EF4-FFF2-40B4-BE49-F238E27FC236}">
                <a16:creationId xmlns:a16="http://schemas.microsoft.com/office/drawing/2014/main" id="{DAFB8C40-F85E-48CF-BF7E-4517D7D63025}"/>
              </a:ext>
            </a:extLst>
          </p:cNvPr>
          <p:cNvPicPr>
            <a:picLocks noChangeAspect="1"/>
          </p:cNvPicPr>
          <p:nvPr/>
        </p:nvPicPr>
        <p:blipFill rotWithShape="1">
          <a:blip r:embed="rId3"/>
          <a:srcRect t="47565" b="13424"/>
          <a:stretch/>
        </p:blipFill>
        <p:spPr>
          <a:xfrm>
            <a:off x="26176991" y="19218911"/>
            <a:ext cx="3955647" cy="1532673"/>
          </a:xfrm>
          <a:prstGeom prst="rect">
            <a:avLst/>
          </a:prstGeom>
        </p:spPr>
      </p:pic>
      <p:sp>
        <p:nvSpPr>
          <p:cNvPr id="4" name="Rectangle 3">
            <a:extLst>
              <a:ext uri="{FF2B5EF4-FFF2-40B4-BE49-F238E27FC236}">
                <a16:creationId xmlns:a16="http://schemas.microsoft.com/office/drawing/2014/main" id="{159A110F-8085-868E-B2C7-FC85831452C6}"/>
              </a:ext>
            </a:extLst>
          </p:cNvPr>
          <p:cNvSpPr/>
          <p:nvPr/>
        </p:nvSpPr>
        <p:spPr>
          <a:xfrm>
            <a:off x="16496801" y="4328161"/>
            <a:ext cx="4755880" cy="623958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pic>
        <p:nvPicPr>
          <p:cNvPr id="12" name="Picture 11" descr="A close-up of a chest x-ray&#10;&#10;AI-generated content may be incorrect.">
            <a:extLst>
              <a:ext uri="{FF2B5EF4-FFF2-40B4-BE49-F238E27FC236}">
                <a16:creationId xmlns:a16="http://schemas.microsoft.com/office/drawing/2014/main" id="{7BCCB1E1-E6B2-41FC-3FBB-E351A4D2B0BD}"/>
              </a:ext>
            </a:extLst>
          </p:cNvPr>
          <p:cNvPicPr>
            <a:picLocks noChangeAspect="1"/>
          </p:cNvPicPr>
          <p:nvPr/>
        </p:nvPicPr>
        <p:blipFill>
          <a:blip r:embed="rId4"/>
          <a:srcRect t="8824" b="704"/>
          <a:stretch/>
        </p:blipFill>
        <p:spPr>
          <a:xfrm>
            <a:off x="13451502" y="11435043"/>
            <a:ext cx="5825329" cy="4119173"/>
          </a:xfrm>
          <a:prstGeom prst="rect">
            <a:avLst/>
          </a:prstGeom>
        </p:spPr>
      </p:pic>
      <p:pic>
        <p:nvPicPr>
          <p:cNvPr id="14" name="Picture 13" descr="A close-up of a person&amp;#39;s chest&#10;&#10;AI-generated content may be incorrect.">
            <a:extLst>
              <a:ext uri="{FF2B5EF4-FFF2-40B4-BE49-F238E27FC236}">
                <a16:creationId xmlns:a16="http://schemas.microsoft.com/office/drawing/2014/main" id="{02ACA589-28F6-D064-3BAB-7F48AF9D3D8B}"/>
              </a:ext>
            </a:extLst>
          </p:cNvPr>
          <p:cNvPicPr>
            <a:picLocks noChangeAspect="1"/>
          </p:cNvPicPr>
          <p:nvPr/>
        </p:nvPicPr>
        <p:blipFill>
          <a:blip r:embed="rId5"/>
          <a:srcRect l="-351" t="-469" r="7930" b="-531"/>
          <a:stretch/>
        </p:blipFill>
        <p:spPr>
          <a:xfrm>
            <a:off x="16604964" y="4397511"/>
            <a:ext cx="4383466" cy="4536689"/>
          </a:xfrm>
          <a:prstGeom prst="rect">
            <a:avLst/>
          </a:prstGeom>
        </p:spPr>
      </p:pic>
      <p:sp>
        <p:nvSpPr>
          <p:cNvPr id="6" name="TextBox 5">
            <a:extLst>
              <a:ext uri="{FF2B5EF4-FFF2-40B4-BE49-F238E27FC236}">
                <a16:creationId xmlns:a16="http://schemas.microsoft.com/office/drawing/2014/main" id="{88AD9BE5-ECC3-B2CB-6EDA-BFBE80E90A1D}"/>
              </a:ext>
            </a:extLst>
          </p:cNvPr>
          <p:cNvSpPr txBox="1"/>
          <p:nvPr/>
        </p:nvSpPr>
        <p:spPr>
          <a:xfrm>
            <a:off x="13225578" y="15757275"/>
            <a:ext cx="70466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 3. Chest CT scan showing the large mediastinal mass (axial view)</a:t>
            </a:r>
          </a:p>
        </p:txBody>
      </p:sp>
      <p:sp>
        <p:nvSpPr>
          <p:cNvPr id="10" name="TextBox 9">
            <a:extLst>
              <a:ext uri="{FF2B5EF4-FFF2-40B4-BE49-F238E27FC236}">
                <a16:creationId xmlns:a16="http://schemas.microsoft.com/office/drawing/2014/main" id="{02A610AB-DE5F-DCCC-CB8B-B05E7A48B70D}"/>
              </a:ext>
            </a:extLst>
          </p:cNvPr>
          <p:cNvSpPr txBox="1"/>
          <p:nvPr/>
        </p:nvSpPr>
        <p:spPr>
          <a:xfrm>
            <a:off x="11852575" y="8956361"/>
            <a:ext cx="427878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Figure 1. Chest CT scan showing the large anterior mediastinal mass (sagittal view). </a:t>
            </a:r>
            <a:r>
              <a:rPr lang="en-US" dirty="0">
                <a:latin typeface="Times New Roman"/>
                <a:ea typeface="+mn-lt"/>
                <a:cs typeface="+mn-lt"/>
              </a:rPr>
              <a:t>Arrows indicate the direction of force during chest compressions, suggesting that the mass may have obstructed blood outflow</a:t>
            </a:r>
            <a:endParaRPr lang="en-US" dirty="0">
              <a:latin typeface="Times New Roman"/>
              <a:cs typeface="Times New Roman"/>
            </a:endParaRPr>
          </a:p>
        </p:txBody>
      </p:sp>
      <p:sp>
        <p:nvSpPr>
          <p:cNvPr id="13" name="TextBox 12">
            <a:extLst>
              <a:ext uri="{FF2B5EF4-FFF2-40B4-BE49-F238E27FC236}">
                <a16:creationId xmlns:a16="http://schemas.microsoft.com/office/drawing/2014/main" id="{21671EBD-5C4E-0460-BBF0-C3D3D03AABAA}"/>
              </a:ext>
            </a:extLst>
          </p:cNvPr>
          <p:cNvSpPr txBox="1"/>
          <p:nvPr/>
        </p:nvSpPr>
        <p:spPr>
          <a:xfrm>
            <a:off x="16685899" y="9165561"/>
            <a:ext cx="423682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 2. Chest CT scan showing the large anterior mediastinal mass (coronal view)</a:t>
            </a:r>
          </a:p>
        </p:txBody>
      </p:sp>
      <p:pic>
        <p:nvPicPr>
          <p:cNvPr id="15" name="Picture 14" descr="An x-ray of a human body&#10;&#10;AI-generated content may be incorrect.">
            <a:extLst>
              <a:ext uri="{FF2B5EF4-FFF2-40B4-BE49-F238E27FC236}">
                <a16:creationId xmlns:a16="http://schemas.microsoft.com/office/drawing/2014/main" id="{880658F4-58CA-2D18-EF8B-7C1A7A97F27C}"/>
              </a:ext>
            </a:extLst>
          </p:cNvPr>
          <p:cNvPicPr>
            <a:picLocks noChangeAspect="1"/>
          </p:cNvPicPr>
          <p:nvPr/>
        </p:nvPicPr>
        <p:blipFill>
          <a:blip r:embed="rId6"/>
          <a:srcRect l="7487" t="6503" r="14706" b="287"/>
          <a:stretch/>
        </p:blipFill>
        <p:spPr>
          <a:xfrm>
            <a:off x="11836573" y="4386092"/>
            <a:ext cx="4289562" cy="4525555"/>
          </a:xfrm>
          <a:prstGeom prst="rect">
            <a:avLst/>
          </a:prstGeom>
        </p:spPr>
      </p:pic>
      <p:pic>
        <p:nvPicPr>
          <p:cNvPr id="3" name="Picture 2">
            <a:extLst>
              <a:ext uri="{FF2B5EF4-FFF2-40B4-BE49-F238E27FC236}">
                <a16:creationId xmlns:a16="http://schemas.microsoft.com/office/drawing/2014/main" id="{9725CACE-A87C-6138-86EB-533028D64FE7}"/>
              </a:ext>
            </a:extLst>
          </p:cNvPr>
          <p:cNvPicPr>
            <a:picLocks noChangeAspect="1"/>
          </p:cNvPicPr>
          <p:nvPr/>
        </p:nvPicPr>
        <p:blipFill>
          <a:blip r:embed="rId7"/>
          <a:stretch>
            <a:fillRect/>
          </a:stretch>
        </p:blipFill>
        <p:spPr>
          <a:xfrm>
            <a:off x="11852575" y="18078630"/>
            <a:ext cx="9467166" cy="2458934"/>
          </a:xfrm>
          <a:prstGeom prst="rect">
            <a:avLst/>
          </a:prstGeom>
        </p:spPr>
      </p:pic>
      <p:sp>
        <p:nvSpPr>
          <p:cNvPr id="9" name="Rectangle 8">
            <a:extLst>
              <a:ext uri="{FF2B5EF4-FFF2-40B4-BE49-F238E27FC236}">
                <a16:creationId xmlns:a16="http://schemas.microsoft.com/office/drawing/2014/main" id="{9596446D-CA75-C2EB-925B-DDF2E048BCAD}"/>
              </a:ext>
            </a:extLst>
          </p:cNvPr>
          <p:cNvSpPr/>
          <p:nvPr/>
        </p:nvSpPr>
        <p:spPr>
          <a:xfrm>
            <a:off x="21595016" y="14404470"/>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800" b="1">
                <a:latin typeface="Times New Roman"/>
                <a:cs typeface="Helvetica"/>
              </a:rPr>
              <a:t>References</a:t>
            </a:r>
            <a:endParaRPr lang="en-US" sz="4800">
              <a:latin typeface="Times New Roman"/>
              <a:cs typeface="Times New Roman"/>
            </a:endParaRPr>
          </a:p>
        </p:txBody>
      </p:sp>
      <p:pic>
        <p:nvPicPr>
          <p:cNvPr id="93" name="Picture 92" descr="60C.png"/>
          <p:cNvPicPr>
            <a:picLocks noChangeAspect="1"/>
          </p:cNvPicPr>
          <p:nvPr/>
        </p:nvPicPr>
        <p:blipFill>
          <a:blip r:embed="rId8"/>
          <a:stretch>
            <a:fillRect/>
          </a:stretch>
        </p:blipFill>
        <p:spPr>
          <a:xfrm>
            <a:off x="29279088" y="795528"/>
            <a:ext cx="2103120" cy="3108960"/>
          </a:xfrm>
          <a:prstGeom prst="rect">
            <a:avLst/>
          </a:prstGeom>
        </p:spPr>
      </p:pic>
    </p:spTree>
    <p:extLst>
      <p:ext uri="{BB962C8B-B14F-4D97-AF65-F5344CB8AC3E}">
        <p14:creationId xmlns:p14="http://schemas.microsoft.com/office/powerpoint/2010/main" val="29286196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561</Words>
  <Application>Microsoft Macintosh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Franklin Gothic Medium</vt:lpstr>
      <vt:lpstr>Helvetica</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17</cp:revision>
  <dcterms:created xsi:type="dcterms:W3CDTF">2016-02-18T22:13:49Z</dcterms:created>
  <dcterms:modified xsi:type="dcterms:W3CDTF">2025-05-02T22:51:52Z</dcterms:modified>
</cp:coreProperties>
</file>