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747775"/>
          </p15:clr>
        </p15:guide>
        <p15:guide id="2" pos="103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93"/>
    <p:restoredTop sz="94694"/>
  </p:normalViewPr>
  <p:slideViewPr>
    <p:cSldViewPr snapToGrid="0">
      <p:cViewPr>
        <p:scale>
          <a:sx n="39" d="100"/>
          <a:sy n="39" d="100"/>
        </p:scale>
        <p:origin x="24"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556"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fc2ef2b1c_0_0: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g34fc2ef2b1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g34fc2ef2b1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50" y="3176853"/>
            <a:ext cx="30674100" cy="87579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9900"/>
              <a:buNone/>
              <a:defRPr sz="19900"/>
            </a:lvl1pPr>
            <a:lvl2pPr lvl="1" algn="ctr">
              <a:spcBef>
                <a:spcPts val="0"/>
              </a:spcBef>
              <a:spcAft>
                <a:spcPts val="0"/>
              </a:spcAft>
              <a:buSzPts val="19900"/>
              <a:buNone/>
              <a:defRPr sz="19900"/>
            </a:lvl2pPr>
            <a:lvl3pPr lvl="2" algn="ctr">
              <a:spcBef>
                <a:spcPts val="0"/>
              </a:spcBef>
              <a:spcAft>
                <a:spcPts val="0"/>
              </a:spcAft>
              <a:buSzPts val="19900"/>
              <a:buNone/>
              <a:defRPr sz="19900"/>
            </a:lvl3pPr>
            <a:lvl4pPr lvl="3" algn="ctr">
              <a:spcBef>
                <a:spcPts val="0"/>
              </a:spcBef>
              <a:spcAft>
                <a:spcPts val="0"/>
              </a:spcAft>
              <a:buSzPts val="19900"/>
              <a:buNone/>
              <a:defRPr sz="19900"/>
            </a:lvl4pPr>
            <a:lvl5pPr lvl="4" algn="ctr">
              <a:spcBef>
                <a:spcPts val="0"/>
              </a:spcBef>
              <a:spcAft>
                <a:spcPts val="0"/>
              </a:spcAft>
              <a:buSzPts val="19900"/>
              <a:buNone/>
              <a:defRPr sz="19900"/>
            </a:lvl5pPr>
            <a:lvl6pPr lvl="5" algn="ctr">
              <a:spcBef>
                <a:spcPts val="0"/>
              </a:spcBef>
              <a:spcAft>
                <a:spcPts val="0"/>
              </a:spcAft>
              <a:buSzPts val="19900"/>
              <a:buNone/>
              <a:defRPr sz="19900"/>
            </a:lvl6pPr>
            <a:lvl7pPr lvl="6" algn="ctr">
              <a:spcBef>
                <a:spcPts val="0"/>
              </a:spcBef>
              <a:spcAft>
                <a:spcPts val="0"/>
              </a:spcAft>
              <a:buSzPts val="19900"/>
              <a:buNone/>
              <a:defRPr sz="19900"/>
            </a:lvl7pPr>
            <a:lvl8pPr lvl="7" algn="ctr">
              <a:spcBef>
                <a:spcPts val="0"/>
              </a:spcBef>
              <a:spcAft>
                <a:spcPts val="0"/>
              </a:spcAft>
              <a:buSzPts val="19900"/>
              <a:buNone/>
              <a:defRPr sz="19900"/>
            </a:lvl8pPr>
            <a:lvl9pPr lvl="8" algn="ctr">
              <a:spcBef>
                <a:spcPts val="0"/>
              </a:spcBef>
              <a:spcAft>
                <a:spcPts val="0"/>
              </a:spcAft>
              <a:buSzPts val="19900"/>
              <a:buNone/>
              <a:defRPr sz="19900"/>
            </a:lvl9pPr>
          </a:lstStyle>
          <a:p>
            <a:endParaRPr/>
          </a:p>
        </p:txBody>
      </p:sp>
      <p:sp>
        <p:nvSpPr>
          <p:cNvPr id="11" name="Google Shape;11;p2"/>
          <p:cNvSpPr txBox="1">
            <a:spLocks noGrp="1"/>
          </p:cNvSpPr>
          <p:nvPr>
            <p:ph type="subTitle" idx="1"/>
          </p:nvPr>
        </p:nvSpPr>
        <p:spPr>
          <a:xfrm>
            <a:off x="1122120" y="12092267"/>
            <a:ext cx="30674100" cy="33819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10700"/>
              <a:buNone/>
              <a:defRPr sz="10700"/>
            </a:lvl1pPr>
            <a:lvl2pPr lvl="1" algn="ctr">
              <a:lnSpc>
                <a:spcPct val="100000"/>
              </a:lnSpc>
              <a:spcBef>
                <a:spcPts val="0"/>
              </a:spcBef>
              <a:spcAft>
                <a:spcPts val="0"/>
              </a:spcAft>
              <a:buSzPts val="10700"/>
              <a:buNone/>
              <a:defRPr sz="10700"/>
            </a:lvl2pPr>
            <a:lvl3pPr lvl="2" algn="ctr">
              <a:lnSpc>
                <a:spcPct val="100000"/>
              </a:lnSpc>
              <a:spcBef>
                <a:spcPts val="0"/>
              </a:spcBef>
              <a:spcAft>
                <a:spcPts val="0"/>
              </a:spcAft>
              <a:buSzPts val="10700"/>
              <a:buNone/>
              <a:defRPr sz="10700"/>
            </a:lvl3pPr>
            <a:lvl4pPr lvl="3" algn="ctr">
              <a:lnSpc>
                <a:spcPct val="100000"/>
              </a:lnSpc>
              <a:spcBef>
                <a:spcPts val="0"/>
              </a:spcBef>
              <a:spcAft>
                <a:spcPts val="0"/>
              </a:spcAft>
              <a:buSzPts val="10700"/>
              <a:buNone/>
              <a:defRPr sz="10700"/>
            </a:lvl4pPr>
            <a:lvl5pPr lvl="4" algn="ctr">
              <a:lnSpc>
                <a:spcPct val="100000"/>
              </a:lnSpc>
              <a:spcBef>
                <a:spcPts val="0"/>
              </a:spcBef>
              <a:spcAft>
                <a:spcPts val="0"/>
              </a:spcAft>
              <a:buSzPts val="10700"/>
              <a:buNone/>
              <a:defRPr sz="10700"/>
            </a:lvl5pPr>
            <a:lvl6pPr lvl="5" algn="ctr">
              <a:lnSpc>
                <a:spcPct val="100000"/>
              </a:lnSpc>
              <a:spcBef>
                <a:spcPts val="0"/>
              </a:spcBef>
              <a:spcAft>
                <a:spcPts val="0"/>
              </a:spcAft>
              <a:buSzPts val="10700"/>
              <a:buNone/>
              <a:defRPr sz="10700"/>
            </a:lvl6pPr>
            <a:lvl7pPr lvl="6" algn="ctr">
              <a:lnSpc>
                <a:spcPct val="100000"/>
              </a:lnSpc>
              <a:spcBef>
                <a:spcPts val="0"/>
              </a:spcBef>
              <a:spcAft>
                <a:spcPts val="0"/>
              </a:spcAft>
              <a:buSzPts val="10700"/>
              <a:buNone/>
              <a:defRPr sz="10700"/>
            </a:lvl7pPr>
            <a:lvl8pPr lvl="7" algn="ctr">
              <a:lnSpc>
                <a:spcPct val="100000"/>
              </a:lnSpc>
              <a:spcBef>
                <a:spcPts val="0"/>
              </a:spcBef>
              <a:spcAft>
                <a:spcPts val="0"/>
              </a:spcAft>
              <a:buSzPts val="10700"/>
              <a:buNone/>
              <a:defRPr sz="10700"/>
            </a:lvl8pPr>
            <a:lvl9pPr lvl="8" algn="ctr">
              <a:lnSpc>
                <a:spcPct val="100000"/>
              </a:lnSpc>
              <a:spcBef>
                <a:spcPts val="0"/>
              </a:spcBef>
              <a:spcAft>
                <a:spcPts val="0"/>
              </a:spcAft>
              <a:buSzPts val="10700"/>
              <a:buNone/>
              <a:defRPr sz="10700"/>
            </a:lvl9pPr>
          </a:lstStyle>
          <a:p>
            <a:endParaRPr/>
          </a:p>
        </p:txBody>
      </p:sp>
      <p:sp>
        <p:nvSpPr>
          <p:cNvPr id="12" name="Google Shape;12;p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00" cy="3591600"/>
          </a:xfrm>
          <a:prstGeom prst="rect">
            <a:avLst/>
          </a:prstGeom>
        </p:spPr>
        <p:txBody>
          <a:bodyPr spcFirstLastPara="1" wrap="square" lIns="349450" tIns="349450" rIns="349450" bIns="349450" anchor="ctr" anchorCtr="0">
            <a:normAutofit/>
          </a:bodyPr>
          <a:lstStyle>
            <a:lvl1pPr lvl="0" algn="ctr">
              <a:spcBef>
                <a:spcPts val="0"/>
              </a:spcBef>
              <a:spcAft>
                <a:spcPts val="0"/>
              </a:spcAft>
              <a:buSzPts val="13800"/>
              <a:buNone/>
              <a:defRPr sz="13800"/>
            </a:lvl1pPr>
            <a:lvl2pPr lvl="1" algn="ctr">
              <a:spcBef>
                <a:spcPts val="0"/>
              </a:spcBef>
              <a:spcAft>
                <a:spcPts val="0"/>
              </a:spcAft>
              <a:buSzPts val="13800"/>
              <a:buNone/>
              <a:defRPr sz="13800"/>
            </a:lvl2pPr>
            <a:lvl3pPr lvl="2" algn="ctr">
              <a:spcBef>
                <a:spcPts val="0"/>
              </a:spcBef>
              <a:spcAft>
                <a:spcPts val="0"/>
              </a:spcAft>
              <a:buSzPts val="13800"/>
              <a:buNone/>
              <a:defRPr sz="13800"/>
            </a:lvl3pPr>
            <a:lvl4pPr lvl="3" algn="ctr">
              <a:spcBef>
                <a:spcPts val="0"/>
              </a:spcBef>
              <a:spcAft>
                <a:spcPts val="0"/>
              </a:spcAft>
              <a:buSzPts val="13800"/>
              <a:buNone/>
              <a:defRPr sz="13800"/>
            </a:lvl4pPr>
            <a:lvl5pPr lvl="4" algn="ctr">
              <a:spcBef>
                <a:spcPts val="0"/>
              </a:spcBef>
              <a:spcAft>
                <a:spcPts val="0"/>
              </a:spcAft>
              <a:buSzPts val="13800"/>
              <a:buNone/>
              <a:defRPr sz="13800"/>
            </a:lvl5pPr>
            <a:lvl6pPr lvl="5" algn="ctr">
              <a:spcBef>
                <a:spcPts val="0"/>
              </a:spcBef>
              <a:spcAft>
                <a:spcPts val="0"/>
              </a:spcAft>
              <a:buSzPts val="13800"/>
              <a:buNone/>
              <a:defRPr sz="13800"/>
            </a:lvl6pPr>
            <a:lvl7pPr lvl="6" algn="ctr">
              <a:spcBef>
                <a:spcPts val="0"/>
              </a:spcBef>
              <a:spcAft>
                <a:spcPts val="0"/>
              </a:spcAft>
              <a:buSzPts val="13800"/>
              <a:buNone/>
              <a:defRPr sz="13800"/>
            </a:lvl7pPr>
            <a:lvl8pPr lvl="7" algn="ctr">
              <a:spcBef>
                <a:spcPts val="0"/>
              </a:spcBef>
              <a:spcAft>
                <a:spcPts val="0"/>
              </a:spcAft>
              <a:buSzPts val="13800"/>
              <a:buNone/>
              <a:defRPr sz="13800"/>
            </a:lvl8pPr>
            <a:lvl9pPr lvl="8" algn="ctr">
              <a:spcBef>
                <a:spcPts val="0"/>
              </a:spcBef>
              <a:spcAft>
                <a:spcPts val="0"/>
              </a:spcAft>
              <a:buSzPts val="13800"/>
              <a:buNone/>
              <a:defRPr sz="13800"/>
            </a:lvl9pPr>
          </a:lstStyle>
          <a:p>
            <a:endParaRPr/>
          </a:p>
        </p:txBody>
      </p:sp>
      <p:sp>
        <p:nvSpPr>
          <p:cNvPr id="15" name="Google Shape;15;p3"/>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18" name="Google Shape;18;p4"/>
          <p:cNvSpPr txBox="1">
            <a:spLocks noGrp="1"/>
          </p:cNvSpPr>
          <p:nvPr>
            <p:ph type="body" idx="1"/>
          </p:nvPr>
        </p:nvSpPr>
        <p:spPr>
          <a:xfrm>
            <a:off x="1122120" y="4917227"/>
            <a:ext cx="30674100" cy="14576700"/>
          </a:xfrm>
          <a:prstGeom prst="rect">
            <a:avLst/>
          </a:prstGeom>
        </p:spPr>
        <p:txBody>
          <a:bodyPr spcFirstLastPara="1" wrap="square" lIns="349450" tIns="349450" rIns="349450" bIns="349450" anchor="t"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19" name="Google Shape;19;p4"/>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2" name="Google Shape;22;p5"/>
          <p:cNvSpPr txBox="1">
            <a:spLocks noGrp="1"/>
          </p:cNvSpPr>
          <p:nvPr>
            <p:ph type="body" idx="1"/>
          </p:nvPr>
        </p:nvSpPr>
        <p:spPr>
          <a:xfrm>
            <a:off x="112212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3" name="Google Shape;23;p5"/>
          <p:cNvSpPr txBox="1">
            <a:spLocks noGrp="1"/>
          </p:cNvSpPr>
          <p:nvPr>
            <p:ph type="body" idx="2"/>
          </p:nvPr>
        </p:nvSpPr>
        <p:spPr>
          <a:xfrm>
            <a:off x="1739664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4" name="Google Shape;24;p5"/>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7" name="Google Shape;27;p6"/>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400"/>
          </a:xfrm>
          <a:prstGeom prst="rect">
            <a:avLst/>
          </a:prstGeom>
        </p:spPr>
        <p:txBody>
          <a:bodyPr spcFirstLastPara="1" wrap="square" lIns="349450" tIns="349450" rIns="349450" bIns="349450" anchor="b" anchorCtr="0">
            <a:normAutofit/>
          </a:bodyPr>
          <a:lstStyle>
            <a:lvl1pPr lvl="0">
              <a:spcBef>
                <a:spcPts val="0"/>
              </a:spcBef>
              <a:spcAft>
                <a:spcPts val="0"/>
              </a:spcAft>
              <a:buSzPts val="9200"/>
              <a:buNone/>
              <a:defRPr sz="92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a:endParaRPr/>
          </a:p>
        </p:txBody>
      </p:sp>
      <p:sp>
        <p:nvSpPr>
          <p:cNvPr id="30" name="Google Shape;30;p7"/>
          <p:cNvSpPr txBox="1">
            <a:spLocks noGrp="1"/>
          </p:cNvSpPr>
          <p:nvPr>
            <p:ph type="body" idx="1"/>
          </p:nvPr>
        </p:nvSpPr>
        <p:spPr>
          <a:xfrm>
            <a:off x="1122120" y="5928960"/>
            <a:ext cx="10108800" cy="13565400"/>
          </a:xfrm>
          <a:prstGeom prst="rect">
            <a:avLst/>
          </a:prstGeom>
        </p:spPr>
        <p:txBody>
          <a:bodyPr spcFirstLastPara="1" wrap="square" lIns="349450" tIns="349450" rIns="349450" bIns="349450" anchor="t" anchorCtr="0">
            <a:normAutofit/>
          </a:bodyPr>
          <a:lstStyle>
            <a:lvl1pPr marL="457200" lvl="0" indent="-520700">
              <a:spcBef>
                <a:spcPts val="0"/>
              </a:spcBef>
              <a:spcAft>
                <a:spcPts val="0"/>
              </a:spcAft>
              <a:buSzPts val="4600"/>
              <a:buChar char="●"/>
              <a:defRPr sz="46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31" name="Google Shape;31;p7"/>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200" cy="17454000"/>
          </a:xfrm>
          <a:prstGeom prst="rect">
            <a:avLst/>
          </a:prstGeom>
        </p:spPr>
        <p:txBody>
          <a:bodyPr spcFirstLastPara="1" wrap="square" lIns="349450" tIns="349450" rIns="349450" bIns="349450" anchor="ctr" anchorCtr="0">
            <a:normAutofit/>
          </a:bodyPr>
          <a:lstStyle>
            <a:lvl1pPr lvl="0">
              <a:spcBef>
                <a:spcPts val="0"/>
              </a:spcBef>
              <a:spcAft>
                <a:spcPts val="0"/>
              </a:spcAft>
              <a:buSzPts val="18300"/>
              <a:buNone/>
              <a:defRPr sz="18300"/>
            </a:lvl1pPr>
            <a:lvl2pPr lvl="1">
              <a:spcBef>
                <a:spcPts val="0"/>
              </a:spcBef>
              <a:spcAft>
                <a:spcPts val="0"/>
              </a:spcAft>
              <a:buSzPts val="18300"/>
              <a:buNone/>
              <a:defRPr sz="18300"/>
            </a:lvl2pPr>
            <a:lvl3pPr lvl="2">
              <a:spcBef>
                <a:spcPts val="0"/>
              </a:spcBef>
              <a:spcAft>
                <a:spcPts val="0"/>
              </a:spcAft>
              <a:buSzPts val="18300"/>
              <a:buNone/>
              <a:defRPr sz="18300"/>
            </a:lvl3pPr>
            <a:lvl4pPr lvl="3">
              <a:spcBef>
                <a:spcPts val="0"/>
              </a:spcBef>
              <a:spcAft>
                <a:spcPts val="0"/>
              </a:spcAft>
              <a:buSzPts val="18300"/>
              <a:buNone/>
              <a:defRPr sz="18300"/>
            </a:lvl4pPr>
            <a:lvl5pPr lvl="4">
              <a:spcBef>
                <a:spcPts val="0"/>
              </a:spcBef>
              <a:spcAft>
                <a:spcPts val="0"/>
              </a:spcAft>
              <a:buSzPts val="18300"/>
              <a:buNone/>
              <a:defRPr sz="18300"/>
            </a:lvl5pPr>
            <a:lvl6pPr lvl="5">
              <a:spcBef>
                <a:spcPts val="0"/>
              </a:spcBef>
              <a:spcAft>
                <a:spcPts val="0"/>
              </a:spcAft>
              <a:buSzPts val="18300"/>
              <a:buNone/>
              <a:defRPr sz="18300"/>
            </a:lvl6pPr>
            <a:lvl7pPr lvl="6">
              <a:spcBef>
                <a:spcPts val="0"/>
              </a:spcBef>
              <a:spcAft>
                <a:spcPts val="0"/>
              </a:spcAft>
              <a:buSzPts val="18300"/>
              <a:buNone/>
              <a:defRPr sz="18300"/>
            </a:lvl7pPr>
            <a:lvl8pPr lvl="7">
              <a:spcBef>
                <a:spcPts val="0"/>
              </a:spcBef>
              <a:spcAft>
                <a:spcPts val="0"/>
              </a:spcAft>
              <a:buSzPts val="18300"/>
              <a:buNone/>
              <a:defRPr sz="18300"/>
            </a:lvl8pPr>
            <a:lvl9pPr lvl="8">
              <a:spcBef>
                <a:spcPts val="0"/>
              </a:spcBef>
              <a:spcAft>
                <a:spcPts val="0"/>
              </a:spcAft>
              <a:buSzPts val="18300"/>
              <a:buNone/>
              <a:defRPr sz="18300"/>
            </a:lvl9pPr>
          </a:lstStyle>
          <a:p>
            <a:endParaRPr/>
          </a:p>
        </p:txBody>
      </p:sp>
      <p:sp>
        <p:nvSpPr>
          <p:cNvPr id="34" name="Google Shape;34;p8"/>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955800" y="5261547"/>
            <a:ext cx="14562600" cy="63246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6100"/>
              <a:buNone/>
              <a:defRPr sz="16100"/>
            </a:lvl1pPr>
            <a:lvl2pPr lvl="1" algn="ctr">
              <a:spcBef>
                <a:spcPts val="0"/>
              </a:spcBef>
              <a:spcAft>
                <a:spcPts val="0"/>
              </a:spcAft>
              <a:buSzPts val="16100"/>
              <a:buNone/>
              <a:defRPr sz="16100"/>
            </a:lvl2pPr>
            <a:lvl3pPr lvl="2" algn="ctr">
              <a:spcBef>
                <a:spcPts val="0"/>
              </a:spcBef>
              <a:spcAft>
                <a:spcPts val="0"/>
              </a:spcAft>
              <a:buSzPts val="16100"/>
              <a:buNone/>
              <a:defRPr sz="16100"/>
            </a:lvl3pPr>
            <a:lvl4pPr lvl="3" algn="ctr">
              <a:spcBef>
                <a:spcPts val="0"/>
              </a:spcBef>
              <a:spcAft>
                <a:spcPts val="0"/>
              </a:spcAft>
              <a:buSzPts val="16100"/>
              <a:buNone/>
              <a:defRPr sz="16100"/>
            </a:lvl4pPr>
            <a:lvl5pPr lvl="4" algn="ctr">
              <a:spcBef>
                <a:spcPts val="0"/>
              </a:spcBef>
              <a:spcAft>
                <a:spcPts val="0"/>
              </a:spcAft>
              <a:buSzPts val="16100"/>
              <a:buNone/>
              <a:defRPr sz="16100"/>
            </a:lvl5pPr>
            <a:lvl6pPr lvl="5" algn="ctr">
              <a:spcBef>
                <a:spcPts val="0"/>
              </a:spcBef>
              <a:spcAft>
                <a:spcPts val="0"/>
              </a:spcAft>
              <a:buSzPts val="16100"/>
              <a:buNone/>
              <a:defRPr sz="16100"/>
            </a:lvl6pPr>
            <a:lvl7pPr lvl="6" algn="ctr">
              <a:spcBef>
                <a:spcPts val="0"/>
              </a:spcBef>
              <a:spcAft>
                <a:spcPts val="0"/>
              </a:spcAft>
              <a:buSzPts val="16100"/>
              <a:buNone/>
              <a:defRPr sz="16100"/>
            </a:lvl7pPr>
            <a:lvl8pPr lvl="7" algn="ctr">
              <a:spcBef>
                <a:spcPts val="0"/>
              </a:spcBef>
              <a:spcAft>
                <a:spcPts val="0"/>
              </a:spcAft>
              <a:buSzPts val="16100"/>
              <a:buNone/>
              <a:defRPr sz="16100"/>
            </a:lvl8pPr>
            <a:lvl9pPr lvl="8" algn="ctr">
              <a:spcBef>
                <a:spcPts val="0"/>
              </a:spcBef>
              <a:spcAft>
                <a:spcPts val="0"/>
              </a:spcAft>
              <a:buSzPts val="16100"/>
              <a:buNone/>
              <a:defRPr sz="16100"/>
            </a:lvl9pPr>
          </a:lstStyle>
          <a:p>
            <a:endParaRPr/>
          </a:p>
        </p:txBody>
      </p:sp>
      <p:sp>
        <p:nvSpPr>
          <p:cNvPr id="38" name="Google Shape;38;p9"/>
          <p:cNvSpPr txBox="1">
            <a:spLocks noGrp="1"/>
          </p:cNvSpPr>
          <p:nvPr>
            <p:ph type="subTitle" idx="1"/>
          </p:nvPr>
        </p:nvSpPr>
        <p:spPr>
          <a:xfrm>
            <a:off x="955800" y="11959787"/>
            <a:ext cx="14562600" cy="52698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a:endParaRPr/>
          </a:p>
        </p:txBody>
      </p:sp>
      <p:sp>
        <p:nvSpPr>
          <p:cNvPr id="39" name="Google Shape;39;p9"/>
          <p:cNvSpPr txBox="1">
            <a:spLocks noGrp="1"/>
          </p:cNvSpPr>
          <p:nvPr>
            <p:ph type="body" idx="2"/>
          </p:nvPr>
        </p:nvSpPr>
        <p:spPr>
          <a:xfrm>
            <a:off x="17782200" y="3089387"/>
            <a:ext cx="13813200" cy="15765900"/>
          </a:xfrm>
          <a:prstGeom prst="rect">
            <a:avLst/>
          </a:prstGeom>
        </p:spPr>
        <p:txBody>
          <a:bodyPr spcFirstLastPara="1" wrap="square" lIns="349450" tIns="349450" rIns="349450" bIns="349450" anchor="ctr"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40" name="Google Shape;40;p9"/>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800" cy="2581800"/>
          </a:xfrm>
          <a:prstGeom prst="rect">
            <a:avLst/>
          </a:prstGeom>
        </p:spPr>
        <p:txBody>
          <a:bodyPr spcFirstLastPara="1" wrap="square" lIns="349450" tIns="349450" rIns="349450" bIns="349450" anchor="ctr" anchorCtr="0">
            <a:normAutofit/>
          </a:bodyPr>
          <a:lstStyle>
            <a:lvl1pPr marL="457200" lvl="0" indent="-228600">
              <a:lnSpc>
                <a:spcPct val="100000"/>
              </a:lnSpc>
              <a:spcBef>
                <a:spcPts val="0"/>
              </a:spcBef>
              <a:spcAft>
                <a:spcPts val="0"/>
              </a:spcAft>
              <a:buSzPts val="6900"/>
              <a:buNone/>
              <a:defRPr/>
            </a:lvl1pPr>
          </a:lstStyle>
          <a:p>
            <a:endParaRPr/>
          </a:p>
        </p:txBody>
      </p:sp>
      <p:sp>
        <p:nvSpPr>
          <p:cNvPr id="43" name="Google Shape;43;p10"/>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00" cy="83775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45900"/>
              <a:buNone/>
              <a:defRPr sz="45900"/>
            </a:lvl1pPr>
            <a:lvl2pPr lvl="1" algn="ctr">
              <a:spcBef>
                <a:spcPts val="0"/>
              </a:spcBef>
              <a:spcAft>
                <a:spcPts val="0"/>
              </a:spcAft>
              <a:buSzPts val="45900"/>
              <a:buNone/>
              <a:defRPr sz="45900"/>
            </a:lvl2pPr>
            <a:lvl3pPr lvl="2" algn="ctr">
              <a:spcBef>
                <a:spcPts val="0"/>
              </a:spcBef>
              <a:spcAft>
                <a:spcPts val="0"/>
              </a:spcAft>
              <a:buSzPts val="45900"/>
              <a:buNone/>
              <a:defRPr sz="45900"/>
            </a:lvl3pPr>
            <a:lvl4pPr lvl="3" algn="ctr">
              <a:spcBef>
                <a:spcPts val="0"/>
              </a:spcBef>
              <a:spcAft>
                <a:spcPts val="0"/>
              </a:spcAft>
              <a:buSzPts val="45900"/>
              <a:buNone/>
              <a:defRPr sz="45900"/>
            </a:lvl4pPr>
            <a:lvl5pPr lvl="4" algn="ctr">
              <a:spcBef>
                <a:spcPts val="0"/>
              </a:spcBef>
              <a:spcAft>
                <a:spcPts val="0"/>
              </a:spcAft>
              <a:buSzPts val="45900"/>
              <a:buNone/>
              <a:defRPr sz="45900"/>
            </a:lvl5pPr>
            <a:lvl6pPr lvl="5" algn="ctr">
              <a:spcBef>
                <a:spcPts val="0"/>
              </a:spcBef>
              <a:spcAft>
                <a:spcPts val="0"/>
              </a:spcAft>
              <a:buSzPts val="45900"/>
              <a:buNone/>
              <a:defRPr sz="45900"/>
            </a:lvl6pPr>
            <a:lvl7pPr lvl="6" algn="ctr">
              <a:spcBef>
                <a:spcPts val="0"/>
              </a:spcBef>
              <a:spcAft>
                <a:spcPts val="0"/>
              </a:spcAft>
              <a:buSzPts val="45900"/>
              <a:buNone/>
              <a:defRPr sz="45900"/>
            </a:lvl7pPr>
            <a:lvl8pPr lvl="7" algn="ctr">
              <a:spcBef>
                <a:spcPts val="0"/>
              </a:spcBef>
              <a:spcAft>
                <a:spcPts val="0"/>
              </a:spcAft>
              <a:buSzPts val="45900"/>
              <a:buNone/>
              <a:defRPr sz="45900"/>
            </a:lvl8pPr>
            <a:lvl9pPr lvl="8" algn="ctr">
              <a:spcBef>
                <a:spcPts val="0"/>
              </a:spcBef>
              <a:spcAft>
                <a:spcPts val="0"/>
              </a:spcAft>
              <a:buSzPts val="45900"/>
              <a:buNone/>
              <a:defRPr sz="45900"/>
            </a:lvl9pPr>
          </a:lstStyle>
          <a:p>
            <a:r>
              <a:t>xx%</a:t>
            </a:r>
          </a:p>
        </p:txBody>
      </p:sp>
      <p:sp>
        <p:nvSpPr>
          <p:cNvPr id="46" name="Google Shape;46;p11"/>
          <p:cNvSpPr txBox="1">
            <a:spLocks noGrp="1"/>
          </p:cNvSpPr>
          <p:nvPr>
            <p:ph type="body" idx="1"/>
          </p:nvPr>
        </p:nvSpPr>
        <p:spPr>
          <a:xfrm>
            <a:off x="1122120" y="13449493"/>
            <a:ext cx="30674100" cy="5550000"/>
          </a:xfrm>
          <a:prstGeom prst="rect">
            <a:avLst/>
          </a:prstGeom>
        </p:spPr>
        <p:txBody>
          <a:bodyPr spcFirstLastPara="1" wrap="square" lIns="349450" tIns="349450" rIns="349450" bIns="349450" anchor="t" anchorCtr="0">
            <a:normAutofit/>
          </a:bodyPr>
          <a:lstStyle>
            <a:lvl1pPr marL="457200" lvl="0" indent="-666750" algn="ctr">
              <a:spcBef>
                <a:spcPts val="0"/>
              </a:spcBef>
              <a:spcAft>
                <a:spcPts val="0"/>
              </a:spcAft>
              <a:buSzPts val="6900"/>
              <a:buChar char="●"/>
              <a:defRPr/>
            </a:lvl1pPr>
            <a:lvl2pPr marL="914400" lvl="1" indent="-571500" algn="ctr">
              <a:spcBef>
                <a:spcPts val="0"/>
              </a:spcBef>
              <a:spcAft>
                <a:spcPts val="0"/>
              </a:spcAft>
              <a:buSzPts val="5400"/>
              <a:buChar char="○"/>
              <a:defRPr/>
            </a:lvl2pPr>
            <a:lvl3pPr marL="1371600" lvl="2" indent="-571500" algn="ctr">
              <a:spcBef>
                <a:spcPts val="0"/>
              </a:spcBef>
              <a:spcAft>
                <a:spcPts val="0"/>
              </a:spcAft>
              <a:buSzPts val="5400"/>
              <a:buChar char="■"/>
              <a:defRPr/>
            </a:lvl3pPr>
            <a:lvl4pPr marL="1828800" lvl="3" indent="-571500" algn="ctr">
              <a:spcBef>
                <a:spcPts val="0"/>
              </a:spcBef>
              <a:spcAft>
                <a:spcPts val="0"/>
              </a:spcAft>
              <a:buSzPts val="5400"/>
              <a:buChar char="●"/>
              <a:defRPr/>
            </a:lvl4pPr>
            <a:lvl5pPr marL="2286000" lvl="4" indent="-571500" algn="ctr">
              <a:spcBef>
                <a:spcPts val="0"/>
              </a:spcBef>
              <a:spcAft>
                <a:spcPts val="0"/>
              </a:spcAft>
              <a:buSzPts val="5400"/>
              <a:buChar char="○"/>
              <a:defRPr/>
            </a:lvl5pPr>
            <a:lvl6pPr marL="2743200" lvl="5" indent="-571500" algn="ctr">
              <a:spcBef>
                <a:spcPts val="0"/>
              </a:spcBef>
              <a:spcAft>
                <a:spcPts val="0"/>
              </a:spcAft>
              <a:buSzPts val="5400"/>
              <a:buChar char="■"/>
              <a:defRPr/>
            </a:lvl6pPr>
            <a:lvl7pPr marL="3200400" lvl="6" indent="-571500" algn="ctr">
              <a:spcBef>
                <a:spcPts val="0"/>
              </a:spcBef>
              <a:spcAft>
                <a:spcPts val="0"/>
              </a:spcAft>
              <a:buSzPts val="5400"/>
              <a:buChar char="●"/>
              <a:defRPr/>
            </a:lvl7pPr>
            <a:lvl8pPr marL="3657600" lvl="7" indent="-571500" algn="ctr">
              <a:spcBef>
                <a:spcPts val="0"/>
              </a:spcBef>
              <a:spcAft>
                <a:spcPts val="0"/>
              </a:spcAft>
              <a:buSzPts val="5400"/>
              <a:buChar char="○"/>
              <a:defRPr/>
            </a:lvl8pPr>
            <a:lvl9pPr marL="4114800" lvl="8" indent="-571500" algn="ctr">
              <a:spcBef>
                <a:spcPts val="0"/>
              </a:spcBef>
              <a:spcAft>
                <a:spcPts val="0"/>
              </a:spcAft>
              <a:buSzPts val="5400"/>
              <a:buChar char="■"/>
              <a:defRPr/>
            </a:lvl9pPr>
          </a:lstStyle>
          <a:p>
            <a:endParaRPr/>
          </a:p>
        </p:txBody>
      </p:sp>
      <p:sp>
        <p:nvSpPr>
          <p:cNvPr id="47" name="Google Shape;47;p11"/>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00" cy="2443500"/>
          </a:xfrm>
          <a:prstGeom prst="rect">
            <a:avLst/>
          </a:prstGeom>
          <a:noFill/>
          <a:ln>
            <a:noFill/>
          </a:ln>
        </p:spPr>
        <p:txBody>
          <a:bodyPr spcFirstLastPara="1" wrap="square" lIns="349450" tIns="349450" rIns="349450" bIns="349450" anchor="t" anchorCtr="0">
            <a:normAutofit/>
          </a:bodyPr>
          <a:lstStyle>
            <a:lvl1pPr lvl="0">
              <a:spcBef>
                <a:spcPts val="0"/>
              </a:spcBef>
              <a:spcAft>
                <a:spcPts val="0"/>
              </a:spcAft>
              <a:buClr>
                <a:schemeClr val="dk1"/>
              </a:buClr>
              <a:buSzPts val="10700"/>
              <a:buNone/>
              <a:defRPr sz="10700">
                <a:solidFill>
                  <a:schemeClr val="dk1"/>
                </a:solidFill>
              </a:defRPr>
            </a:lvl1pPr>
            <a:lvl2pPr lvl="1">
              <a:spcBef>
                <a:spcPts val="0"/>
              </a:spcBef>
              <a:spcAft>
                <a:spcPts val="0"/>
              </a:spcAft>
              <a:buClr>
                <a:schemeClr val="dk1"/>
              </a:buClr>
              <a:buSzPts val="10700"/>
              <a:buNone/>
              <a:defRPr sz="10700">
                <a:solidFill>
                  <a:schemeClr val="dk1"/>
                </a:solidFill>
              </a:defRPr>
            </a:lvl2pPr>
            <a:lvl3pPr lvl="2">
              <a:spcBef>
                <a:spcPts val="0"/>
              </a:spcBef>
              <a:spcAft>
                <a:spcPts val="0"/>
              </a:spcAft>
              <a:buClr>
                <a:schemeClr val="dk1"/>
              </a:buClr>
              <a:buSzPts val="10700"/>
              <a:buNone/>
              <a:defRPr sz="10700">
                <a:solidFill>
                  <a:schemeClr val="dk1"/>
                </a:solidFill>
              </a:defRPr>
            </a:lvl3pPr>
            <a:lvl4pPr lvl="3">
              <a:spcBef>
                <a:spcPts val="0"/>
              </a:spcBef>
              <a:spcAft>
                <a:spcPts val="0"/>
              </a:spcAft>
              <a:buClr>
                <a:schemeClr val="dk1"/>
              </a:buClr>
              <a:buSzPts val="10700"/>
              <a:buNone/>
              <a:defRPr sz="10700">
                <a:solidFill>
                  <a:schemeClr val="dk1"/>
                </a:solidFill>
              </a:defRPr>
            </a:lvl4pPr>
            <a:lvl5pPr lvl="4">
              <a:spcBef>
                <a:spcPts val="0"/>
              </a:spcBef>
              <a:spcAft>
                <a:spcPts val="0"/>
              </a:spcAft>
              <a:buClr>
                <a:schemeClr val="dk1"/>
              </a:buClr>
              <a:buSzPts val="10700"/>
              <a:buNone/>
              <a:defRPr sz="10700">
                <a:solidFill>
                  <a:schemeClr val="dk1"/>
                </a:solidFill>
              </a:defRPr>
            </a:lvl5pPr>
            <a:lvl6pPr lvl="5">
              <a:spcBef>
                <a:spcPts val="0"/>
              </a:spcBef>
              <a:spcAft>
                <a:spcPts val="0"/>
              </a:spcAft>
              <a:buClr>
                <a:schemeClr val="dk1"/>
              </a:buClr>
              <a:buSzPts val="10700"/>
              <a:buNone/>
              <a:defRPr sz="10700">
                <a:solidFill>
                  <a:schemeClr val="dk1"/>
                </a:solidFill>
              </a:defRPr>
            </a:lvl6pPr>
            <a:lvl7pPr lvl="6">
              <a:spcBef>
                <a:spcPts val="0"/>
              </a:spcBef>
              <a:spcAft>
                <a:spcPts val="0"/>
              </a:spcAft>
              <a:buClr>
                <a:schemeClr val="dk1"/>
              </a:buClr>
              <a:buSzPts val="10700"/>
              <a:buNone/>
              <a:defRPr sz="10700">
                <a:solidFill>
                  <a:schemeClr val="dk1"/>
                </a:solidFill>
              </a:defRPr>
            </a:lvl7pPr>
            <a:lvl8pPr lvl="7">
              <a:spcBef>
                <a:spcPts val="0"/>
              </a:spcBef>
              <a:spcAft>
                <a:spcPts val="0"/>
              </a:spcAft>
              <a:buClr>
                <a:schemeClr val="dk1"/>
              </a:buClr>
              <a:buSzPts val="10700"/>
              <a:buNone/>
              <a:defRPr sz="10700">
                <a:solidFill>
                  <a:schemeClr val="dk1"/>
                </a:solidFill>
              </a:defRPr>
            </a:lvl8pPr>
            <a:lvl9pPr lvl="8">
              <a:spcBef>
                <a:spcPts val="0"/>
              </a:spcBef>
              <a:spcAft>
                <a:spcPts val="0"/>
              </a:spcAft>
              <a:buClr>
                <a:schemeClr val="dk1"/>
              </a:buClr>
              <a:buSzPts val="10700"/>
              <a:buNone/>
              <a:defRPr sz="10700">
                <a:solidFill>
                  <a:schemeClr val="dk1"/>
                </a:solidFill>
              </a:defRPr>
            </a:lvl9pPr>
          </a:lstStyle>
          <a:p>
            <a:endParaRPr/>
          </a:p>
        </p:txBody>
      </p:sp>
      <p:sp>
        <p:nvSpPr>
          <p:cNvPr id="7" name="Google Shape;7;p1"/>
          <p:cNvSpPr txBox="1">
            <a:spLocks noGrp="1"/>
          </p:cNvSpPr>
          <p:nvPr>
            <p:ph type="body" idx="1"/>
          </p:nvPr>
        </p:nvSpPr>
        <p:spPr>
          <a:xfrm>
            <a:off x="1122120" y="4917227"/>
            <a:ext cx="30674100" cy="14576700"/>
          </a:xfrm>
          <a:prstGeom prst="rect">
            <a:avLst/>
          </a:prstGeom>
          <a:noFill/>
          <a:ln>
            <a:noFill/>
          </a:ln>
        </p:spPr>
        <p:txBody>
          <a:bodyPr spcFirstLastPara="1" wrap="square" lIns="349450" tIns="349450" rIns="349450" bIns="349450" anchor="t" anchorCtr="0">
            <a:normAutofit/>
          </a:bodyPr>
          <a:lstStyle>
            <a:lvl1pPr marL="457200" lvl="0" indent="-666750">
              <a:lnSpc>
                <a:spcPct val="115000"/>
              </a:lnSpc>
              <a:spcBef>
                <a:spcPts val="0"/>
              </a:spcBef>
              <a:spcAft>
                <a:spcPts val="0"/>
              </a:spcAft>
              <a:buClr>
                <a:schemeClr val="dk2"/>
              </a:buClr>
              <a:buSzPts val="6900"/>
              <a:buChar char="●"/>
              <a:defRPr sz="6900">
                <a:solidFill>
                  <a:schemeClr val="dk2"/>
                </a:solidFill>
              </a:defRPr>
            </a:lvl1pPr>
            <a:lvl2pPr marL="914400" lvl="1" indent="-571500">
              <a:lnSpc>
                <a:spcPct val="115000"/>
              </a:lnSpc>
              <a:spcBef>
                <a:spcPts val="0"/>
              </a:spcBef>
              <a:spcAft>
                <a:spcPts val="0"/>
              </a:spcAft>
              <a:buClr>
                <a:schemeClr val="dk2"/>
              </a:buClr>
              <a:buSzPts val="5400"/>
              <a:buChar char="○"/>
              <a:defRPr sz="5400">
                <a:solidFill>
                  <a:schemeClr val="dk2"/>
                </a:solidFill>
              </a:defRPr>
            </a:lvl2pPr>
            <a:lvl3pPr marL="1371600" lvl="2" indent="-571500">
              <a:lnSpc>
                <a:spcPct val="115000"/>
              </a:lnSpc>
              <a:spcBef>
                <a:spcPts val="0"/>
              </a:spcBef>
              <a:spcAft>
                <a:spcPts val="0"/>
              </a:spcAft>
              <a:buClr>
                <a:schemeClr val="dk2"/>
              </a:buClr>
              <a:buSzPts val="5400"/>
              <a:buChar char="■"/>
              <a:defRPr sz="5400">
                <a:solidFill>
                  <a:schemeClr val="dk2"/>
                </a:solidFill>
              </a:defRPr>
            </a:lvl3pPr>
            <a:lvl4pPr marL="1828800" lvl="3" indent="-571500">
              <a:lnSpc>
                <a:spcPct val="115000"/>
              </a:lnSpc>
              <a:spcBef>
                <a:spcPts val="0"/>
              </a:spcBef>
              <a:spcAft>
                <a:spcPts val="0"/>
              </a:spcAft>
              <a:buClr>
                <a:schemeClr val="dk2"/>
              </a:buClr>
              <a:buSzPts val="5400"/>
              <a:buChar char="●"/>
              <a:defRPr sz="5400">
                <a:solidFill>
                  <a:schemeClr val="dk2"/>
                </a:solidFill>
              </a:defRPr>
            </a:lvl4pPr>
            <a:lvl5pPr marL="2286000" lvl="4" indent="-571500">
              <a:lnSpc>
                <a:spcPct val="115000"/>
              </a:lnSpc>
              <a:spcBef>
                <a:spcPts val="0"/>
              </a:spcBef>
              <a:spcAft>
                <a:spcPts val="0"/>
              </a:spcAft>
              <a:buClr>
                <a:schemeClr val="dk2"/>
              </a:buClr>
              <a:buSzPts val="5400"/>
              <a:buChar char="○"/>
              <a:defRPr sz="5400">
                <a:solidFill>
                  <a:schemeClr val="dk2"/>
                </a:solidFill>
              </a:defRPr>
            </a:lvl5pPr>
            <a:lvl6pPr marL="2743200" lvl="5" indent="-571500">
              <a:lnSpc>
                <a:spcPct val="115000"/>
              </a:lnSpc>
              <a:spcBef>
                <a:spcPts val="0"/>
              </a:spcBef>
              <a:spcAft>
                <a:spcPts val="0"/>
              </a:spcAft>
              <a:buClr>
                <a:schemeClr val="dk2"/>
              </a:buClr>
              <a:buSzPts val="5400"/>
              <a:buChar char="■"/>
              <a:defRPr sz="5400">
                <a:solidFill>
                  <a:schemeClr val="dk2"/>
                </a:solidFill>
              </a:defRPr>
            </a:lvl6pPr>
            <a:lvl7pPr marL="3200400" lvl="6" indent="-571500">
              <a:lnSpc>
                <a:spcPct val="115000"/>
              </a:lnSpc>
              <a:spcBef>
                <a:spcPts val="0"/>
              </a:spcBef>
              <a:spcAft>
                <a:spcPts val="0"/>
              </a:spcAft>
              <a:buClr>
                <a:schemeClr val="dk2"/>
              </a:buClr>
              <a:buSzPts val="5400"/>
              <a:buChar char="●"/>
              <a:defRPr sz="5400">
                <a:solidFill>
                  <a:schemeClr val="dk2"/>
                </a:solidFill>
              </a:defRPr>
            </a:lvl7pPr>
            <a:lvl8pPr marL="3657600" lvl="7" indent="-571500">
              <a:lnSpc>
                <a:spcPct val="115000"/>
              </a:lnSpc>
              <a:spcBef>
                <a:spcPts val="0"/>
              </a:spcBef>
              <a:spcAft>
                <a:spcPts val="0"/>
              </a:spcAft>
              <a:buClr>
                <a:schemeClr val="dk2"/>
              </a:buClr>
              <a:buSzPts val="5400"/>
              <a:buChar char="○"/>
              <a:defRPr sz="5400">
                <a:solidFill>
                  <a:schemeClr val="dk2"/>
                </a:solidFill>
              </a:defRPr>
            </a:lvl8pPr>
            <a:lvl9pPr marL="4114800" lvl="8" indent="-571500">
              <a:lnSpc>
                <a:spcPct val="115000"/>
              </a:lnSpc>
              <a:spcBef>
                <a:spcPts val="0"/>
              </a:spcBef>
              <a:spcAft>
                <a:spcPts val="0"/>
              </a:spcAft>
              <a:buClr>
                <a:schemeClr val="dk2"/>
              </a:buClr>
              <a:buSzPts val="5400"/>
              <a:buChar char="■"/>
              <a:defRPr sz="5400">
                <a:solidFill>
                  <a:schemeClr val="dk2"/>
                </a:solidFill>
              </a:defRPr>
            </a:lvl9pPr>
          </a:lstStyle>
          <a:p>
            <a:endParaRPr/>
          </a:p>
        </p:txBody>
      </p:sp>
      <p:sp>
        <p:nvSpPr>
          <p:cNvPr id="8" name="Google Shape;8;p1"/>
          <p:cNvSpPr txBox="1">
            <a:spLocks noGrp="1"/>
          </p:cNvSpPr>
          <p:nvPr>
            <p:ph type="sldNum" idx="12"/>
          </p:nvPr>
        </p:nvSpPr>
        <p:spPr>
          <a:xfrm>
            <a:off x="30500848" y="19896392"/>
            <a:ext cx="1975200" cy="1679400"/>
          </a:xfrm>
          <a:prstGeom prst="rect">
            <a:avLst/>
          </a:prstGeom>
          <a:noFill/>
          <a:ln>
            <a:noFill/>
          </a:ln>
        </p:spPr>
        <p:txBody>
          <a:bodyPr spcFirstLastPara="1" wrap="square" lIns="349450" tIns="349450" rIns="349450" bIns="349450" anchor="ctr" anchorCtr="0">
            <a:normAutofit/>
          </a:bodyPr>
          <a:lstStyle>
            <a:lvl1pPr lvl="0" algn="r">
              <a:buNone/>
              <a:defRPr sz="3800">
                <a:solidFill>
                  <a:schemeClr val="dk2"/>
                </a:solidFill>
              </a:defRPr>
            </a:lvl1pPr>
            <a:lvl2pPr lvl="1" algn="r">
              <a:buNone/>
              <a:defRPr sz="3800">
                <a:solidFill>
                  <a:schemeClr val="dk2"/>
                </a:solidFill>
              </a:defRPr>
            </a:lvl2pPr>
            <a:lvl3pPr lvl="2" algn="r">
              <a:buNone/>
              <a:defRPr sz="3800">
                <a:solidFill>
                  <a:schemeClr val="dk2"/>
                </a:solidFill>
              </a:defRPr>
            </a:lvl3pPr>
            <a:lvl4pPr lvl="3" algn="r">
              <a:buNone/>
              <a:defRPr sz="3800">
                <a:solidFill>
                  <a:schemeClr val="dk2"/>
                </a:solidFill>
              </a:defRPr>
            </a:lvl4pPr>
            <a:lvl5pPr lvl="4" algn="r">
              <a:buNone/>
              <a:defRPr sz="3800">
                <a:solidFill>
                  <a:schemeClr val="dk2"/>
                </a:solidFill>
              </a:defRPr>
            </a:lvl5pPr>
            <a:lvl6pPr lvl="5" algn="r">
              <a:buNone/>
              <a:defRPr sz="3800">
                <a:solidFill>
                  <a:schemeClr val="dk2"/>
                </a:solidFill>
              </a:defRPr>
            </a:lvl6pPr>
            <a:lvl7pPr lvl="6" algn="r">
              <a:buNone/>
              <a:defRPr sz="3800">
                <a:solidFill>
                  <a:schemeClr val="dk2"/>
                </a:solidFill>
              </a:defRPr>
            </a:lvl7pPr>
            <a:lvl8pPr lvl="7" algn="r">
              <a:buNone/>
              <a:defRPr sz="3800">
                <a:solidFill>
                  <a:schemeClr val="dk2"/>
                </a:solidFill>
              </a:defRPr>
            </a:lvl8pPr>
            <a:lvl9pPr lvl="8" algn="r">
              <a:buNone/>
              <a:defRPr sz="38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p:nvPr/>
        </p:nvSpPr>
        <p:spPr>
          <a:xfrm>
            <a:off x="754380" y="9507140"/>
            <a:ext cx="9944700" cy="10866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Methods</a:t>
            </a:r>
            <a:endParaRPr sz="1100"/>
          </a:p>
        </p:txBody>
      </p:sp>
      <p:sp>
        <p:nvSpPr>
          <p:cNvPr id="56" name="Google Shape;56;p13"/>
          <p:cNvSpPr/>
          <p:nvPr/>
        </p:nvSpPr>
        <p:spPr>
          <a:xfrm>
            <a:off x="754380" y="10496786"/>
            <a:ext cx="9941400" cy="110721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None/>
            </a:pPr>
            <a:r>
              <a:rPr lang="en" sz="2000">
                <a:solidFill>
                  <a:schemeClr val="dk1"/>
                </a:solidFill>
              </a:rPr>
              <a:t>Studies were selected according to the following criteria:</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Randomized Control Trials (RCTs) - phase 2 and 3.</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Population - persons &gt;18 years of age with atrial fibrillation at risk for stroke or systemic embolism.</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Interventions -  Factor XIa inhibitor use versus any control group (Factor Xa inhibitor or other placebo). </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Case studies and case reports were not considered. Non-English studies were not included. </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Published within the last 5 years, i.e. 2020 to 2025.</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None/>
            </a:pPr>
            <a:r>
              <a:rPr lang="en" sz="2000">
                <a:solidFill>
                  <a:schemeClr val="dk1"/>
                </a:solidFill>
              </a:rPr>
              <a:t>The primary efficacy outcome we sought to identify was thromboembolic events according to the definition in the identified studies. The primary safety outcome we sought to identify was the composite of major bleeding, or clinically relevant non-major bleeding. </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We performed a systematic database search using the above criteria from the following databases: PubMed, Science Direct, Web of Science, Google Scholar, and ClinicalTrials.gov. The search strategy was based on predefined MeSH terms and keyword strategies to search for related RCTs and observational studies. We searched relevant articles by applying keywords and MeSH terms individually.</a:t>
            </a: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PRISMA guidelines were followed as part of our methodology and 213 studies were initially identified and screened, with five studies currently included in our review after applying the above defined criteria.</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None/>
            </a:pPr>
            <a:r>
              <a:rPr lang="en" sz="2000">
                <a:solidFill>
                  <a:schemeClr val="dk1"/>
                </a:solidFill>
              </a:rPr>
              <a:t>The RCTs that we selected were screened independently by three reviewers. We have extracted sample size, study outcome, study design, and year of publication. In the case of conflict, this was solved by mutual discussion on the study in question.</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None/>
            </a:pPr>
            <a:r>
              <a:rPr lang="en" sz="2000">
                <a:solidFill>
                  <a:schemeClr val="dk1"/>
                </a:solidFill>
              </a:rPr>
              <a:t>The Cochrane Risk of Bias assessment tool was used to assess the risk of bias in these RCTs.</a:t>
            </a:r>
            <a:endParaRPr sz="2000">
              <a:solidFill>
                <a:schemeClr val="dk1"/>
              </a:solidFill>
            </a:endParaRPr>
          </a:p>
        </p:txBody>
      </p:sp>
      <p:sp>
        <p:nvSpPr>
          <p:cNvPr id="57" name="Google Shape;57;p13"/>
          <p:cNvSpPr/>
          <p:nvPr/>
        </p:nvSpPr>
        <p:spPr>
          <a:xfrm>
            <a:off x="754380" y="4502332"/>
            <a:ext cx="9944700" cy="10803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Introduction</a:t>
            </a:r>
            <a:endParaRPr sz="1100"/>
          </a:p>
        </p:txBody>
      </p:sp>
      <p:sp>
        <p:nvSpPr>
          <p:cNvPr id="58" name="Google Shape;58;p13"/>
          <p:cNvSpPr/>
          <p:nvPr/>
        </p:nvSpPr>
        <p:spPr>
          <a:xfrm>
            <a:off x="754380" y="5594197"/>
            <a:ext cx="9944700" cy="35007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The ACC/AHA have estimated the global prevalence of Atrial Fibrillation (AF) to be approximately 50 million as of 2020 (Joglar et al., 2024). AF was historically treated with Warfarin, which required regular INR monitoring to assure therapeutic levels (Meschia et al., 2014). The switch to direct-acting oral anticoagulants (DOACs) was made in most countries after the 2014 ACC/AHA guidelines, receiving FDA-approval. However, the risk of complications, such as stroke and bleeding, still remains high. This study aims to review the current and most up-to-date literature involving novel Factor XIa inhibitors and aims to compare the efficacy of these medications to traditional first-line therapies in prevention of cerebrovascular disease and the risk of bleeding.</a:t>
            </a:r>
            <a:endParaRPr sz="2000">
              <a:solidFill>
                <a:schemeClr val="dk1"/>
              </a:solidFill>
              <a:latin typeface="Calibri"/>
              <a:ea typeface="Calibri"/>
              <a:cs typeface="Calibri"/>
              <a:sym typeface="Calibri"/>
            </a:endParaRPr>
          </a:p>
        </p:txBody>
      </p:sp>
      <p:sp>
        <p:nvSpPr>
          <p:cNvPr id="59" name="Google Shape;59;p13"/>
          <p:cNvSpPr/>
          <p:nvPr/>
        </p:nvSpPr>
        <p:spPr>
          <a:xfrm>
            <a:off x="754380" y="543535"/>
            <a:ext cx="31409700" cy="36417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endParaRPr sz="5400">
              <a:solidFill>
                <a:schemeClr val="lt1"/>
              </a:solidFill>
              <a:latin typeface="Calibri"/>
              <a:ea typeface="Calibri"/>
              <a:cs typeface="Calibri"/>
              <a:sym typeface="Calibri"/>
            </a:endParaRPr>
          </a:p>
        </p:txBody>
      </p:sp>
      <p:sp>
        <p:nvSpPr>
          <p:cNvPr id="60" name="Google Shape;60;p13"/>
          <p:cNvSpPr/>
          <p:nvPr/>
        </p:nvSpPr>
        <p:spPr>
          <a:xfrm>
            <a:off x="1463040" y="823787"/>
            <a:ext cx="21142200" cy="933000"/>
          </a:xfrm>
          <a:prstGeom prst="rect">
            <a:avLst/>
          </a:prstGeom>
          <a:noFill/>
          <a:ln>
            <a:noFill/>
          </a:ln>
        </p:spPr>
        <p:txBody>
          <a:bodyPr spcFirstLastPara="1" wrap="square" lIns="66700" tIns="33350" rIns="66700" bIns="33350" anchor="t" anchorCtr="0">
            <a:noAutofit/>
          </a:bodyPr>
          <a:lstStyle/>
          <a:p>
            <a:pPr marL="0" marR="0" lvl="0" indent="0" algn="l" rtl="0">
              <a:spcBef>
                <a:spcPts val="0"/>
              </a:spcBef>
              <a:spcAft>
                <a:spcPts val="0"/>
              </a:spcAft>
              <a:buNone/>
            </a:pPr>
            <a:r>
              <a:rPr lang="en" sz="4700" b="1">
                <a:solidFill>
                  <a:schemeClr val="lt1"/>
                </a:solidFill>
                <a:latin typeface="Helvetica Neue"/>
                <a:ea typeface="Helvetica Neue"/>
                <a:cs typeface="Helvetica Neue"/>
                <a:sym typeface="Helvetica Neue"/>
              </a:rPr>
              <a:t>Efficacy of Factor XIa Inhibitors Compared to Factor Xa Inhibitors or Placebo in Stroke Prevention for Atrial Fibrillation – A Systematic Review.</a:t>
            </a:r>
            <a:endParaRPr sz="2600">
              <a:solidFill>
                <a:schemeClr val="lt1"/>
              </a:solidFill>
              <a:latin typeface="Helvetica Neue"/>
              <a:ea typeface="Helvetica Neue"/>
              <a:cs typeface="Helvetica Neue"/>
              <a:sym typeface="Helvetica Neue"/>
            </a:endParaRPr>
          </a:p>
        </p:txBody>
      </p:sp>
      <p:sp>
        <p:nvSpPr>
          <p:cNvPr id="61" name="Google Shape;61;p13"/>
          <p:cNvSpPr/>
          <p:nvPr/>
        </p:nvSpPr>
        <p:spPr>
          <a:xfrm>
            <a:off x="1463040" y="2124317"/>
            <a:ext cx="30701100" cy="1702500"/>
          </a:xfrm>
          <a:prstGeom prst="rect">
            <a:avLst/>
          </a:prstGeom>
          <a:noFill/>
          <a:ln>
            <a:noFill/>
          </a:ln>
        </p:spPr>
        <p:txBody>
          <a:bodyPr spcFirstLastPara="1" wrap="square" lIns="66700" tIns="33350" rIns="66700" bIns="33350" anchor="t" anchorCtr="0">
            <a:noAutofit/>
          </a:bodyPr>
          <a:lstStyle/>
          <a:p>
            <a:pPr marL="0" marR="0" lvl="0" indent="0" algn="l" rtl="0">
              <a:spcBef>
                <a:spcPts val="0"/>
              </a:spcBef>
              <a:spcAft>
                <a:spcPts val="0"/>
              </a:spcAft>
              <a:buNone/>
            </a:pPr>
            <a:endParaRPr sz="3400">
              <a:solidFill>
                <a:schemeClr val="lt1"/>
              </a:solidFill>
              <a:latin typeface="Helvetica Neue"/>
              <a:ea typeface="Helvetica Neue"/>
              <a:cs typeface="Helvetica Neue"/>
              <a:sym typeface="Helvetica Neue"/>
            </a:endParaRPr>
          </a:p>
          <a:p>
            <a:pPr marL="0" marR="0" lvl="0" indent="0" algn="l" rtl="0">
              <a:spcBef>
                <a:spcPts val="0"/>
              </a:spcBef>
              <a:spcAft>
                <a:spcPts val="0"/>
              </a:spcAft>
              <a:buNone/>
            </a:pPr>
            <a:r>
              <a:rPr lang="en" sz="3400">
                <a:solidFill>
                  <a:schemeClr val="lt1"/>
                </a:solidFill>
                <a:latin typeface="Helvetica Neue"/>
                <a:ea typeface="Helvetica Neue"/>
                <a:cs typeface="Helvetica Neue"/>
                <a:sym typeface="Helvetica Neue"/>
              </a:rPr>
              <a:t>Sameed Arshad MD, Muhammad Zahid MD, Abhishek Karn MD, Muhammad Bakhsh MD FACC</a:t>
            </a:r>
            <a:endParaRPr sz="400"/>
          </a:p>
          <a:p>
            <a:pPr marL="0" marR="0" lvl="0" indent="0" algn="l" rtl="0">
              <a:spcBef>
                <a:spcPts val="0"/>
              </a:spcBef>
              <a:spcAft>
                <a:spcPts val="0"/>
              </a:spcAft>
              <a:buNone/>
            </a:pPr>
            <a:r>
              <a:rPr lang="en" sz="3100">
                <a:solidFill>
                  <a:schemeClr val="lt1"/>
                </a:solidFill>
                <a:latin typeface="Helvetica Neue"/>
                <a:ea typeface="Helvetica Neue"/>
                <a:cs typeface="Helvetica Neue"/>
                <a:sym typeface="Helvetica Neue"/>
              </a:rPr>
              <a:t>Saint Agnes Medical Center, Fresno, CA</a:t>
            </a:r>
            <a:endParaRPr sz="400"/>
          </a:p>
        </p:txBody>
      </p:sp>
      <p:sp>
        <p:nvSpPr>
          <p:cNvPr id="62" name="Google Shape;62;p13"/>
          <p:cNvSpPr txBox="1"/>
          <p:nvPr/>
        </p:nvSpPr>
        <p:spPr>
          <a:xfrm>
            <a:off x="11144250" y="9586667"/>
            <a:ext cx="10698600" cy="329100"/>
          </a:xfrm>
          <a:prstGeom prst="rect">
            <a:avLst/>
          </a:prstGeom>
          <a:noFill/>
          <a:ln>
            <a:noFill/>
          </a:ln>
        </p:spPr>
        <p:txBody>
          <a:bodyPr spcFirstLastPara="1" wrap="square" lIns="66700" tIns="33350" rIns="66700" bIns="33350" anchor="t" anchorCtr="0">
            <a:spAutoFit/>
          </a:bodyPr>
          <a:lstStyle/>
          <a:p>
            <a:pPr marL="0" marR="0" lvl="0" indent="0" algn="l" rtl="0">
              <a:spcBef>
                <a:spcPts val="0"/>
              </a:spcBef>
              <a:spcAft>
                <a:spcPts val="0"/>
              </a:spcAft>
              <a:buNone/>
            </a:pPr>
            <a:r>
              <a:rPr lang="en" sz="1700" b="1">
                <a:solidFill>
                  <a:schemeClr val="dk1"/>
                </a:solidFill>
              </a:rPr>
              <a:t>Figure 1: Update from AZALEA-TIMI-76 - lower bleeding rates vs Rivaroxaban (Ruff et al., 2025).</a:t>
            </a:r>
            <a:endParaRPr sz="1700"/>
          </a:p>
        </p:txBody>
      </p:sp>
      <p:sp>
        <p:nvSpPr>
          <p:cNvPr id="63" name="Google Shape;63;p13"/>
          <p:cNvSpPr txBox="1"/>
          <p:nvPr/>
        </p:nvSpPr>
        <p:spPr>
          <a:xfrm>
            <a:off x="11131790" y="15199063"/>
            <a:ext cx="10652100" cy="590700"/>
          </a:xfrm>
          <a:prstGeom prst="rect">
            <a:avLst/>
          </a:prstGeom>
          <a:noFill/>
          <a:ln>
            <a:noFill/>
          </a:ln>
        </p:spPr>
        <p:txBody>
          <a:bodyPr spcFirstLastPara="1" wrap="square" lIns="66700" tIns="33350" rIns="66700" bIns="33350" anchor="t" anchorCtr="0">
            <a:spAutoFit/>
          </a:bodyPr>
          <a:lstStyle/>
          <a:p>
            <a:pPr marL="0" marR="0" lvl="0" indent="0" algn="l" rtl="0">
              <a:spcBef>
                <a:spcPts val="0"/>
              </a:spcBef>
              <a:spcAft>
                <a:spcPts val="0"/>
              </a:spcAft>
              <a:buNone/>
            </a:pPr>
            <a:r>
              <a:rPr lang="en" sz="1700" b="1">
                <a:solidFill>
                  <a:schemeClr val="dk1"/>
                </a:solidFill>
              </a:rPr>
              <a:t>Figure 2: Update from OCEANIC-AF - higher rates of stroke/systemic embolism with Asundexian (Piccini et al., 2025).</a:t>
            </a:r>
            <a:endParaRPr sz="1700"/>
          </a:p>
        </p:txBody>
      </p:sp>
      <p:sp>
        <p:nvSpPr>
          <p:cNvPr id="64" name="Google Shape;64;p13"/>
          <p:cNvSpPr/>
          <p:nvPr/>
        </p:nvSpPr>
        <p:spPr>
          <a:xfrm>
            <a:off x="22219920" y="4513715"/>
            <a:ext cx="9944700" cy="10803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Discussion</a:t>
            </a:r>
            <a:endParaRPr sz="1100"/>
          </a:p>
        </p:txBody>
      </p:sp>
      <p:sp>
        <p:nvSpPr>
          <p:cNvPr id="65" name="Google Shape;65;p13"/>
          <p:cNvSpPr/>
          <p:nvPr/>
        </p:nvSpPr>
        <p:spPr>
          <a:xfrm>
            <a:off x="22219920" y="5594197"/>
            <a:ext cx="9944700" cy="35007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Our preliminary results outline the major progress recent trials looking at Factor XIa inhibitors have made. Many of these trials have had similar outcomes with regards to reducing the risk of major bleeding compared to placebo, such as Apixaban or Rivaroxaban. The most recent trial update for AZALEA in 2025 showed Abelacimab to have such a significant reduction in bleeding compared to Rivaroxaban that it was stopped early.  However,  question of a clinically significant reduction in the outcome of ischemic stroke or systemic embolism in patients with AF  taking Factor XIa still remains to be answered.  Our study aims to investigate this further by continued data extraction of the identified trials.</a:t>
            </a:r>
            <a:endParaRPr sz="2000">
              <a:solidFill>
                <a:schemeClr val="dk1"/>
              </a:solidFill>
              <a:latin typeface="Calibri"/>
              <a:ea typeface="Calibri"/>
              <a:cs typeface="Calibri"/>
              <a:sym typeface="Calibri"/>
            </a:endParaRPr>
          </a:p>
        </p:txBody>
      </p:sp>
      <p:sp>
        <p:nvSpPr>
          <p:cNvPr id="66" name="Google Shape;66;p13"/>
          <p:cNvSpPr/>
          <p:nvPr/>
        </p:nvSpPr>
        <p:spPr>
          <a:xfrm>
            <a:off x="11131830" y="15902613"/>
            <a:ext cx="10652100" cy="11598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Preliminary Results</a:t>
            </a:r>
            <a:endParaRPr sz="1100"/>
          </a:p>
        </p:txBody>
      </p:sp>
      <p:sp>
        <p:nvSpPr>
          <p:cNvPr id="67" name="Google Shape;67;p13"/>
          <p:cNvSpPr/>
          <p:nvPr/>
        </p:nvSpPr>
        <p:spPr>
          <a:xfrm>
            <a:off x="11144250" y="17062293"/>
            <a:ext cx="10744800" cy="45069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SzPts val="4200"/>
              <a:buNone/>
            </a:pPr>
            <a:r>
              <a:rPr lang="en" sz="2000">
                <a:solidFill>
                  <a:schemeClr val="dk1"/>
                </a:solidFill>
              </a:rPr>
              <a:t>Five studies encompassing 21,026 participants have been identified, investigating Asundexian, Milvexian, and Abelacimab. In </a:t>
            </a:r>
            <a:r>
              <a:rPr lang="en" sz="2000" u="sng">
                <a:solidFill>
                  <a:schemeClr val="dk1"/>
                </a:solidFill>
              </a:rPr>
              <a:t>PACIFIC-AF</a:t>
            </a:r>
            <a:r>
              <a:rPr lang="en" sz="2000">
                <a:solidFill>
                  <a:schemeClr val="dk1"/>
                </a:solidFill>
              </a:rPr>
              <a:t>, the pooled incidence of major bleeding with Asundexian compared to Apixaban was 0.03 [0.09-0.97]. </a:t>
            </a:r>
            <a:r>
              <a:rPr lang="en" sz="2000" u="sng">
                <a:solidFill>
                  <a:schemeClr val="dk1"/>
                </a:solidFill>
                <a:highlight>
                  <a:srgbClr val="FFFFFF"/>
                </a:highlight>
              </a:rPr>
              <a:t>AZALEA-TIMI-76</a:t>
            </a:r>
            <a:r>
              <a:rPr lang="en" sz="2000">
                <a:solidFill>
                  <a:schemeClr val="dk1"/>
                </a:solidFill>
                <a:highlight>
                  <a:srgbClr val="FFFFFF"/>
                </a:highlight>
              </a:rPr>
              <a:t> was stopped early due to greater-than-anticipated reduction in bleeding with Abelacimab 150 mg and 90 mg, compared to Rivaroxaban, giving a hazard ratio of 0.38 [95% CI, 0.24-0.60] and 0.31 [95% CI, 0.19-0.51].</a:t>
            </a:r>
            <a:r>
              <a:rPr lang="en" sz="2000">
                <a:solidFill>
                  <a:schemeClr val="dk1"/>
                </a:solidFill>
              </a:rPr>
              <a:t> </a:t>
            </a:r>
            <a:r>
              <a:rPr lang="en" sz="2000" u="sng">
                <a:solidFill>
                  <a:schemeClr val="dk1"/>
                </a:solidFill>
              </a:rPr>
              <a:t>PACIFIC-STROKE</a:t>
            </a:r>
            <a:r>
              <a:rPr lang="en" sz="2000">
                <a:solidFill>
                  <a:schemeClr val="dk1"/>
                </a:solidFill>
              </a:rPr>
              <a:t> showed that </a:t>
            </a:r>
            <a:r>
              <a:rPr lang="en" sz="2000">
                <a:solidFill>
                  <a:schemeClr val="dk1"/>
                </a:solidFill>
                <a:highlight>
                  <a:srgbClr val="FFFFFF"/>
                </a:highlight>
              </a:rPr>
              <a:t>Asundexian did not reduce covert brain infarction or ischemic stroke and did not increase major or clinically relevant non-major bleeding compared to placebo. </a:t>
            </a:r>
            <a:r>
              <a:rPr lang="en" sz="2000" u="sng">
                <a:solidFill>
                  <a:schemeClr val="dk1"/>
                </a:solidFill>
                <a:highlight>
                  <a:srgbClr val="FFFFFF"/>
                </a:highlight>
              </a:rPr>
              <a:t>AXIOMATIC-SSP</a:t>
            </a:r>
            <a:r>
              <a:rPr lang="en" sz="2000">
                <a:solidFill>
                  <a:schemeClr val="dk1"/>
                </a:solidFill>
                <a:highlight>
                  <a:srgbClr val="FFFFFF"/>
                </a:highlight>
              </a:rPr>
              <a:t> which studied Milvexian, had similar findings as PACIFIC-STROKE. </a:t>
            </a:r>
            <a:r>
              <a:rPr lang="en" sz="2000" u="sng">
                <a:solidFill>
                  <a:schemeClr val="dk1"/>
                </a:solidFill>
                <a:highlight>
                  <a:srgbClr val="FFFFFF"/>
                </a:highlight>
              </a:rPr>
              <a:t>OCEANIC-AF</a:t>
            </a:r>
            <a:r>
              <a:rPr lang="en" sz="2000">
                <a:solidFill>
                  <a:schemeClr val="dk1"/>
                </a:solidFill>
                <a:highlight>
                  <a:srgbClr val="FFFFFF"/>
                </a:highlight>
              </a:rPr>
              <a:t> was stopped early due to clinically significant increase in stroke or systemic embolism with Asundexian compared to Apixaban, with a hazard ratio of 3.79 [95% CI, 2.46-5.83]. It however did show lower rates of major bleeding, HR 0.32 [95% CI, 0.18-0.55] and similar incidence of adverse events. </a:t>
            </a:r>
            <a:endParaRPr sz="2000">
              <a:solidFill>
                <a:schemeClr val="dk1"/>
              </a:solidFill>
              <a:highlight>
                <a:srgbClr val="FFFFFF"/>
              </a:highlight>
            </a:endParaRPr>
          </a:p>
        </p:txBody>
      </p:sp>
      <p:sp>
        <p:nvSpPr>
          <p:cNvPr id="68" name="Google Shape;68;p13"/>
          <p:cNvSpPr/>
          <p:nvPr/>
        </p:nvSpPr>
        <p:spPr>
          <a:xfrm>
            <a:off x="22219920" y="14697269"/>
            <a:ext cx="9944700" cy="10803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References</a:t>
            </a:r>
            <a:endParaRPr sz="1100"/>
          </a:p>
        </p:txBody>
      </p:sp>
      <p:sp>
        <p:nvSpPr>
          <p:cNvPr id="69" name="Google Shape;69;p13"/>
          <p:cNvSpPr/>
          <p:nvPr/>
        </p:nvSpPr>
        <p:spPr>
          <a:xfrm>
            <a:off x="22219925" y="15795175"/>
            <a:ext cx="9944700" cy="5774100"/>
          </a:xfrm>
          <a:prstGeom prst="rect">
            <a:avLst/>
          </a:prstGeom>
          <a:solidFill>
            <a:schemeClr val="lt1"/>
          </a:solidFill>
          <a:ln>
            <a:noFill/>
          </a:ln>
        </p:spPr>
        <p:txBody>
          <a:bodyPr spcFirstLastPara="1" wrap="square" lIns="66700" tIns="33350" rIns="66700" bIns="33350" anchor="t" anchorCtr="0">
            <a:noAutofit/>
          </a:bodyPr>
          <a:lstStyle/>
          <a:p>
            <a:pPr marL="215900" lvl="0" indent="-165100" algn="l" rtl="0">
              <a:lnSpc>
                <a:spcPct val="115000"/>
              </a:lnSpc>
              <a:spcBef>
                <a:spcPts val="4600"/>
              </a:spcBef>
              <a:spcAft>
                <a:spcPts val="0"/>
              </a:spcAft>
              <a:buClr>
                <a:schemeClr val="dk1"/>
              </a:buClr>
              <a:buSzPts val="2000"/>
              <a:buFont typeface="Calibri"/>
              <a:buAutoNum type="arabicPeriod"/>
            </a:pPr>
            <a:r>
              <a:rPr lang="en" sz="2000" i="1">
                <a:solidFill>
                  <a:schemeClr val="dk1"/>
                </a:solidFill>
              </a:rPr>
              <a:t>Joglar, J.A. et al. (2024) ‘2023 ACC/AHA/ACCP/hrs guideline for the diagnosis and management of atrial fibrillation’, Journal of the American College of Cardiology, 83(1), pp. 109–279. doi:10.1016/j.jacc.2023.08.017. </a:t>
            </a:r>
            <a:endParaRPr sz="2000" i="1">
              <a:solidFill>
                <a:schemeClr val="dk1"/>
              </a:solidFill>
            </a:endParaRPr>
          </a:p>
          <a:p>
            <a:pPr marL="215900" lvl="0" indent="-165100" algn="l" rtl="0">
              <a:lnSpc>
                <a:spcPct val="115000"/>
              </a:lnSpc>
              <a:spcBef>
                <a:spcPts val="0"/>
              </a:spcBef>
              <a:spcAft>
                <a:spcPts val="0"/>
              </a:spcAft>
              <a:buClr>
                <a:schemeClr val="dk1"/>
              </a:buClr>
              <a:buSzPts val="2000"/>
              <a:buAutoNum type="arabicPeriod"/>
            </a:pPr>
            <a:r>
              <a:rPr lang="en" sz="2000" i="1">
                <a:solidFill>
                  <a:schemeClr val="dk1"/>
                </a:solidFill>
              </a:rPr>
              <a:t>Meschia, J.F. et al. (2014) ‘Guidelines for the primary prevention of stroke’, Stroke, 45(12), pp. 3754–3832. doi:10.1161/str.0000000000000046. </a:t>
            </a:r>
            <a:endParaRPr sz="2000" i="1">
              <a:solidFill>
                <a:schemeClr val="dk1"/>
              </a:solidFill>
            </a:endParaRPr>
          </a:p>
          <a:p>
            <a:pPr marL="215900" lvl="0" indent="-165100" algn="l" rtl="0">
              <a:lnSpc>
                <a:spcPct val="115000"/>
              </a:lnSpc>
              <a:spcBef>
                <a:spcPts val="0"/>
              </a:spcBef>
              <a:spcAft>
                <a:spcPts val="0"/>
              </a:spcAft>
              <a:buClr>
                <a:schemeClr val="dk1"/>
              </a:buClr>
              <a:buSzPts val="2000"/>
              <a:buAutoNum type="arabicPeriod"/>
            </a:pPr>
            <a:r>
              <a:rPr lang="en" sz="2000" i="1">
                <a:solidFill>
                  <a:schemeClr val="dk1"/>
                </a:solidFill>
              </a:rPr>
              <a:t>Ruff, C.T. et al. (2025) ‘Abelacimab versus rivaroxaban in patients with atrial fibrillation’, New England Journal of Medicine, 392(4), pp. 361–371. doi:10.1056/nejmoa2406674. </a:t>
            </a:r>
            <a:endParaRPr sz="2000" i="1">
              <a:solidFill>
                <a:schemeClr val="dk1"/>
              </a:solidFill>
            </a:endParaRPr>
          </a:p>
          <a:p>
            <a:pPr marL="215900" lvl="0" indent="-165100" algn="l" rtl="0">
              <a:lnSpc>
                <a:spcPct val="115000"/>
              </a:lnSpc>
              <a:spcBef>
                <a:spcPts val="0"/>
              </a:spcBef>
              <a:spcAft>
                <a:spcPts val="0"/>
              </a:spcAft>
              <a:buClr>
                <a:schemeClr val="dk1"/>
              </a:buClr>
              <a:buSzPts val="2000"/>
              <a:buAutoNum type="arabicPeriod"/>
            </a:pPr>
            <a:r>
              <a:rPr lang="en" sz="2000" i="1">
                <a:solidFill>
                  <a:schemeClr val="dk1"/>
                </a:solidFill>
              </a:rPr>
              <a:t>Piccini, J.P. et al. (2025) ‘Asundexian versus apixaban in patients with atrial fibrillation’, New England Journal of Medicine, 392(1), pp. 23–32. doi:10.1056/nejmoa2407105. </a:t>
            </a:r>
            <a:endParaRPr sz="2000" i="1">
              <a:solidFill>
                <a:schemeClr val="dk1"/>
              </a:solidFill>
            </a:endParaRPr>
          </a:p>
        </p:txBody>
      </p:sp>
      <p:sp>
        <p:nvSpPr>
          <p:cNvPr id="70" name="Google Shape;70;p13"/>
          <p:cNvSpPr/>
          <p:nvPr/>
        </p:nvSpPr>
        <p:spPr>
          <a:xfrm>
            <a:off x="22219920" y="9505457"/>
            <a:ext cx="9944700" cy="10881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Future Directions</a:t>
            </a:r>
            <a:endParaRPr sz="1100"/>
          </a:p>
        </p:txBody>
      </p:sp>
      <p:sp>
        <p:nvSpPr>
          <p:cNvPr id="71" name="Google Shape;71;p13"/>
          <p:cNvSpPr/>
          <p:nvPr/>
        </p:nvSpPr>
        <p:spPr>
          <a:xfrm>
            <a:off x="22219920" y="10593362"/>
            <a:ext cx="9944700" cy="38043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SzPts val="4200"/>
              <a:buNone/>
            </a:pPr>
            <a:r>
              <a:rPr lang="en" sz="2000">
                <a:solidFill>
                  <a:schemeClr val="dk1"/>
                </a:solidFill>
              </a:rPr>
              <a:t>As the use of direct-acting oral anticoagulation continues to take precedence over traditional anticoagulation, bleeding remains a significant risk and an important  point of discussion with patients and their families. As mentioned above, preliminary data is showing Factor XIa inhibitors to have lower incidences of major bleeding events as compared to current therapies. However, long-term data is still lacking with regards to the prevention of ischemic stroke and other thromboembolic events in patients taking Factor XIa inhibitors.</a:t>
            </a:r>
            <a:endParaRPr sz="2000">
              <a:solidFill>
                <a:schemeClr val="dk1"/>
              </a:solidFill>
            </a:endParaRPr>
          </a:p>
          <a:p>
            <a:pPr marL="0" lvl="0" indent="0" algn="l" rtl="0">
              <a:lnSpc>
                <a:spcPct val="115000"/>
              </a:lnSpc>
              <a:spcBef>
                <a:spcPts val="0"/>
              </a:spcBef>
              <a:spcAft>
                <a:spcPts val="0"/>
              </a:spcAft>
              <a:buSzPts val="4200"/>
              <a:buNone/>
            </a:pP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There are many ongoing studies, such as the LILAC trial, aiming to answer some of these questions raised by these recently published studies.</a:t>
            </a:r>
            <a:endParaRPr sz="2000">
              <a:solidFill>
                <a:schemeClr val="dk1"/>
              </a:solidFill>
              <a:latin typeface="Calibri"/>
              <a:ea typeface="Calibri"/>
              <a:cs typeface="Calibri"/>
              <a:sym typeface="Calibri"/>
            </a:endParaRPr>
          </a:p>
        </p:txBody>
      </p:sp>
      <p:sp>
        <p:nvSpPr>
          <p:cNvPr id="72" name="Google Shape;72;p13"/>
          <p:cNvSpPr/>
          <p:nvPr/>
        </p:nvSpPr>
        <p:spPr>
          <a:xfrm>
            <a:off x="11144250" y="4502332"/>
            <a:ext cx="10698600" cy="5072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6700" tIns="33350" rIns="66700" bIns="33350" anchor="ctr" anchorCtr="0">
            <a:noAutofit/>
          </a:bodyPr>
          <a:lstStyle/>
          <a:p>
            <a:pPr marL="0" marR="0" lvl="0" indent="0" algn="ctr" rtl="0">
              <a:spcBef>
                <a:spcPts val="0"/>
              </a:spcBef>
              <a:spcAft>
                <a:spcPts val="0"/>
              </a:spcAft>
              <a:buNone/>
            </a:pPr>
            <a:endParaRPr sz="5400">
              <a:solidFill>
                <a:schemeClr val="dk1"/>
              </a:solidFill>
              <a:latin typeface="Calibri"/>
              <a:ea typeface="Calibri"/>
              <a:cs typeface="Calibri"/>
              <a:sym typeface="Calibri"/>
            </a:endParaRPr>
          </a:p>
        </p:txBody>
      </p:sp>
      <p:pic>
        <p:nvPicPr>
          <p:cNvPr id="73" name="Google Shape;73;p13"/>
          <p:cNvPicPr preferRelativeResize="0"/>
          <p:nvPr/>
        </p:nvPicPr>
        <p:blipFill>
          <a:blip r:embed="rId3">
            <a:alphaModFix/>
          </a:blip>
          <a:stretch>
            <a:fillRect/>
          </a:stretch>
        </p:blipFill>
        <p:spPr>
          <a:xfrm>
            <a:off x="11133450" y="10013500"/>
            <a:ext cx="10652050" cy="5072700"/>
          </a:xfrm>
          <a:prstGeom prst="rect">
            <a:avLst/>
          </a:prstGeom>
          <a:solidFill>
            <a:schemeClr val="lt1"/>
          </a:solidFill>
          <a:ln w="12700" cap="flat" cmpd="sng">
            <a:solidFill>
              <a:schemeClr val="accent2"/>
            </a:solidFill>
            <a:prstDash val="solid"/>
            <a:miter lim="8000"/>
            <a:headEnd type="none" w="sm" len="sm"/>
            <a:tailEnd type="none" w="sm" len="sm"/>
          </a:ln>
        </p:spPr>
      </p:pic>
      <p:pic>
        <p:nvPicPr>
          <p:cNvPr id="74" name="Google Shape;74;p13" title="Screenshot 2025-04-23 at 23.21.08.png"/>
          <p:cNvPicPr preferRelativeResize="0"/>
          <p:nvPr/>
        </p:nvPicPr>
        <p:blipFill>
          <a:blip r:embed="rId4">
            <a:alphaModFix/>
          </a:blip>
          <a:stretch>
            <a:fillRect/>
          </a:stretch>
        </p:blipFill>
        <p:spPr>
          <a:xfrm>
            <a:off x="11144250" y="4523200"/>
            <a:ext cx="10698483" cy="5056215"/>
          </a:xfrm>
          <a:prstGeom prst="rect">
            <a:avLst/>
          </a:prstGeom>
          <a:noFill/>
          <a:ln>
            <a:noFill/>
          </a:ln>
        </p:spPr>
      </p:pic>
      <p:pic>
        <p:nvPicPr>
          <p:cNvPr id="75" name="Google Shape;75;p13" descr="Logo, company name&#10;&#10;Description automatically generated"/>
          <p:cNvPicPr preferRelativeResize="0"/>
          <p:nvPr/>
        </p:nvPicPr>
        <p:blipFill rotWithShape="1">
          <a:blip r:embed="rId5">
            <a:alphaModFix/>
          </a:blip>
          <a:srcRect l="31243" t="10462" r="31054" b="48316"/>
          <a:stretch/>
        </p:blipFill>
        <p:spPr>
          <a:xfrm>
            <a:off x="30056588" y="19728735"/>
            <a:ext cx="1946370" cy="1702500"/>
          </a:xfrm>
          <a:prstGeom prst="rect">
            <a:avLst/>
          </a:prstGeom>
          <a:noFill/>
          <a:ln>
            <a:noFill/>
          </a:ln>
        </p:spPr>
      </p:pic>
      <p:pic>
        <p:nvPicPr>
          <p:cNvPr id="76" name="Picture 75" descr="30R.png"/>
          <p:cNvPicPr>
            <a:picLocks noChangeAspect="1"/>
          </p:cNvPicPr>
          <p:nvPr/>
        </p:nvPicPr>
        <p:blipFill>
          <a:blip r:embed="rId6"/>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1102</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2025-04-26T00:32:00Z</dcterms:modified>
</cp:coreProperties>
</file>