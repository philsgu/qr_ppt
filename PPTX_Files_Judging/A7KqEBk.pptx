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Lst>
  <p:sldSz cx="32918400" cy="21945600"/>
  <p:notesSz cx="6858000" cy="9144000"/>
  <p:embeddedFontLst>
    <p:embeddedFont>
      <p:font typeface="Amaranth" panose="02000503050000020004" pitchFamily="2" charset="77"/>
      <p:regular r:id="rId3"/>
    </p:embeddedFont>
    <p:embeddedFont>
      <p:font typeface="Titillium Web" pitchFamily="2" charset="77"/>
      <p:regular r:id="rId4"/>
      <p:bold r:id="rId5"/>
      <p:italic r:id="rId6"/>
      <p:boldItalic r:id="rId7"/>
    </p:embeddedFont>
  </p:embeddedFontLst>
  <p:custDataLst>
    <p:tags r:id="rId8"/>
  </p:custDataLst>
  <p:defaultTextStyle>
    <a:defPPr>
      <a:defRPr lang="en-US"/>
    </a:defPPr>
    <a:lvl1pPr algn="l" rtl="0" fontAlgn="base">
      <a:spcBef>
        <a:spcPct val="0"/>
      </a:spcBef>
      <a:spcAft>
        <a:spcPct val="0"/>
      </a:spcAft>
      <a:defRPr sz="3214" kern="1200">
        <a:solidFill>
          <a:schemeClr val="tx1"/>
        </a:solidFill>
        <a:latin typeface="Arial"/>
        <a:ea typeface="+mn-ea"/>
        <a:cs typeface="+mn-cs"/>
      </a:defRPr>
    </a:lvl1pPr>
    <a:lvl2pPr marL="326532" algn="l" rtl="0" fontAlgn="base">
      <a:spcBef>
        <a:spcPct val="0"/>
      </a:spcBef>
      <a:spcAft>
        <a:spcPct val="0"/>
      </a:spcAft>
      <a:defRPr sz="3214" kern="1200">
        <a:solidFill>
          <a:schemeClr val="tx1"/>
        </a:solidFill>
        <a:latin typeface="Arial"/>
        <a:ea typeface="+mn-ea"/>
        <a:cs typeface="+mn-cs"/>
      </a:defRPr>
    </a:lvl2pPr>
    <a:lvl3pPr marL="653064" algn="l" rtl="0" fontAlgn="base">
      <a:spcBef>
        <a:spcPct val="0"/>
      </a:spcBef>
      <a:spcAft>
        <a:spcPct val="0"/>
      </a:spcAft>
      <a:defRPr sz="3214" kern="1200">
        <a:solidFill>
          <a:schemeClr val="tx1"/>
        </a:solidFill>
        <a:latin typeface="Arial"/>
        <a:ea typeface="+mn-ea"/>
        <a:cs typeface="+mn-cs"/>
      </a:defRPr>
    </a:lvl3pPr>
    <a:lvl4pPr marL="979597" algn="l" rtl="0" fontAlgn="base">
      <a:spcBef>
        <a:spcPct val="0"/>
      </a:spcBef>
      <a:spcAft>
        <a:spcPct val="0"/>
      </a:spcAft>
      <a:defRPr sz="3214" kern="1200">
        <a:solidFill>
          <a:schemeClr val="tx1"/>
        </a:solidFill>
        <a:latin typeface="Arial"/>
        <a:ea typeface="+mn-ea"/>
        <a:cs typeface="+mn-cs"/>
      </a:defRPr>
    </a:lvl4pPr>
    <a:lvl5pPr marL="1306129" algn="l" rtl="0" fontAlgn="base">
      <a:spcBef>
        <a:spcPct val="0"/>
      </a:spcBef>
      <a:spcAft>
        <a:spcPct val="0"/>
      </a:spcAft>
      <a:defRPr sz="3214" kern="1200">
        <a:solidFill>
          <a:schemeClr val="tx1"/>
        </a:solidFill>
        <a:latin typeface="Arial"/>
        <a:ea typeface="+mn-ea"/>
        <a:cs typeface="+mn-cs"/>
      </a:defRPr>
    </a:lvl5pPr>
    <a:lvl6pPr marL="1632661" algn="l" defTabSz="653064" rtl="0" eaLnBrk="1" latinLnBrk="0" hangingPunct="1">
      <a:defRPr sz="3214" kern="1200">
        <a:solidFill>
          <a:schemeClr val="tx1"/>
        </a:solidFill>
        <a:latin typeface="Arial"/>
        <a:ea typeface="+mn-ea"/>
        <a:cs typeface="+mn-cs"/>
      </a:defRPr>
    </a:lvl6pPr>
    <a:lvl7pPr marL="1959193" algn="l" defTabSz="653064" rtl="0" eaLnBrk="1" latinLnBrk="0" hangingPunct="1">
      <a:defRPr sz="3214" kern="1200">
        <a:solidFill>
          <a:schemeClr val="tx1"/>
        </a:solidFill>
        <a:latin typeface="Arial"/>
        <a:ea typeface="+mn-ea"/>
        <a:cs typeface="+mn-cs"/>
      </a:defRPr>
    </a:lvl7pPr>
    <a:lvl8pPr marL="2285726" algn="l" defTabSz="653064" rtl="0" eaLnBrk="1" latinLnBrk="0" hangingPunct="1">
      <a:defRPr sz="3214" kern="1200">
        <a:solidFill>
          <a:schemeClr val="tx1"/>
        </a:solidFill>
        <a:latin typeface="Arial"/>
        <a:ea typeface="+mn-ea"/>
        <a:cs typeface="+mn-cs"/>
      </a:defRPr>
    </a:lvl8pPr>
    <a:lvl9pPr marL="2612258" algn="l" defTabSz="653064" rtl="0" eaLnBrk="1" latinLnBrk="0" hangingPunct="1">
      <a:defRPr sz="3214"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6779F-BF28-4891-8AF4-DDA0724A7067}" v="30" dt="2025-04-26T00:35:08.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38" d="100"/>
          <a:sy n="38" d="100"/>
        </p:scale>
        <p:origin x="2392" y="248"/>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6/11/relationships/changesInfo" Target="changesInfos/changesInfo1.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Y" userId="10d2ae0d3aa0253f" providerId="LiveId" clId="{4B66779F-BF28-4891-8AF4-DDA0724A7067}"/>
    <pc:docChg chg="undo custSel modSld">
      <pc:chgData name="Kevin Y" userId="10d2ae0d3aa0253f" providerId="LiveId" clId="{4B66779F-BF28-4891-8AF4-DDA0724A7067}" dt="2025-04-26T00:38:06.609" v="3579" actId="1076"/>
      <pc:docMkLst>
        <pc:docMk/>
      </pc:docMkLst>
      <pc:sldChg chg="addSp delSp modSp mod">
        <pc:chgData name="Kevin Y" userId="10d2ae0d3aa0253f" providerId="LiveId" clId="{4B66779F-BF28-4891-8AF4-DDA0724A7067}" dt="2025-04-26T00:38:06.609" v="3579" actId="1076"/>
        <pc:sldMkLst>
          <pc:docMk/>
          <pc:sldMk cId="0" sldId="256"/>
        </pc:sldMkLst>
        <pc:spChg chg="mod">
          <ac:chgData name="Kevin Y" userId="10d2ae0d3aa0253f" providerId="LiveId" clId="{4B66779F-BF28-4891-8AF4-DDA0724A7067}" dt="2025-04-26T00:38:06.609" v="3579" actId="1076"/>
          <ac:spMkLst>
            <pc:docMk/>
            <pc:sldMk cId="0" sldId="256"/>
            <ac:spMk id="17" creationId="{4264D35B-B8F4-4A85-9FEE-EA091C5FF1BF}"/>
          </ac:spMkLst>
        </pc:spChg>
        <pc:spChg chg="mod">
          <ac:chgData name="Kevin Y" userId="10d2ae0d3aa0253f" providerId="LiveId" clId="{4B66779F-BF28-4891-8AF4-DDA0724A7067}" dt="2025-04-25T23:36:37.285" v="139" actId="20577"/>
          <ac:spMkLst>
            <pc:docMk/>
            <pc:sldMk cId="0" sldId="256"/>
            <ac:spMk id="18" creationId="{ED235A1B-42BF-4F24-80BC-47A0B3B251F1}"/>
          </ac:spMkLst>
        </pc:spChg>
        <pc:spChg chg="add del mod">
          <ac:chgData name="Kevin Y" userId="10d2ae0d3aa0253f" providerId="LiveId" clId="{4B66779F-BF28-4891-8AF4-DDA0724A7067}" dt="2025-04-26T00:19:25.956" v="3432" actId="255"/>
          <ac:spMkLst>
            <pc:docMk/>
            <pc:sldMk cId="0" sldId="256"/>
            <ac:spMk id="19" creationId="{B259D497-80B4-4EAC-8538-8496595AAFC2}"/>
          </ac:spMkLst>
        </pc:spChg>
        <pc:spChg chg="mod">
          <ac:chgData name="Kevin Y" userId="10d2ae0d3aa0253f" providerId="LiveId" clId="{4B66779F-BF28-4891-8AF4-DDA0724A7067}" dt="2025-04-26T00:21:42.286" v="3471" actId="14100"/>
          <ac:spMkLst>
            <pc:docMk/>
            <pc:sldMk cId="0" sldId="256"/>
            <ac:spMk id="21" creationId="{DCB5B9DC-AFC8-48DD-8E5A-79F4EB3B3EE2}"/>
          </ac:spMkLst>
        </pc:spChg>
        <pc:spChg chg="del">
          <ac:chgData name="Kevin Y" userId="10d2ae0d3aa0253f" providerId="LiveId" clId="{4B66779F-BF28-4891-8AF4-DDA0724A7067}" dt="2025-04-26T00:20:04.689" v="3457" actId="478"/>
          <ac:spMkLst>
            <pc:docMk/>
            <pc:sldMk cId="0" sldId="256"/>
            <ac:spMk id="23" creationId="{9247D261-80E6-4008-A48F-EE2502170D44}"/>
          </ac:spMkLst>
        </pc:spChg>
        <pc:spChg chg="mod">
          <ac:chgData name="Kevin Y" userId="10d2ae0d3aa0253f" providerId="LiveId" clId="{4B66779F-BF28-4891-8AF4-DDA0724A7067}" dt="2025-04-26T00:24:13.751" v="3507" actId="21"/>
          <ac:spMkLst>
            <pc:docMk/>
            <pc:sldMk cId="0" sldId="256"/>
            <ac:spMk id="25" creationId="{D6F48894-7BDB-43BE-B25A-3CBBFD463C85}"/>
          </ac:spMkLst>
        </pc:spChg>
        <pc:spChg chg="del mod">
          <ac:chgData name="Kevin Y" userId="10d2ae0d3aa0253f" providerId="LiveId" clId="{4B66779F-BF28-4891-8AF4-DDA0724A7067}" dt="2025-04-26T00:18:52.086" v="3426"/>
          <ac:spMkLst>
            <pc:docMk/>
            <pc:sldMk cId="0" sldId="256"/>
            <ac:spMk id="27" creationId="{D1DF76C2-CA55-4287-8208-00375EA04995}"/>
          </ac:spMkLst>
        </pc:spChg>
        <pc:spChg chg="mod">
          <ac:chgData name="Kevin Y" userId="10d2ae0d3aa0253f" providerId="LiveId" clId="{4B66779F-BF28-4891-8AF4-DDA0724A7067}" dt="2025-04-26T00:35:08.896" v="3572" actId="1076"/>
          <ac:spMkLst>
            <pc:docMk/>
            <pc:sldMk cId="0" sldId="256"/>
            <ac:spMk id="29" creationId="{61C38A20-F85F-4744-B6CC-BB3A40663090}"/>
          </ac:spMkLst>
        </pc:spChg>
        <pc:spChg chg="del mod">
          <ac:chgData name="Kevin Y" userId="10d2ae0d3aa0253f" providerId="LiveId" clId="{4B66779F-BF28-4891-8AF4-DDA0724A7067}" dt="2025-04-26T00:34:54.388" v="3567" actId="478"/>
          <ac:spMkLst>
            <pc:docMk/>
            <pc:sldMk cId="0" sldId="256"/>
            <ac:spMk id="31" creationId="{C2BCD34B-62AE-4E64-9D21-E50C4B9B1350}"/>
          </ac:spMkLst>
        </pc:spChg>
        <pc:spChg chg="add mod">
          <ac:chgData name="Kevin Y" userId="10d2ae0d3aa0253f" providerId="LiveId" clId="{4B66779F-BF28-4891-8AF4-DDA0724A7067}" dt="2025-04-26T00:23:24.890" v="3500" actId="1076"/>
          <ac:spMkLst>
            <pc:docMk/>
            <pc:sldMk cId="0" sldId="256"/>
            <ac:spMk id="33" creationId="{E54EC691-2A98-194A-8184-B0A2070180F3}"/>
          </ac:spMkLst>
        </pc:spChg>
        <pc:spChg chg="add mod">
          <ac:chgData name="Kevin Y" userId="10d2ae0d3aa0253f" providerId="LiveId" clId="{4B66779F-BF28-4891-8AF4-DDA0724A7067}" dt="2025-04-26T00:23:34.848" v="3502" actId="1076"/>
          <ac:spMkLst>
            <pc:docMk/>
            <pc:sldMk cId="0" sldId="256"/>
            <ac:spMk id="34" creationId="{81D5206D-A1BC-53C0-2736-1D4D50CB1DA4}"/>
          </ac:spMkLst>
        </pc:spChg>
        <pc:spChg chg="mod">
          <ac:chgData name="Kevin Y" userId="10d2ae0d3aa0253f" providerId="LiveId" clId="{4B66779F-BF28-4891-8AF4-DDA0724A7067}" dt="2025-04-26T00:16:31.820" v="3359" actId="20577"/>
          <ac:spMkLst>
            <pc:docMk/>
            <pc:sldMk cId="0" sldId="256"/>
            <ac:spMk id="35" creationId="{17220CD8-CD1F-4561-B6F6-872F8B351FDE}"/>
          </ac:spMkLst>
        </pc:spChg>
        <pc:spChg chg="mod">
          <ac:chgData name="Kevin Y" userId="10d2ae0d3aa0253f" providerId="LiveId" clId="{4B66779F-BF28-4891-8AF4-DDA0724A7067}" dt="2025-04-26T00:19:59.776" v="3455" actId="20577"/>
          <ac:spMkLst>
            <pc:docMk/>
            <pc:sldMk cId="0" sldId="256"/>
            <ac:spMk id="36" creationId="{F9744332-409D-4E13-8004-F1FC2BA8831D}"/>
          </ac:spMkLst>
        </pc:spChg>
        <pc:spChg chg="mod">
          <ac:chgData name="Kevin Y" userId="10d2ae0d3aa0253f" providerId="LiveId" clId="{4B66779F-BF28-4891-8AF4-DDA0724A7067}" dt="2025-04-26T00:18:49.855" v="3423" actId="6549"/>
          <ac:spMkLst>
            <pc:docMk/>
            <pc:sldMk cId="0" sldId="256"/>
            <ac:spMk id="37" creationId="{2AE133AC-1DFE-4D6E-B1A3-31B930A6602E}"/>
          </ac:spMkLst>
        </pc:spChg>
        <pc:spChg chg="mod">
          <ac:chgData name="Kevin Y" userId="10d2ae0d3aa0253f" providerId="LiveId" clId="{4B66779F-BF28-4891-8AF4-DDA0724A7067}" dt="2025-04-26T00:18:41.185" v="3421" actId="20577"/>
          <ac:spMkLst>
            <pc:docMk/>
            <pc:sldMk cId="0" sldId="256"/>
            <ac:spMk id="40" creationId="{9486D635-9884-427F-9A27-F0D207FACB9C}"/>
          </ac:spMkLst>
        </pc:spChg>
        <pc:spChg chg="mod">
          <ac:chgData name="Kevin Y" userId="10d2ae0d3aa0253f" providerId="LiveId" clId="{4B66779F-BF28-4891-8AF4-DDA0724A7067}" dt="2025-04-26T00:34:48.840" v="3565" actId="20577"/>
          <ac:spMkLst>
            <pc:docMk/>
            <pc:sldMk cId="0" sldId="256"/>
            <ac:spMk id="41" creationId="{5682A469-0F6C-4CD1-861C-F6138AA1CFF5}"/>
          </ac:spMkLst>
        </pc:spChg>
        <pc:spChg chg="mod">
          <ac:chgData name="Kevin Y" userId="10d2ae0d3aa0253f" providerId="LiveId" clId="{4B66779F-BF28-4891-8AF4-DDA0724A7067}" dt="2025-04-26T00:17:13.259" v="3386" actId="1076"/>
          <ac:spMkLst>
            <pc:docMk/>
            <pc:sldMk cId="0" sldId="256"/>
            <ac:spMk id="43" creationId="{87716ACD-ABBE-4CF3-BF61-13E4FB1D97CB}"/>
          </ac:spMkLst>
        </pc:spChg>
        <pc:spChg chg="mod">
          <ac:chgData name="Kevin Y" userId="10d2ae0d3aa0253f" providerId="LiveId" clId="{4B66779F-BF28-4891-8AF4-DDA0724A7067}" dt="2025-04-26T00:17:15.562" v="3388" actId="1076"/>
          <ac:spMkLst>
            <pc:docMk/>
            <pc:sldMk cId="0" sldId="256"/>
            <ac:spMk id="44" creationId="{41E59F26-50F8-28B8-21CD-9BA7853C4809}"/>
          </ac:spMkLst>
        </pc:spChg>
        <pc:spChg chg="add mod">
          <ac:chgData name="Kevin Y" userId="10d2ae0d3aa0253f" providerId="LiveId" clId="{4B66779F-BF28-4891-8AF4-DDA0724A7067}" dt="2025-04-26T00:19:36.539" v="3435" actId="255"/>
          <ac:spMkLst>
            <pc:docMk/>
            <pc:sldMk cId="0" sldId="256"/>
            <ac:spMk id="45" creationId="{ED2B72B4-FDE3-A5EB-8C49-6CB86872E563}"/>
          </ac:spMkLst>
        </pc:spChg>
        <pc:spChg chg="mod">
          <ac:chgData name="Kevin Y" userId="10d2ae0d3aa0253f" providerId="LiveId" clId="{4B66779F-BF28-4891-8AF4-DDA0724A7067}" dt="2025-04-26T00:38:03.059" v="3578" actId="1076"/>
          <ac:spMkLst>
            <pc:docMk/>
            <pc:sldMk cId="0" sldId="256"/>
            <ac:spMk id="2050" creationId="{00000000-0000-0000-0000-000000000000}"/>
          </ac:spMkLst>
        </pc:spChg>
        <pc:grpChg chg="mod">
          <ac:chgData name="Kevin Y" userId="10d2ae0d3aa0253f" providerId="LiveId" clId="{4B66779F-BF28-4891-8AF4-DDA0724A7067}" dt="2025-04-26T00:35:12.989" v="3573" actId="1076"/>
          <ac:grpSpMkLst>
            <pc:docMk/>
            <pc:sldMk cId="0" sldId="256"/>
            <ac:grpSpMk id="3" creationId="{8C354B11-DCEC-40C7-A41E-85119B81BDE3}"/>
          </ac:grpSpMkLst>
        </pc:grpChg>
        <pc:grpChg chg="del">
          <ac:chgData name="Kevin Y" userId="10d2ae0d3aa0253f" providerId="LiveId" clId="{4B66779F-BF28-4891-8AF4-DDA0724A7067}" dt="2025-04-26T00:20:02.346" v="3456" actId="478"/>
          <ac:grpSpMkLst>
            <pc:docMk/>
            <pc:sldMk cId="0" sldId="256"/>
            <ac:grpSpMk id="6" creationId="{DFD3D1B1-E282-45AC-A5D2-BF5D46CFDC2A}"/>
          </ac:grpSpMkLst>
        </pc:grpChg>
        <pc:grpChg chg="del">
          <ac:chgData name="Kevin Y" userId="10d2ae0d3aa0253f" providerId="LiveId" clId="{4B66779F-BF28-4891-8AF4-DDA0724A7067}" dt="2025-04-26T00:18:52.086" v="3424" actId="478"/>
          <ac:grpSpMkLst>
            <pc:docMk/>
            <pc:sldMk cId="0" sldId="256"/>
            <ac:grpSpMk id="8" creationId="{8A48DC6E-5C6A-4A57-8A78-B09BE503F40B}"/>
          </ac:grpSpMkLst>
        </pc:grpChg>
        <pc:grpChg chg="mod">
          <ac:chgData name="Kevin Y" userId="10d2ae0d3aa0253f" providerId="LiveId" clId="{4B66779F-BF28-4891-8AF4-DDA0724A7067}" dt="2025-04-26T00:35:02.367" v="3571" actId="1076"/>
          <ac:grpSpMkLst>
            <pc:docMk/>
            <pc:sldMk cId="0" sldId="256"/>
            <ac:grpSpMk id="9" creationId="{0561C63D-3456-44FF-9A8C-C609A9A97121}"/>
          </ac:grpSpMkLst>
        </pc:grpChg>
        <pc:grpChg chg="add mod">
          <ac:chgData name="Kevin Y" userId="10d2ae0d3aa0253f" providerId="LiveId" clId="{4B66779F-BF28-4891-8AF4-DDA0724A7067}" dt="2025-04-26T00:19:32.605" v="3434" actId="1076"/>
          <ac:grpSpMkLst>
            <pc:docMk/>
            <pc:sldMk cId="0" sldId="256"/>
            <ac:grpSpMk id="42" creationId="{9BA81F74-3526-8334-38F4-C9EE5C951EBD}"/>
          </ac:grpSpMkLst>
        </pc:grpChg>
        <pc:picChg chg="add mod">
          <ac:chgData name="Kevin Y" userId="10d2ae0d3aa0253f" providerId="LiveId" clId="{4B66779F-BF28-4891-8AF4-DDA0724A7067}" dt="2025-04-26T00:23:39.584" v="3504" actId="1076"/>
          <ac:picMkLst>
            <pc:docMk/>
            <pc:sldMk cId="0" sldId="256"/>
            <ac:picMk id="11" creationId="{EC199F05-2811-4ECE-7796-0FED5ADB9735}"/>
          </ac:picMkLst>
        </pc:picChg>
        <pc:picChg chg="add mod">
          <ac:chgData name="Kevin Y" userId="10d2ae0d3aa0253f" providerId="LiveId" clId="{4B66779F-BF28-4891-8AF4-DDA0724A7067}" dt="2025-04-26T00:23:07.537" v="3494" actId="1076"/>
          <ac:picMkLst>
            <pc:docMk/>
            <pc:sldMk cId="0" sldId="256"/>
            <ac:picMk id="13" creationId="{76FA2CFB-2AA7-E2AD-C789-799A5D81AB47}"/>
          </ac:picMkLst>
        </pc:picChg>
        <pc:picChg chg="add mod">
          <ac:chgData name="Kevin Y" userId="10d2ae0d3aa0253f" providerId="LiveId" clId="{4B66779F-BF28-4891-8AF4-DDA0724A7067}" dt="2025-04-26T00:23:04.455" v="3493" actId="1076"/>
          <ac:picMkLst>
            <pc:docMk/>
            <pc:sldMk cId="0" sldId="256"/>
            <ac:picMk id="15" creationId="{7170BE3C-A4F5-E805-3446-35AB7B7453E6}"/>
          </ac:picMkLst>
        </pc:picChg>
        <pc:picChg chg="add mod">
          <ac:chgData name="Kevin Y" userId="10d2ae0d3aa0253f" providerId="LiveId" clId="{4B66779F-BF28-4891-8AF4-DDA0724A7067}" dt="2025-04-26T00:23:21.174" v="3499" actId="1076"/>
          <ac:picMkLst>
            <pc:docMk/>
            <pc:sldMk cId="0" sldId="256"/>
            <ac:picMk id="20" creationId="{DB22AD2A-9315-35A4-AC17-990EF34FCF53}"/>
          </ac:picMkLst>
        </pc:picChg>
        <pc:picChg chg="add mod">
          <ac:chgData name="Kevin Y" userId="10d2ae0d3aa0253f" providerId="LiveId" clId="{4B66779F-BF28-4891-8AF4-DDA0724A7067}" dt="2025-04-26T00:35:19.637" v="3574" actId="1076"/>
          <ac:picMkLst>
            <pc:docMk/>
            <pc:sldMk cId="0" sldId="256"/>
            <ac:picMk id="47" creationId="{AB92E275-1086-3801-87A9-551E2D60F509}"/>
          </ac:picMkLst>
        </pc:picChg>
        <pc:picChg chg="del">
          <ac:chgData name="Kevin Y" userId="10d2ae0d3aa0253f" providerId="LiveId" clId="{4B66779F-BF28-4891-8AF4-DDA0724A7067}" dt="2025-04-25T23:20:38.698" v="0" actId="478"/>
          <ac:picMkLst>
            <pc:docMk/>
            <pc:sldMk cId="0" sldId="256"/>
            <ac:picMk id="2051"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781D505-ABFC-493F-8858-9F27839AE9BB}" type="slidenum">
              <a:rPr lang="en-US"/>
              <a:pPr>
                <a:defRPr/>
              </a:pPr>
              <a:t>‹#›</a:t>
            </a:fld>
            <a:endParaRPr lang="en-US"/>
          </a:p>
        </p:txBody>
      </p:sp>
    </p:spTree>
    <p:extLst>
      <p:ext uri="{BB962C8B-B14F-4D97-AF65-F5344CB8AC3E}">
        <p14:creationId xmlns:p14="http://schemas.microsoft.com/office/powerpoint/2010/main" val="38291230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CFDBA80-68C6-4586-92A4-5A3F769223A5}" type="slidenum">
              <a:rPr lang="en-US"/>
              <a:pPr>
                <a:defRPr/>
              </a:pPr>
              <a:t>‹#›</a:t>
            </a:fld>
            <a:endParaRPr lang="en-US"/>
          </a:p>
        </p:txBody>
      </p:sp>
    </p:spTree>
    <p:extLst>
      <p:ext uri="{BB962C8B-B14F-4D97-AF65-F5344CB8AC3E}">
        <p14:creationId xmlns:p14="http://schemas.microsoft.com/office/powerpoint/2010/main" val="6046106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3"/>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17CCD47-6DB2-4B8A-910F-EAB6C458696E}" type="slidenum">
              <a:rPr lang="en-US"/>
              <a:pPr>
                <a:defRPr/>
              </a:pPr>
              <a:t>‹#›</a:t>
            </a:fld>
            <a:endParaRPr lang="en-US"/>
          </a:p>
        </p:txBody>
      </p:sp>
    </p:spTree>
    <p:extLst>
      <p:ext uri="{BB962C8B-B14F-4D97-AF65-F5344CB8AC3E}">
        <p14:creationId xmlns:p14="http://schemas.microsoft.com/office/powerpoint/2010/main" val="13475160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7618C69-F50A-4456-BD00-30C7E9780917}" type="slidenum">
              <a:rPr lang="en-US"/>
              <a:pPr>
                <a:defRPr/>
              </a:pPr>
              <a:t>‹#›</a:t>
            </a:fld>
            <a:endParaRPr lang="en-US"/>
          </a:p>
        </p:txBody>
      </p:sp>
    </p:spTree>
    <p:extLst>
      <p:ext uri="{BB962C8B-B14F-4D97-AF65-F5344CB8AC3E}">
        <p14:creationId xmlns:p14="http://schemas.microsoft.com/office/powerpoint/2010/main" val="39798905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4"/>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1BE4E77-EB76-40B2-97CB-56BAD62ADA5F}" type="slidenum">
              <a:rPr lang="en-US"/>
              <a:pPr>
                <a:defRPr/>
              </a:pPr>
              <a:t>‹#›</a:t>
            </a:fld>
            <a:endParaRPr lang="en-US"/>
          </a:p>
        </p:txBody>
      </p:sp>
    </p:spTree>
    <p:extLst>
      <p:ext uri="{BB962C8B-B14F-4D97-AF65-F5344CB8AC3E}">
        <p14:creationId xmlns:p14="http://schemas.microsoft.com/office/powerpoint/2010/main" val="29408890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AFD85181-2ED8-4C66-A6CF-204895276074}" type="slidenum">
              <a:rPr lang="en-US"/>
              <a:pPr>
                <a:defRPr/>
              </a:pPr>
              <a:t>‹#›</a:t>
            </a:fld>
            <a:endParaRPr lang="en-US"/>
          </a:p>
        </p:txBody>
      </p:sp>
    </p:spTree>
    <p:extLst>
      <p:ext uri="{BB962C8B-B14F-4D97-AF65-F5344CB8AC3E}">
        <p14:creationId xmlns:p14="http://schemas.microsoft.com/office/powerpoint/2010/main" val="8624474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D4797FD-DFC2-4481-9B76-E30C0158C422}" type="slidenum">
              <a:rPr lang="en-US"/>
              <a:pPr>
                <a:defRPr/>
              </a:pPr>
              <a:t>‹#›</a:t>
            </a:fld>
            <a:endParaRPr lang="en-US"/>
          </a:p>
        </p:txBody>
      </p:sp>
    </p:spTree>
    <p:extLst>
      <p:ext uri="{BB962C8B-B14F-4D97-AF65-F5344CB8AC3E}">
        <p14:creationId xmlns:p14="http://schemas.microsoft.com/office/powerpoint/2010/main" val="29033950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222DDFC5-19EE-4BC8-86F5-BE1753B3A49A}" type="slidenum">
              <a:rPr lang="en-US"/>
              <a:pPr>
                <a:defRPr/>
              </a:pPr>
              <a:t>‹#›</a:t>
            </a:fld>
            <a:endParaRPr lang="en-US"/>
          </a:p>
        </p:txBody>
      </p:sp>
    </p:spTree>
    <p:extLst>
      <p:ext uri="{BB962C8B-B14F-4D97-AF65-F5344CB8AC3E}">
        <p14:creationId xmlns:p14="http://schemas.microsoft.com/office/powerpoint/2010/main" val="21764967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15361709"/>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7"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7" y="17175693"/>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A9B3B4E7-A2BC-4B2C-8917-8370A599FB41}" type="slidenum">
              <a:rPr lang="en-US"/>
              <a:pPr>
                <a:defRPr/>
              </a:pPr>
              <a:t>‹#›</a:t>
            </a:fld>
            <a:endParaRPr lang="en-US"/>
          </a:p>
        </p:txBody>
      </p:sp>
    </p:spTree>
    <p:extLst>
      <p:ext uri="{BB962C8B-B14F-4D97-AF65-F5344CB8AC3E}">
        <p14:creationId xmlns:p14="http://schemas.microsoft.com/office/powerpoint/2010/main" val="38834060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20C972F-CE89-4882-8841-5E4EC1866666}" type="slidenum">
              <a:rPr lang="en-US"/>
              <a:pPr>
                <a:defRPr/>
              </a:pPr>
              <a:t>‹#›</a:t>
            </a:fld>
            <a:endParaRPr lang="en-US"/>
          </a:p>
        </p:txBody>
      </p:sp>
    </p:spTree>
    <p:extLst>
      <p:ext uri="{BB962C8B-B14F-4D97-AF65-F5344CB8AC3E}">
        <p14:creationId xmlns:p14="http://schemas.microsoft.com/office/powerpoint/2010/main" val="4108771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7478B96-C558-46F3-BF4C-CB626F7BF55F}" type="slidenum">
              <a:rPr lang="en-US"/>
              <a:pPr>
                <a:defRPr/>
              </a:pPr>
              <a:t>‹#›</a:t>
            </a:fld>
            <a:endParaRPr lang="en-US"/>
          </a:p>
        </p:txBody>
      </p:sp>
    </p:spTree>
    <p:extLst>
      <p:ext uri="{BB962C8B-B14F-4D97-AF65-F5344CB8AC3E}">
        <p14:creationId xmlns:p14="http://schemas.microsoft.com/office/powerpoint/2010/main" val="30961794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defTabSz="3135999">
              <a:defRPr sz="4867"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ctr" defTabSz="3135999">
              <a:defRPr sz="4867"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r" defTabSz="3135999">
              <a:defRPr sz="4867" smtClean="0">
                <a:latin typeface="Arial" pitchFamily="34" charset="0"/>
              </a:defRPr>
            </a:lvl1pPr>
          </a:lstStyle>
          <a:p>
            <a:pPr>
              <a:defRPr/>
            </a:pPr>
            <a:fld id="{16CEF5F2-27D4-42FE-9AE6-E7F0659E0BA5}"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debatingdenim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135999" rtl="0" eaLnBrk="0" fontAlgn="base" hangingPunct="0">
        <a:spcBef>
          <a:spcPct val="0"/>
        </a:spcBef>
        <a:spcAft>
          <a:spcPct val="0"/>
        </a:spcAft>
        <a:defRPr sz="15201">
          <a:solidFill>
            <a:schemeClr val="tx2"/>
          </a:solidFill>
          <a:latin typeface="+mj-lt"/>
          <a:ea typeface="+mj-ea"/>
          <a:cs typeface="+mj-cs"/>
        </a:defRPr>
      </a:lvl1pPr>
      <a:lvl2pPr algn="ctr" defTabSz="3135999" rtl="0" eaLnBrk="0" fontAlgn="base" hangingPunct="0">
        <a:spcBef>
          <a:spcPct val="0"/>
        </a:spcBef>
        <a:spcAft>
          <a:spcPct val="0"/>
        </a:spcAft>
        <a:defRPr sz="15201">
          <a:solidFill>
            <a:schemeClr val="tx2"/>
          </a:solidFill>
          <a:latin typeface="Arial" pitchFamily="34" charset="0"/>
        </a:defRPr>
      </a:lvl2pPr>
      <a:lvl3pPr algn="ctr" defTabSz="3135999" rtl="0" eaLnBrk="0" fontAlgn="base" hangingPunct="0">
        <a:spcBef>
          <a:spcPct val="0"/>
        </a:spcBef>
        <a:spcAft>
          <a:spcPct val="0"/>
        </a:spcAft>
        <a:defRPr sz="15201">
          <a:solidFill>
            <a:schemeClr val="tx2"/>
          </a:solidFill>
          <a:latin typeface="Arial" pitchFamily="34" charset="0"/>
        </a:defRPr>
      </a:lvl3pPr>
      <a:lvl4pPr algn="ctr" defTabSz="3135999" rtl="0" eaLnBrk="0" fontAlgn="base" hangingPunct="0">
        <a:spcBef>
          <a:spcPct val="0"/>
        </a:spcBef>
        <a:spcAft>
          <a:spcPct val="0"/>
        </a:spcAft>
        <a:defRPr sz="15201">
          <a:solidFill>
            <a:schemeClr val="tx2"/>
          </a:solidFill>
          <a:latin typeface="Arial" pitchFamily="34" charset="0"/>
        </a:defRPr>
      </a:lvl4pPr>
      <a:lvl5pPr algn="ctr" defTabSz="3135999" rtl="0" eaLnBrk="0" fontAlgn="base" hangingPunct="0">
        <a:spcBef>
          <a:spcPct val="0"/>
        </a:spcBef>
        <a:spcAft>
          <a:spcPct val="0"/>
        </a:spcAft>
        <a:defRPr sz="15201">
          <a:solidFill>
            <a:schemeClr val="tx2"/>
          </a:solidFill>
          <a:latin typeface="Arial" pitchFamily="34" charset="0"/>
        </a:defRPr>
      </a:lvl5pPr>
      <a:lvl6pPr marL="304815" algn="ctr" defTabSz="3135999" rtl="0" fontAlgn="base">
        <a:spcBef>
          <a:spcPct val="0"/>
        </a:spcBef>
        <a:spcAft>
          <a:spcPct val="0"/>
        </a:spcAft>
        <a:defRPr sz="15201">
          <a:solidFill>
            <a:schemeClr val="tx2"/>
          </a:solidFill>
          <a:latin typeface="Arial" pitchFamily="34" charset="0"/>
        </a:defRPr>
      </a:lvl6pPr>
      <a:lvl7pPr marL="609630" algn="ctr" defTabSz="3135999" rtl="0" fontAlgn="base">
        <a:spcBef>
          <a:spcPct val="0"/>
        </a:spcBef>
        <a:spcAft>
          <a:spcPct val="0"/>
        </a:spcAft>
        <a:defRPr sz="15201">
          <a:solidFill>
            <a:schemeClr val="tx2"/>
          </a:solidFill>
          <a:latin typeface="Arial" pitchFamily="34" charset="0"/>
        </a:defRPr>
      </a:lvl7pPr>
      <a:lvl8pPr marL="914446" algn="ctr" defTabSz="3135999" rtl="0" fontAlgn="base">
        <a:spcBef>
          <a:spcPct val="0"/>
        </a:spcBef>
        <a:spcAft>
          <a:spcPct val="0"/>
        </a:spcAft>
        <a:defRPr sz="15201">
          <a:solidFill>
            <a:schemeClr val="tx2"/>
          </a:solidFill>
          <a:latin typeface="Arial" pitchFamily="34" charset="0"/>
        </a:defRPr>
      </a:lvl8pPr>
      <a:lvl9pPr marL="1219261" algn="ctr" defTabSz="3135999" rtl="0" fontAlgn="base">
        <a:spcBef>
          <a:spcPct val="0"/>
        </a:spcBef>
        <a:spcAft>
          <a:spcPct val="0"/>
        </a:spcAft>
        <a:defRPr sz="15201">
          <a:solidFill>
            <a:schemeClr val="tx2"/>
          </a:solidFill>
          <a:latin typeface="Arial" pitchFamily="34" charset="0"/>
        </a:defRPr>
      </a:lvl9pPr>
    </p:titleStyle>
    <p:bodyStyle>
      <a:defPPr>
        <a:defRPr kern="1200"/>
      </a:defPPr>
      <a:lvl1pPr marL="1177984" indent="-1177984" algn="l" defTabSz="3135999" rtl="0" eaLnBrk="0" fontAlgn="base" hangingPunct="0">
        <a:spcBef>
          <a:spcPct val="20000"/>
        </a:spcBef>
        <a:spcAft>
          <a:spcPct val="0"/>
        </a:spcAft>
        <a:buChar char="•"/>
        <a:defRPr sz="10934">
          <a:solidFill>
            <a:schemeClr val="tx1"/>
          </a:solidFill>
          <a:latin typeface="+mn-lt"/>
          <a:ea typeface="+mn-ea"/>
          <a:cs typeface="+mn-cs"/>
        </a:defRPr>
      </a:lvl1pPr>
      <a:lvl2pPr marL="2548594" indent="-981124" algn="l" defTabSz="3135999" rtl="0" eaLnBrk="0" fontAlgn="base" hangingPunct="0">
        <a:spcBef>
          <a:spcPct val="20000"/>
        </a:spcBef>
        <a:spcAft>
          <a:spcPct val="0"/>
        </a:spcAft>
        <a:buChar char="–"/>
        <a:defRPr sz="9600">
          <a:solidFill>
            <a:schemeClr val="tx1"/>
          </a:solidFill>
          <a:latin typeface="+mn-lt"/>
        </a:defRPr>
      </a:lvl2pPr>
      <a:lvl3pPr marL="3920263" indent="-784265" algn="l" defTabSz="3135999" rtl="0" eaLnBrk="0" fontAlgn="base" hangingPunct="0">
        <a:spcBef>
          <a:spcPct val="20000"/>
        </a:spcBef>
        <a:spcAft>
          <a:spcPct val="0"/>
        </a:spcAft>
        <a:buChar char="•"/>
        <a:defRPr sz="8267">
          <a:solidFill>
            <a:schemeClr val="tx1"/>
          </a:solidFill>
          <a:latin typeface="+mn-lt"/>
        </a:defRPr>
      </a:lvl3pPr>
      <a:lvl4pPr marL="5486674" indent="-783206" algn="l" defTabSz="3135999" rtl="0" eaLnBrk="0" fontAlgn="base" hangingPunct="0">
        <a:spcBef>
          <a:spcPct val="20000"/>
        </a:spcBef>
        <a:spcAft>
          <a:spcPct val="0"/>
        </a:spcAft>
        <a:buChar char="–"/>
        <a:defRPr sz="6934">
          <a:solidFill>
            <a:schemeClr val="tx1"/>
          </a:solidFill>
          <a:latin typeface="+mn-lt"/>
        </a:defRPr>
      </a:lvl4pPr>
      <a:lvl5pPr marL="7054145" indent="-784265" algn="l" defTabSz="3135999" rtl="0" eaLnBrk="0" fontAlgn="base" hangingPunct="0">
        <a:spcBef>
          <a:spcPct val="20000"/>
        </a:spcBef>
        <a:spcAft>
          <a:spcPct val="0"/>
        </a:spcAft>
        <a:buChar char="»"/>
        <a:defRPr sz="6934">
          <a:solidFill>
            <a:schemeClr val="tx1"/>
          </a:solidFill>
          <a:latin typeface="+mn-lt"/>
        </a:defRPr>
      </a:lvl5pPr>
      <a:lvl6pPr marL="7358960" indent="-784265" algn="l" defTabSz="3135999" rtl="0" fontAlgn="base">
        <a:spcBef>
          <a:spcPct val="20000"/>
        </a:spcBef>
        <a:spcAft>
          <a:spcPct val="0"/>
        </a:spcAft>
        <a:buChar char="»"/>
        <a:defRPr sz="6934">
          <a:solidFill>
            <a:schemeClr val="tx1"/>
          </a:solidFill>
          <a:latin typeface="+mn-lt"/>
        </a:defRPr>
      </a:lvl6pPr>
      <a:lvl7pPr marL="7663775" indent="-784265" algn="l" defTabSz="3135999" rtl="0" fontAlgn="base">
        <a:spcBef>
          <a:spcPct val="20000"/>
        </a:spcBef>
        <a:spcAft>
          <a:spcPct val="0"/>
        </a:spcAft>
        <a:buChar char="»"/>
        <a:defRPr sz="6934">
          <a:solidFill>
            <a:schemeClr val="tx1"/>
          </a:solidFill>
          <a:latin typeface="+mn-lt"/>
        </a:defRPr>
      </a:lvl7pPr>
      <a:lvl8pPr marL="7968590" indent="-784265" algn="l" defTabSz="3135999" rtl="0" fontAlgn="base">
        <a:spcBef>
          <a:spcPct val="20000"/>
        </a:spcBef>
        <a:spcAft>
          <a:spcPct val="0"/>
        </a:spcAft>
        <a:buChar char="»"/>
        <a:defRPr sz="6934">
          <a:solidFill>
            <a:schemeClr val="tx1"/>
          </a:solidFill>
          <a:latin typeface="+mn-lt"/>
        </a:defRPr>
      </a:lvl8pPr>
      <a:lvl9pPr marL="8273406" indent="-784265" algn="l" defTabSz="3135999" rtl="0" fontAlgn="base">
        <a:spcBef>
          <a:spcPct val="20000"/>
        </a:spcBef>
        <a:spcAft>
          <a:spcPct val="0"/>
        </a:spcAft>
        <a:buChar char="»"/>
        <a:defRPr sz="6934">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381000" y="358470"/>
            <a:ext cx="32156400" cy="4016331"/>
          </a:xfrm>
          <a:prstGeom prst="roundRect">
            <a:avLst/>
          </a:prstGeom>
          <a:solidFill>
            <a:srgbClr val="2A4A70"/>
          </a:solidFill>
          <a:ln>
            <a:noFill/>
          </a:ln>
        </p:spPr>
        <p:txBody>
          <a:bodyPr lIns="137160" tIns="68580" rIns="137160" bIns="68580" anchor="ctr"/>
          <a:lstStyle>
            <a:defPPr>
              <a:defRPr kern="1200"/>
            </a:defPPr>
          </a:lstStyle>
          <a:p>
            <a:pPr algn="ctr" defTabSz="3135999">
              <a:lnSpc>
                <a:spcPct val="90000"/>
              </a:lnSpc>
            </a:pPr>
            <a:endParaRPr lang="en-US" sz="3267" i="1"/>
          </a:p>
        </p:txBody>
      </p:sp>
      <p:sp>
        <p:nvSpPr>
          <p:cNvPr id="17" name="Text Placeholder 5">
            <a:extLst>
              <a:ext uri="{FF2B5EF4-FFF2-40B4-BE49-F238E27FC236}">
                <a16:creationId xmlns:a16="http://schemas.microsoft.com/office/drawing/2014/main" id="{4264D35B-B8F4-4A85-9FEE-EA091C5FF1BF}"/>
              </a:ext>
            </a:extLst>
          </p:cNvPr>
          <p:cNvSpPr txBox="1"/>
          <p:nvPr/>
        </p:nvSpPr>
        <p:spPr>
          <a:xfrm>
            <a:off x="4267200" y="1170769"/>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6600" dirty="0">
                <a:solidFill>
                  <a:schemeClr val="bg1"/>
                </a:solidFill>
                <a:latin typeface="Amaranth" panose="02000503050000020004" pitchFamily="2" charset="0"/>
              </a:rPr>
              <a:t>An unusual case of hydrops gallbladder as a source of sepsis</a:t>
            </a:r>
          </a:p>
        </p:txBody>
      </p:sp>
      <p:sp>
        <p:nvSpPr>
          <p:cNvPr id="18" name="Text Placeholder 5">
            <a:extLst>
              <a:ext uri="{FF2B5EF4-FFF2-40B4-BE49-F238E27FC236}">
                <a16:creationId xmlns:a16="http://schemas.microsoft.com/office/drawing/2014/main" id="{ED235A1B-42BF-4F24-80BC-47A0B3B251F1}"/>
              </a:ext>
            </a:extLst>
          </p:cNvPr>
          <p:cNvSpPr txBox="1"/>
          <p:nvPr/>
        </p:nvSpPr>
        <p:spPr>
          <a:xfrm>
            <a:off x="4241934" y="2640756"/>
            <a:ext cx="24384000" cy="1264192"/>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3700" dirty="0">
                <a:solidFill>
                  <a:schemeClr val="bg1"/>
                </a:solidFill>
                <a:latin typeface="Titillium Web" panose="00000500000000000000" pitchFamily="2" charset="0"/>
                <a:cs typeface="Arial" pitchFamily="34" charset="0"/>
              </a:rPr>
              <a:t>Kevin Yao, MD MPH, Navdeep Gill, MD, Robert </a:t>
            </a:r>
            <a:r>
              <a:rPr lang="en-US" sz="3700" dirty="0" err="1">
                <a:solidFill>
                  <a:schemeClr val="bg1"/>
                </a:solidFill>
                <a:latin typeface="Titillium Web" panose="00000500000000000000" pitchFamily="2" charset="0"/>
                <a:cs typeface="Arial" pitchFamily="34" charset="0"/>
              </a:rPr>
              <a:t>Tevendale</a:t>
            </a:r>
            <a:r>
              <a:rPr lang="en-US" sz="3700" dirty="0">
                <a:solidFill>
                  <a:schemeClr val="bg1"/>
                </a:solidFill>
                <a:latin typeface="Titillium Web" panose="00000500000000000000" pitchFamily="2" charset="0"/>
                <a:cs typeface="Arial" pitchFamily="34" charset="0"/>
              </a:rPr>
              <a:t>, MD</a:t>
            </a:r>
          </a:p>
          <a:p>
            <a:pPr algn="ctr">
              <a:defRPr/>
            </a:pPr>
            <a:r>
              <a:rPr lang="en-US" sz="3700" dirty="0">
                <a:solidFill>
                  <a:schemeClr val="bg1"/>
                </a:solidFill>
                <a:latin typeface="Titillium Web" panose="00000500000000000000" pitchFamily="2" charset="0"/>
                <a:cs typeface="Arial" pitchFamily="34" charset="0"/>
              </a:rPr>
              <a:t>Internal medicine and Family medicine</a:t>
            </a:r>
          </a:p>
        </p:txBody>
      </p:sp>
      <p:sp>
        <p:nvSpPr>
          <p:cNvPr id="19" name="TextBox 19">
            <a:extLst>
              <a:ext uri="{FF2B5EF4-FFF2-40B4-BE49-F238E27FC236}">
                <a16:creationId xmlns:a16="http://schemas.microsoft.com/office/drawing/2014/main" id="{B259D497-80B4-4EAC-8538-8496595AAFC2}"/>
              </a:ext>
            </a:extLst>
          </p:cNvPr>
          <p:cNvSpPr txBox="1">
            <a:spLocks noChangeArrowheads="1"/>
          </p:cNvSpPr>
          <p:nvPr/>
        </p:nvSpPr>
        <p:spPr bwMode="auto">
          <a:xfrm>
            <a:off x="660133" y="5959743"/>
            <a:ext cx="7404434" cy="577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600" dirty="0">
                <a:latin typeface="Titillium Web" panose="00000500000000000000" pitchFamily="2" charset="0"/>
                <a:cs typeface="Arial" pitchFamily="34" charset="0"/>
              </a:rPr>
              <a:t>A 70 year old female with PMH paroxysmal atrial fibrillation, heart block, HTN, HLD, obesity, who presented to the ED after 3 days of rhinorrhea, chills, 2 episodes of fevers, nausea/vomiting, myalgias. Initially denied chest pain, abdominal pain, RUQ pain, or diarrhea. In the ED, workup found leukocytosis of 21.2k, lactate of 3.0, ESR 83, and was admitted for suspicions of sepsis which was initially thought to be pneumonia due to findings of interstitial opacities on CXR. She was started on cefepime 1g IV in the ED and upgraded to the FM team who switched to levofloxacin 750mg under same initial suspicions. </a:t>
            </a:r>
          </a:p>
        </p:txBody>
      </p:sp>
      <p:sp>
        <p:nvSpPr>
          <p:cNvPr id="21" name="TextBox 19">
            <a:extLst>
              <a:ext uri="{FF2B5EF4-FFF2-40B4-BE49-F238E27FC236}">
                <a16:creationId xmlns:a16="http://schemas.microsoft.com/office/drawing/2014/main" id="{DCB5B9DC-AFC8-48DD-8E5A-79F4EB3B3EE2}"/>
              </a:ext>
            </a:extLst>
          </p:cNvPr>
          <p:cNvSpPr txBox="1">
            <a:spLocks noChangeArrowheads="1"/>
          </p:cNvSpPr>
          <p:nvPr/>
        </p:nvSpPr>
        <p:spPr bwMode="auto">
          <a:xfrm>
            <a:off x="8956056" y="12431982"/>
            <a:ext cx="13373300" cy="458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Ultrasound abdomen showing cholelithiasis without cholecystitis, and patency of CBD</a:t>
            </a:r>
          </a:p>
        </p:txBody>
      </p:sp>
      <p:sp>
        <p:nvSpPr>
          <p:cNvPr id="25" name="TextBox 19">
            <a:extLst>
              <a:ext uri="{FF2B5EF4-FFF2-40B4-BE49-F238E27FC236}">
                <a16:creationId xmlns:a16="http://schemas.microsoft.com/office/drawing/2014/main" id="{D6F48894-7BDB-43BE-B25A-3CBBFD463C85}"/>
              </a:ext>
            </a:extLst>
          </p:cNvPr>
          <p:cNvSpPr txBox="1">
            <a:spLocks noChangeArrowheads="1"/>
          </p:cNvSpPr>
          <p:nvPr/>
        </p:nvSpPr>
        <p:spPr bwMode="auto">
          <a:xfrm>
            <a:off x="24853833" y="5959743"/>
            <a:ext cx="7404434" cy="736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400" dirty="0">
                <a:latin typeface="Titillium Web" panose="00000500000000000000" pitchFamily="2" charset="0"/>
                <a:cs typeface="Arial" pitchFamily="34" charset="0"/>
              </a:rPr>
              <a:t>Hydrops gallbladder:</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Rare condition due to obstruction of cystic duct without stones or congenital malformations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Usually in children</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Increasing prevalence in all populations including adults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Mimics other abdominal presentations </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Often due to or associated with other conditions like infections, systemic or inflammatory diseases, but were primarily studied in pediatric populations in the 90s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Typically presents with expected gallbladder-related symptoms such as RUQ  abdominal pain, nausea/vomiting, bloating, labs with cholestatic pattern, </a:t>
            </a:r>
            <a:r>
              <a:rPr lang="en-US" sz="2400" dirty="0" err="1">
                <a:latin typeface="Titillium Web" panose="00000500000000000000" pitchFamily="2" charset="0"/>
                <a:cs typeface="Arial" pitchFamily="34" charset="0"/>
              </a:rPr>
              <a:t>etc</a:t>
            </a:r>
            <a:endParaRPr lang="en-US" sz="2400" dirty="0">
              <a:latin typeface="Titillium Web" panose="00000500000000000000" pitchFamily="2" charset="0"/>
              <a:cs typeface="Arial" pitchFamily="34" charset="0"/>
            </a:endParaRP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Often assumed typical gallstones until after surgery</a:t>
            </a:r>
          </a:p>
          <a:p>
            <a:pPr marL="285750" indent="-285750" algn="just">
              <a:lnSpc>
                <a:spcPct val="110000"/>
              </a:lnSpc>
              <a:buFont typeface="Arial" panose="020B0604020202020204" pitchFamily="34" charset="0"/>
              <a:buChar char="•"/>
            </a:pPr>
            <a:endParaRPr lang="en-US" sz="2400" dirty="0">
              <a:latin typeface="Titillium Web" panose="00000500000000000000" pitchFamily="2" charset="0"/>
              <a:cs typeface="Arial" pitchFamily="34" charset="0"/>
            </a:endParaRPr>
          </a:p>
          <a:p>
            <a:pPr algn="just">
              <a:lnSpc>
                <a:spcPct val="110000"/>
              </a:lnSpc>
            </a:pPr>
            <a:endParaRPr lang="en-US" sz="2400" dirty="0">
              <a:latin typeface="Titillium Web" panose="00000500000000000000" pitchFamily="2" charset="0"/>
              <a:cs typeface="Arial" pitchFamily="34" charset="0"/>
            </a:endParaRPr>
          </a:p>
        </p:txBody>
      </p:sp>
      <p:sp>
        <p:nvSpPr>
          <p:cNvPr id="29" name="TextBox 19">
            <a:extLst>
              <a:ext uri="{FF2B5EF4-FFF2-40B4-BE49-F238E27FC236}">
                <a16:creationId xmlns:a16="http://schemas.microsoft.com/office/drawing/2014/main" id="{61C38A20-F85F-4744-B6CC-BB3A40663090}"/>
              </a:ext>
            </a:extLst>
          </p:cNvPr>
          <p:cNvSpPr txBox="1">
            <a:spLocks noChangeArrowheads="1"/>
          </p:cNvSpPr>
          <p:nvPr/>
        </p:nvSpPr>
        <p:spPr bwMode="auto">
          <a:xfrm>
            <a:off x="24853833" y="14282861"/>
            <a:ext cx="7404434" cy="4114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400" dirty="0">
                <a:latin typeface="Titillium Web" panose="00000500000000000000" pitchFamily="2" charset="0"/>
                <a:cs typeface="Arial" pitchFamily="34" charset="0"/>
              </a:rPr>
              <a:t>This case:</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Did not present with typical expected symptoms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Had negative or indeterminate imaging </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Without any indication that the cholelithiasis was a source of infection except for blood culture.</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Does not align with prior cases published detailing incidence in adults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Highlights the importance of understanding sources of various bacteria in narrowing origins of sepsis</a:t>
            </a:r>
          </a:p>
          <a:p>
            <a:pPr algn="just">
              <a:lnSpc>
                <a:spcPct val="110000"/>
              </a:lnSpc>
            </a:pPr>
            <a:endParaRPr lang="en-US" sz="2400" dirty="0">
              <a:latin typeface="Titillium Web" panose="00000500000000000000" pitchFamily="2" charset="0"/>
              <a:cs typeface="Arial" pitchFamily="34" charset="0"/>
            </a:endParaRPr>
          </a:p>
        </p:txBody>
      </p:sp>
      <p:grpSp>
        <p:nvGrpSpPr>
          <p:cNvPr id="3" name="Group 2">
            <a:extLst>
              <a:ext uri="{FF2B5EF4-FFF2-40B4-BE49-F238E27FC236}">
                <a16:creationId xmlns:a16="http://schemas.microsoft.com/office/drawing/2014/main" id="{8C354B11-DCEC-40C7-A41E-85119B81BDE3}"/>
              </a:ext>
            </a:extLst>
          </p:cNvPr>
          <p:cNvGrpSpPr/>
          <p:nvPr/>
        </p:nvGrpSpPr>
        <p:grpSpPr>
          <a:xfrm>
            <a:off x="24853833" y="13532071"/>
            <a:ext cx="2371456" cy="461665"/>
            <a:chOff x="21945600" y="19087283"/>
            <a:chExt cx="3557185" cy="692498"/>
          </a:xfrm>
        </p:grpSpPr>
        <p:sp>
          <p:nvSpPr>
            <p:cNvPr id="39" name="TextBox 38">
              <a:extLst>
                <a:ext uri="{FF2B5EF4-FFF2-40B4-BE49-F238E27FC236}">
                  <a16:creationId xmlns:a16="http://schemas.microsoft.com/office/drawing/2014/main" id="{CD78A31B-3E41-4A83-94E1-8D455D061FD9}"/>
                </a:ext>
              </a:extLst>
            </p:cNvPr>
            <p:cNvSpPr txBox="1"/>
            <p:nvPr/>
          </p:nvSpPr>
          <p:spPr>
            <a:xfrm>
              <a:off x="22402800" y="19087283"/>
              <a:ext cx="3099985"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A33B3B"/>
                  </a:solidFill>
                  <a:latin typeface="Amaranth" panose="02000503050000020004" pitchFamily="2" charset="0"/>
                </a:rPr>
                <a:t>CONCLUSION</a:t>
              </a:r>
            </a:p>
          </p:txBody>
        </p:sp>
        <p:sp>
          <p:nvSpPr>
            <p:cNvPr id="2" name="Rectangle 1">
              <a:extLst>
                <a:ext uri="{FF2B5EF4-FFF2-40B4-BE49-F238E27FC236}">
                  <a16:creationId xmlns:a16="http://schemas.microsoft.com/office/drawing/2014/main" id="{09B14B9E-7604-4C9B-B7A6-C71BF8AE4D20}"/>
                </a:ext>
              </a:extLst>
            </p:cNvPr>
            <p:cNvSpPr/>
            <p:nvPr/>
          </p:nvSpPr>
          <p:spPr bwMode="auto">
            <a:xfrm>
              <a:off x="21945600" y="19087283"/>
              <a:ext cx="457200" cy="646331"/>
            </a:xfrm>
            <a:prstGeom prst="rect">
              <a:avLst/>
            </a:prstGeom>
            <a:solidFill>
              <a:srgbClr val="A33B3B"/>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9" name="Group 8">
            <a:extLst>
              <a:ext uri="{FF2B5EF4-FFF2-40B4-BE49-F238E27FC236}">
                <a16:creationId xmlns:a16="http://schemas.microsoft.com/office/drawing/2014/main" id="{0561C63D-3456-44FF-9A8C-C609A9A97121}"/>
              </a:ext>
            </a:extLst>
          </p:cNvPr>
          <p:cNvGrpSpPr/>
          <p:nvPr/>
        </p:nvGrpSpPr>
        <p:grpSpPr>
          <a:xfrm>
            <a:off x="24982189" y="18799328"/>
            <a:ext cx="2078362" cy="461665"/>
            <a:chOff x="32576216" y="24123258"/>
            <a:chExt cx="3117543" cy="692498"/>
          </a:xfrm>
        </p:grpSpPr>
        <p:sp>
          <p:nvSpPr>
            <p:cNvPr id="41" name="TextBox 40">
              <a:extLst>
                <a:ext uri="{FF2B5EF4-FFF2-40B4-BE49-F238E27FC236}">
                  <a16:creationId xmlns:a16="http://schemas.microsoft.com/office/drawing/2014/main" id="{5682A469-0F6C-4CD1-861C-F6138AA1CFF5}"/>
                </a:ext>
              </a:extLst>
            </p:cNvPr>
            <p:cNvSpPr txBox="1"/>
            <p:nvPr/>
          </p:nvSpPr>
          <p:spPr>
            <a:xfrm>
              <a:off x="33033416" y="24123258"/>
              <a:ext cx="2660343"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chemeClr val="bg1">
                      <a:lumMod val="50000"/>
                    </a:schemeClr>
                  </a:solidFill>
                  <a:latin typeface="Amaranth" panose="02000503050000020004" pitchFamily="2" charset="0"/>
                </a:rPr>
                <a:t>References</a:t>
              </a:r>
            </a:p>
          </p:txBody>
        </p:sp>
        <p:sp>
          <p:nvSpPr>
            <p:cNvPr id="22" name="Rectangle 21">
              <a:extLst>
                <a:ext uri="{FF2B5EF4-FFF2-40B4-BE49-F238E27FC236}">
                  <a16:creationId xmlns:a16="http://schemas.microsoft.com/office/drawing/2014/main" id="{153DC2BF-8F6E-4CFF-A885-3D8323D2B705}"/>
                </a:ext>
              </a:extLst>
            </p:cNvPr>
            <p:cNvSpPr/>
            <p:nvPr/>
          </p:nvSpPr>
          <p:spPr bwMode="auto">
            <a:xfrm>
              <a:off x="32576216" y="24125186"/>
              <a:ext cx="457200" cy="646331"/>
            </a:xfrm>
            <a:prstGeom prst="rect">
              <a:avLst/>
            </a:prstGeom>
            <a:solidFill>
              <a:srgbClr val="7F7F7F"/>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4" name="Group 3">
            <a:extLst>
              <a:ext uri="{FF2B5EF4-FFF2-40B4-BE49-F238E27FC236}">
                <a16:creationId xmlns:a16="http://schemas.microsoft.com/office/drawing/2014/main" id="{69DA6868-859E-4342-976E-822157DE2D15}"/>
              </a:ext>
            </a:extLst>
          </p:cNvPr>
          <p:cNvGrpSpPr/>
          <p:nvPr/>
        </p:nvGrpSpPr>
        <p:grpSpPr>
          <a:xfrm>
            <a:off x="660133" y="5290828"/>
            <a:ext cx="2264296" cy="461666"/>
            <a:chOff x="619432" y="7936247"/>
            <a:chExt cx="3396441" cy="692500"/>
          </a:xfrm>
        </p:grpSpPr>
        <p:sp>
          <p:nvSpPr>
            <p:cNvPr id="35" name="TextBox 34">
              <a:extLst>
                <a:ext uri="{FF2B5EF4-FFF2-40B4-BE49-F238E27FC236}">
                  <a16:creationId xmlns:a16="http://schemas.microsoft.com/office/drawing/2014/main" id="{17220CD8-CD1F-4561-B6F6-872F8B351FDE}"/>
                </a:ext>
              </a:extLst>
            </p:cNvPr>
            <p:cNvSpPr txBox="1"/>
            <p:nvPr/>
          </p:nvSpPr>
          <p:spPr>
            <a:xfrm>
              <a:off x="1066799" y="7936249"/>
              <a:ext cx="2949074"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E4D99"/>
                  </a:solidFill>
                  <a:latin typeface="Amaranth" panose="02000503050000020004" pitchFamily="2" charset="0"/>
                </a:rPr>
                <a:t>Introduction</a:t>
              </a:r>
            </a:p>
          </p:txBody>
        </p:sp>
        <p:sp>
          <p:nvSpPr>
            <p:cNvPr id="24" name="Rectangle 23">
              <a:extLst>
                <a:ext uri="{FF2B5EF4-FFF2-40B4-BE49-F238E27FC236}">
                  <a16:creationId xmlns:a16="http://schemas.microsoft.com/office/drawing/2014/main" id="{269B7A80-A037-4811-AA81-3FB99CEB6B45}"/>
                </a:ext>
              </a:extLst>
            </p:cNvPr>
            <p:cNvSpPr/>
            <p:nvPr/>
          </p:nvSpPr>
          <p:spPr bwMode="auto">
            <a:xfrm>
              <a:off x="619432" y="7936247"/>
              <a:ext cx="457200" cy="646331"/>
            </a:xfrm>
            <a:prstGeom prst="rect">
              <a:avLst/>
            </a:prstGeom>
            <a:solidFill>
              <a:srgbClr val="6E4D99"/>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5" name="Group 4">
            <a:extLst>
              <a:ext uri="{FF2B5EF4-FFF2-40B4-BE49-F238E27FC236}">
                <a16:creationId xmlns:a16="http://schemas.microsoft.com/office/drawing/2014/main" id="{628E0EA1-F584-4FE4-81F7-2DFD4FB88DA2}"/>
              </a:ext>
            </a:extLst>
          </p:cNvPr>
          <p:cNvGrpSpPr/>
          <p:nvPr/>
        </p:nvGrpSpPr>
        <p:grpSpPr>
          <a:xfrm>
            <a:off x="8724700" y="5290828"/>
            <a:ext cx="3356661" cy="461665"/>
            <a:chOff x="11309555" y="7936248"/>
            <a:chExt cx="5034992" cy="692498"/>
          </a:xfrm>
        </p:grpSpPr>
        <p:sp>
          <p:nvSpPr>
            <p:cNvPr id="36" name="TextBox 35">
              <a:extLst>
                <a:ext uri="{FF2B5EF4-FFF2-40B4-BE49-F238E27FC236}">
                  <a16:creationId xmlns:a16="http://schemas.microsoft.com/office/drawing/2014/main" id="{F9744332-409D-4E13-8004-F1FC2BA8831D}"/>
                </a:ext>
              </a:extLst>
            </p:cNvPr>
            <p:cNvSpPr txBox="1"/>
            <p:nvPr/>
          </p:nvSpPr>
          <p:spPr>
            <a:xfrm>
              <a:off x="11766755" y="7936248"/>
              <a:ext cx="4577792"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79955"/>
                  </a:solidFill>
                  <a:latin typeface="Amaranth" panose="02000503050000020004" pitchFamily="2" charset="0"/>
                </a:rPr>
                <a:t>Findings and Results</a:t>
              </a:r>
            </a:p>
          </p:txBody>
        </p:sp>
        <p:sp>
          <p:nvSpPr>
            <p:cNvPr id="26" name="Rectangle 25">
              <a:extLst>
                <a:ext uri="{FF2B5EF4-FFF2-40B4-BE49-F238E27FC236}">
                  <a16:creationId xmlns:a16="http://schemas.microsoft.com/office/drawing/2014/main" id="{C2540629-E07F-4524-B7B0-8AD50B9CA383}"/>
                </a:ext>
              </a:extLst>
            </p:cNvPr>
            <p:cNvSpPr/>
            <p:nvPr/>
          </p:nvSpPr>
          <p:spPr bwMode="auto">
            <a:xfrm>
              <a:off x="11309555" y="7936564"/>
              <a:ext cx="457200" cy="646331"/>
            </a:xfrm>
            <a:prstGeom prst="rect">
              <a:avLst/>
            </a:prstGeom>
            <a:solidFill>
              <a:srgbClr val="679955"/>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7" name="Group 6">
            <a:extLst>
              <a:ext uri="{FF2B5EF4-FFF2-40B4-BE49-F238E27FC236}">
                <a16:creationId xmlns:a16="http://schemas.microsoft.com/office/drawing/2014/main" id="{1BB9306F-3280-4FFD-A286-DCBADFD49E3F}"/>
              </a:ext>
            </a:extLst>
          </p:cNvPr>
          <p:cNvGrpSpPr/>
          <p:nvPr/>
        </p:nvGrpSpPr>
        <p:grpSpPr>
          <a:xfrm>
            <a:off x="24853834" y="5290828"/>
            <a:ext cx="2030272" cy="461666"/>
            <a:chOff x="32576216" y="7936247"/>
            <a:chExt cx="3045408" cy="692500"/>
          </a:xfrm>
        </p:grpSpPr>
        <p:sp>
          <p:nvSpPr>
            <p:cNvPr id="40" name="TextBox 39">
              <a:extLst>
                <a:ext uri="{FF2B5EF4-FFF2-40B4-BE49-F238E27FC236}">
                  <a16:creationId xmlns:a16="http://schemas.microsoft.com/office/drawing/2014/main" id="{9486D635-9884-427F-9A27-F0D207FACB9C}"/>
                </a:ext>
              </a:extLst>
            </p:cNvPr>
            <p:cNvSpPr txBox="1"/>
            <p:nvPr/>
          </p:nvSpPr>
          <p:spPr>
            <a:xfrm>
              <a:off x="33033416" y="7936249"/>
              <a:ext cx="2588208"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E4D99"/>
                  </a:solidFill>
                  <a:latin typeface="Amaranth" panose="02000503050000020004" pitchFamily="2" charset="0"/>
                </a:rPr>
                <a:t>Discussion</a:t>
              </a:r>
            </a:p>
          </p:txBody>
        </p:sp>
        <p:sp>
          <p:nvSpPr>
            <p:cNvPr id="30" name="Rectangle 29">
              <a:extLst>
                <a:ext uri="{FF2B5EF4-FFF2-40B4-BE49-F238E27FC236}">
                  <a16:creationId xmlns:a16="http://schemas.microsoft.com/office/drawing/2014/main" id="{99702F2A-8E0E-4D1A-A866-FC61F70C5522}"/>
                </a:ext>
              </a:extLst>
            </p:cNvPr>
            <p:cNvSpPr/>
            <p:nvPr/>
          </p:nvSpPr>
          <p:spPr bwMode="auto">
            <a:xfrm>
              <a:off x="32576216" y="7936247"/>
              <a:ext cx="457200" cy="646331"/>
            </a:xfrm>
            <a:prstGeom prst="rect">
              <a:avLst/>
            </a:prstGeom>
            <a:solidFill>
              <a:srgbClr val="6E4D99"/>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pic>
        <p:nvPicPr>
          <p:cNvPr id="11" name="Picture 10">
            <a:extLst>
              <a:ext uri="{FF2B5EF4-FFF2-40B4-BE49-F238E27FC236}">
                <a16:creationId xmlns:a16="http://schemas.microsoft.com/office/drawing/2014/main" id="{EC199F05-2811-4ECE-7796-0FED5ADB9735}"/>
              </a:ext>
            </a:extLst>
          </p:cNvPr>
          <p:cNvPicPr>
            <a:picLocks noChangeAspect="1"/>
          </p:cNvPicPr>
          <p:nvPr/>
        </p:nvPicPr>
        <p:blipFill>
          <a:blip r:embed="rId2"/>
          <a:stretch>
            <a:fillRect/>
          </a:stretch>
        </p:blipFill>
        <p:spPr>
          <a:xfrm>
            <a:off x="8724700" y="13224284"/>
            <a:ext cx="8150396" cy="6127190"/>
          </a:xfrm>
          <a:prstGeom prst="rect">
            <a:avLst/>
          </a:prstGeom>
        </p:spPr>
      </p:pic>
      <p:grpSp>
        <p:nvGrpSpPr>
          <p:cNvPr id="8" name="Group 7">
            <a:extLst>
              <a:ext uri="{FF2B5EF4-FFF2-40B4-BE49-F238E27FC236}">
                <a16:creationId xmlns:a16="http://schemas.microsoft.com/office/drawing/2014/main" id="{F8F42139-D515-07CE-ADD9-A86ABAF7CAC4}"/>
              </a:ext>
            </a:extLst>
          </p:cNvPr>
          <p:cNvGrpSpPr/>
          <p:nvPr/>
        </p:nvGrpSpPr>
        <p:grpSpPr>
          <a:xfrm>
            <a:off x="8724700" y="6015932"/>
            <a:ext cx="15039234" cy="6136034"/>
            <a:chOff x="8724700" y="6522964"/>
            <a:chExt cx="12382700" cy="4429833"/>
          </a:xfrm>
        </p:grpSpPr>
        <p:pic>
          <p:nvPicPr>
            <p:cNvPr id="13" name="Picture 12">
              <a:extLst>
                <a:ext uri="{FF2B5EF4-FFF2-40B4-BE49-F238E27FC236}">
                  <a16:creationId xmlns:a16="http://schemas.microsoft.com/office/drawing/2014/main" id="{76FA2CFB-2AA7-E2AD-C789-799A5D81AB47}"/>
                </a:ext>
              </a:extLst>
            </p:cNvPr>
            <p:cNvPicPr>
              <a:picLocks noChangeAspect="1"/>
            </p:cNvPicPr>
            <p:nvPr/>
          </p:nvPicPr>
          <p:blipFill>
            <a:blip r:embed="rId3"/>
            <a:stretch>
              <a:fillRect/>
            </a:stretch>
          </p:blipFill>
          <p:spPr>
            <a:xfrm>
              <a:off x="8724700" y="6522964"/>
              <a:ext cx="6056845" cy="4429515"/>
            </a:xfrm>
            <a:prstGeom prst="rect">
              <a:avLst/>
            </a:prstGeom>
          </p:spPr>
        </p:pic>
        <p:pic>
          <p:nvPicPr>
            <p:cNvPr id="15" name="Picture 14">
              <a:extLst>
                <a:ext uri="{FF2B5EF4-FFF2-40B4-BE49-F238E27FC236}">
                  <a16:creationId xmlns:a16="http://schemas.microsoft.com/office/drawing/2014/main" id="{7170BE3C-A4F5-E805-3446-35AB7B7453E6}"/>
                </a:ext>
              </a:extLst>
            </p:cNvPr>
            <p:cNvPicPr>
              <a:picLocks noChangeAspect="1"/>
            </p:cNvPicPr>
            <p:nvPr/>
          </p:nvPicPr>
          <p:blipFill>
            <a:blip r:embed="rId4"/>
            <a:stretch>
              <a:fillRect/>
            </a:stretch>
          </p:blipFill>
          <p:spPr>
            <a:xfrm>
              <a:off x="15087860" y="6535664"/>
              <a:ext cx="6019540" cy="4417133"/>
            </a:xfrm>
            <a:prstGeom prst="rect">
              <a:avLst/>
            </a:prstGeom>
          </p:spPr>
        </p:pic>
      </p:grpSp>
      <p:pic>
        <p:nvPicPr>
          <p:cNvPr id="20" name="Picture 19">
            <a:extLst>
              <a:ext uri="{FF2B5EF4-FFF2-40B4-BE49-F238E27FC236}">
                <a16:creationId xmlns:a16="http://schemas.microsoft.com/office/drawing/2014/main" id="{DB22AD2A-9315-35A4-AC17-990EF34FCF53}"/>
              </a:ext>
            </a:extLst>
          </p:cNvPr>
          <p:cNvPicPr>
            <a:picLocks noChangeAspect="1"/>
          </p:cNvPicPr>
          <p:nvPr/>
        </p:nvPicPr>
        <p:blipFill>
          <a:blip r:embed="rId5"/>
          <a:stretch>
            <a:fillRect/>
          </a:stretch>
        </p:blipFill>
        <p:spPr>
          <a:xfrm>
            <a:off x="17401755" y="13224285"/>
            <a:ext cx="6307749" cy="5977418"/>
          </a:xfrm>
          <a:prstGeom prst="rect">
            <a:avLst/>
          </a:prstGeom>
        </p:spPr>
      </p:pic>
      <p:sp>
        <p:nvSpPr>
          <p:cNvPr id="33" name="TextBox 19">
            <a:extLst>
              <a:ext uri="{FF2B5EF4-FFF2-40B4-BE49-F238E27FC236}">
                <a16:creationId xmlns:a16="http://schemas.microsoft.com/office/drawing/2014/main" id="{E54EC691-2A98-194A-8184-B0A2070180F3}"/>
              </a:ext>
            </a:extLst>
          </p:cNvPr>
          <p:cNvSpPr txBox="1">
            <a:spLocks noChangeArrowheads="1"/>
          </p:cNvSpPr>
          <p:nvPr/>
        </p:nvSpPr>
        <p:spPr bwMode="auto">
          <a:xfrm>
            <a:off x="17686914" y="19323549"/>
            <a:ext cx="5842818" cy="86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HIDA scan showing poor visualization of gallbladder but patent CBD</a:t>
            </a:r>
          </a:p>
        </p:txBody>
      </p:sp>
      <p:sp>
        <p:nvSpPr>
          <p:cNvPr id="34" name="TextBox 19">
            <a:extLst>
              <a:ext uri="{FF2B5EF4-FFF2-40B4-BE49-F238E27FC236}">
                <a16:creationId xmlns:a16="http://schemas.microsoft.com/office/drawing/2014/main" id="{81D5206D-A1BC-53C0-2736-1D4D50CB1DA4}"/>
              </a:ext>
            </a:extLst>
          </p:cNvPr>
          <p:cNvSpPr txBox="1">
            <a:spLocks noChangeArrowheads="1"/>
          </p:cNvSpPr>
          <p:nvPr/>
        </p:nvSpPr>
        <p:spPr bwMode="auto">
          <a:xfrm>
            <a:off x="9029500" y="19594593"/>
            <a:ext cx="7404434" cy="458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Images post laparoscopy, with two mucocele seen </a:t>
            </a:r>
          </a:p>
        </p:txBody>
      </p:sp>
      <p:grpSp>
        <p:nvGrpSpPr>
          <p:cNvPr id="42" name="Group 41">
            <a:extLst>
              <a:ext uri="{FF2B5EF4-FFF2-40B4-BE49-F238E27FC236}">
                <a16:creationId xmlns:a16="http://schemas.microsoft.com/office/drawing/2014/main" id="{9BA81F74-3526-8334-38F4-C9EE5C951EBD}"/>
              </a:ext>
            </a:extLst>
          </p:cNvPr>
          <p:cNvGrpSpPr/>
          <p:nvPr/>
        </p:nvGrpSpPr>
        <p:grpSpPr>
          <a:xfrm>
            <a:off x="700350" y="12146904"/>
            <a:ext cx="2227827" cy="461665"/>
            <a:chOff x="619433" y="19087282"/>
            <a:chExt cx="3341740" cy="692497"/>
          </a:xfrm>
        </p:grpSpPr>
        <p:sp>
          <p:nvSpPr>
            <p:cNvPr id="43" name="TextBox 42">
              <a:extLst>
                <a:ext uri="{FF2B5EF4-FFF2-40B4-BE49-F238E27FC236}">
                  <a16:creationId xmlns:a16="http://schemas.microsoft.com/office/drawing/2014/main" id="{87716ACD-ABBE-4CF3-BF61-13E4FB1D97CB}"/>
                </a:ext>
              </a:extLst>
            </p:cNvPr>
            <p:cNvSpPr txBox="1"/>
            <p:nvPr/>
          </p:nvSpPr>
          <p:spPr>
            <a:xfrm>
              <a:off x="1076632" y="19087282"/>
              <a:ext cx="2884541" cy="692497"/>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A33B3B"/>
                  </a:solidFill>
                  <a:latin typeface="Amaranth" panose="02000503050000020004" pitchFamily="2" charset="0"/>
                </a:rPr>
                <a:t>Background</a:t>
              </a:r>
            </a:p>
          </p:txBody>
        </p:sp>
        <p:sp>
          <p:nvSpPr>
            <p:cNvPr id="44" name="Rectangle 43">
              <a:extLst>
                <a:ext uri="{FF2B5EF4-FFF2-40B4-BE49-F238E27FC236}">
                  <a16:creationId xmlns:a16="http://schemas.microsoft.com/office/drawing/2014/main" id="{41E59F26-50F8-28B8-21CD-9BA7853C4809}"/>
                </a:ext>
              </a:extLst>
            </p:cNvPr>
            <p:cNvSpPr/>
            <p:nvPr/>
          </p:nvSpPr>
          <p:spPr bwMode="auto">
            <a:xfrm>
              <a:off x="619433" y="19087911"/>
              <a:ext cx="457200" cy="646332"/>
            </a:xfrm>
            <a:prstGeom prst="rect">
              <a:avLst/>
            </a:prstGeom>
            <a:solidFill>
              <a:srgbClr val="A33B3B"/>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sp>
        <p:nvSpPr>
          <p:cNvPr id="45" name="TextBox 19">
            <a:extLst>
              <a:ext uri="{FF2B5EF4-FFF2-40B4-BE49-F238E27FC236}">
                <a16:creationId xmlns:a16="http://schemas.microsoft.com/office/drawing/2014/main" id="{ED2B72B4-FDE3-A5EB-8C49-6CB86872E563}"/>
              </a:ext>
            </a:extLst>
          </p:cNvPr>
          <p:cNvSpPr txBox="1">
            <a:spLocks noChangeArrowheads="1"/>
          </p:cNvSpPr>
          <p:nvPr/>
        </p:nvSpPr>
        <p:spPr bwMode="auto">
          <a:xfrm>
            <a:off x="564983" y="12890555"/>
            <a:ext cx="7404434" cy="841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600" dirty="0">
                <a:latin typeface="Titillium Web" panose="00000500000000000000" pitchFamily="2" charset="0"/>
                <a:cs typeface="Arial" pitchFamily="34" charset="0"/>
              </a:rPr>
              <a:t>Later in the admission, blood cultures grew MDRO ESBL E coli of unknown source as this is atypical of infections of lung. ID was consulted, and as this is a typical intraabdominal pathogen, abdominal workup was initiated including abdominal ultrasound and HIDA scan. Source was narrowed to suspected gallbladder as she also had mild right flank pain, and negative UA ruled out UTI. However, US was negative for cholecystitis but showed cholelithiasis and HIDA was indeterminate due to poor visualization with patent CBD, but antibiotics were changed again to cover intra-abdominal pathogens with ceftriaxone 2g, and pt underwent robotic laparoscopic cholecystectomy on recommendation of ID.</a:t>
            </a:r>
          </a:p>
          <a:p>
            <a:pPr>
              <a:lnSpc>
                <a:spcPct val="110000"/>
              </a:lnSpc>
            </a:pPr>
            <a:endParaRPr lang="en-US" sz="2600" dirty="0">
              <a:latin typeface="Titillium Web" panose="00000500000000000000" pitchFamily="2" charset="0"/>
              <a:cs typeface="Arial" pitchFamily="34" charset="0"/>
            </a:endParaRPr>
          </a:p>
          <a:p>
            <a:pPr>
              <a:lnSpc>
                <a:spcPct val="110000"/>
              </a:lnSpc>
            </a:pPr>
            <a:r>
              <a:rPr lang="en-US" sz="2600" dirty="0">
                <a:latin typeface="Titillium Web" panose="00000500000000000000" pitchFamily="2" charset="0"/>
                <a:cs typeface="Arial" pitchFamily="34" charset="0"/>
              </a:rPr>
              <a:t>Surgery team reached out to primary and ID teams with findings and a picture of the hydrops gallbladder. </a:t>
            </a:r>
          </a:p>
        </p:txBody>
      </p:sp>
      <p:pic>
        <p:nvPicPr>
          <p:cNvPr id="47" name="Picture 46">
            <a:extLst>
              <a:ext uri="{FF2B5EF4-FFF2-40B4-BE49-F238E27FC236}">
                <a16:creationId xmlns:a16="http://schemas.microsoft.com/office/drawing/2014/main" id="{AB92E275-1086-3801-87A9-551E2D60F509}"/>
              </a:ext>
            </a:extLst>
          </p:cNvPr>
          <p:cNvPicPr>
            <a:picLocks noChangeAspect="1"/>
          </p:cNvPicPr>
          <p:nvPr/>
        </p:nvPicPr>
        <p:blipFill>
          <a:blip r:embed="rId6"/>
          <a:stretch>
            <a:fillRect/>
          </a:stretch>
        </p:blipFill>
        <p:spPr>
          <a:xfrm>
            <a:off x="27939256" y="18733444"/>
            <a:ext cx="2235944" cy="2235944"/>
          </a:xfrm>
          <a:prstGeom prst="rect">
            <a:avLst/>
          </a:prstGeom>
        </p:spPr>
      </p:pic>
      <p:pic>
        <p:nvPicPr>
          <p:cNvPr id="2051" name="Picture 2050" descr="55C.png"/>
          <p:cNvPicPr>
            <a:picLocks noChangeAspect="1"/>
          </p:cNvPicPr>
          <p:nvPr/>
        </p:nvPicPr>
        <p:blipFill>
          <a:blip r:embed="rId7"/>
          <a:stretch>
            <a:fillRect/>
          </a:stretch>
        </p:blipFill>
        <p:spPr>
          <a:xfrm>
            <a:off x="29279088" y="762000"/>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debatingdenim|08-2022"/>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305</TotalTime>
  <Words>470</Words>
  <Application>Microsoft Macintosh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Amaranth</vt:lpstr>
      <vt:lpstr>Titillium Web</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38</cp:revision>
  <dcterms:modified xsi:type="dcterms:W3CDTF">2025-05-03T18:19:11Z</dcterms:modified>
  <cp:category>templates for scientific poster</cp:category>
</cp:coreProperties>
</file>