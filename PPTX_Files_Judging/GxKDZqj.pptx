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p:sldMasterIdLst>
    <p:sldMasterId id="2147483648" r:id="rId1"/>
  </p:sldMasterIdLst>
  <p:notesMasterIdLst>
    <p:notesMasterId r:id="rId3"/>
  </p:notesMasterIdLst>
  <p:handoutMasterIdLst>
    <p:handoutMasterId r:id="rId4"/>
  </p:handoutMasterIdLst>
  <p:sldIdLst>
    <p:sldId id="263" r:id="rId2"/>
  </p:sldIdLst>
  <p:sldSz cx="32918400" cy="21945600"/>
  <p:notesSz cx="31954788" cy="50149125"/>
  <p:embeddedFontLst>
    <p:embeddedFont>
      <p:font typeface="Libre Baskerville" panose="02000000000000000000" pitchFamily="2" charset="0"/>
      <p:regular r:id="rId5"/>
      <p:bold r:id="rId6"/>
      <p:italic r:id="rId7"/>
    </p:embeddedFont>
    <p:embeddedFont>
      <p:font typeface="Montserrat Light" pitchFamily="2" charset="77"/>
      <p:regular r:id="rId8"/>
      <p:italic r:id="rId9"/>
    </p:embeddedFont>
    <p:embeddedFont>
      <p:font typeface="Open Sans" panose="020B0606030504020204" pitchFamily="34" charset="0"/>
      <p:regular r:id="rId10"/>
      <p:bold r:id="rId11"/>
      <p:italic r:id="rId12"/>
      <p:boldItalic r:id="rId13"/>
    </p:embeddedFont>
  </p:embeddedFontLst>
  <p:custDataLst>
    <p:tags r:id="rId14"/>
  </p:custDataLst>
  <p:defaultTextStyle>
    <a:defPPr>
      <a:defRPr lang="en-US"/>
    </a:defPPr>
    <a:lvl1pPr algn="l" rtl="0" eaLnBrk="0" fontAlgn="base" hangingPunct="0">
      <a:spcBef>
        <a:spcPct val="0"/>
      </a:spcBef>
      <a:spcAft>
        <a:spcPct val="0"/>
      </a:spcAft>
      <a:defRPr sz="1714" kern="1200">
        <a:solidFill>
          <a:schemeClr val="tx1"/>
        </a:solidFill>
        <a:latin typeface="Times New Roman" pitchFamily="18" charset="0"/>
        <a:ea typeface="+mn-ea"/>
        <a:cs typeface="+mn-cs"/>
      </a:defRPr>
    </a:lvl1pPr>
    <a:lvl2pPr marL="326532" algn="l" rtl="0" eaLnBrk="0" fontAlgn="base" hangingPunct="0">
      <a:spcBef>
        <a:spcPct val="0"/>
      </a:spcBef>
      <a:spcAft>
        <a:spcPct val="0"/>
      </a:spcAft>
      <a:defRPr sz="1714" kern="1200">
        <a:solidFill>
          <a:schemeClr val="tx1"/>
        </a:solidFill>
        <a:latin typeface="Times New Roman" pitchFamily="18" charset="0"/>
        <a:ea typeface="+mn-ea"/>
        <a:cs typeface="+mn-cs"/>
      </a:defRPr>
    </a:lvl2pPr>
    <a:lvl3pPr marL="653064" algn="l" rtl="0" eaLnBrk="0" fontAlgn="base" hangingPunct="0">
      <a:spcBef>
        <a:spcPct val="0"/>
      </a:spcBef>
      <a:spcAft>
        <a:spcPct val="0"/>
      </a:spcAft>
      <a:defRPr sz="1714" kern="1200">
        <a:solidFill>
          <a:schemeClr val="tx1"/>
        </a:solidFill>
        <a:latin typeface="Times New Roman" pitchFamily="18" charset="0"/>
        <a:ea typeface="+mn-ea"/>
        <a:cs typeface="+mn-cs"/>
      </a:defRPr>
    </a:lvl3pPr>
    <a:lvl4pPr marL="979597" algn="l" rtl="0" eaLnBrk="0" fontAlgn="base" hangingPunct="0">
      <a:spcBef>
        <a:spcPct val="0"/>
      </a:spcBef>
      <a:spcAft>
        <a:spcPct val="0"/>
      </a:spcAft>
      <a:defRPr sz="1714" kern="1200">
        <a:solidFill>
          <a:schemeClr val="tx1"/>
        </a:solidFill>
        <a:latin typeface="Times New Roman" pitchFamily="18" charset="0"/>
        <a:ea typeface="+mn-ea"/>
        <a:cs typeface="+mn-cs"/>
      </a:defRPr>
    </a:lvl4pPr>
    <a:lvl5pPr marL="1306129" algn="l" rtl="0" eaLnBrk="0" fontAlgn="base" hangingPunct="0">
      <a:spcBef>
        <a:spcPct val="0"/>
      </a:spcBef>
      <a:spcAft>
        <a:spcPct val="0"/>
      </a:spcAft>
      <a:defRPr sz="1714" kern="1200">
        <a:solidFill>
          <a:schemeClr val="tx1"/>
        </a:solidFill>
        <a:latin typeface="Times New Roman" pitchFamily="18" charset="0"/>
        <a:ea typeface="+mn-ea"/>
        <a:cs typeface="+mn-cs"/>
      </a:defRPr>
    </a:lvl5pPr>
    <a:lvl6pPr marL="1632661" algn="l" defTabSz="653064" rtl="0" eaLnBrk="1" latinLnBrk="0" hangingPunct="1">
      <a:defRPr sz="1714" kern="1200">
        <a:solidFill>
          <a:schemeClr val="tx1"/>
        </a:solidFill>
        <a:latin typeface="Times New Roman" pitchFamily="18" charset="0"/>
        <a:ea typeface="+mn-ea"/>
        <a:cs typeface="+mn-cs"/>
      </a:defRPr>
    </a:lvl6pPr>
    <a:lvl7pPr marL="1959193" algn="l" defTabSz="653064" rtl="0" eaLnBrk="1" latinLnBrk="0" hangingPunct="1">
      <a:defRPr sz="1714" kern="1200">
        <a:solidFill>
          <a:schemeClr val="tx1"/>
        </a:solidFill>
        <a:latin typeface="Times New Roman" pitchFamily="18" charset="0"/>
        <a:ea typeface="+mn-ea"/>
        <a:cs typeface="+mn-cs"/>
      </a:defRPr>
    </a:lvl7pPr>
    <a:lvl8pPr marL="2285726" algn="l" defTabSz="653064" rtl="0" eaLnBrk="1" latinLnBrk="0" hangingPunct="1">
      <a:defRPr sz="1714" kern="1200">
        <a:solidFill>
          <a:schemeClr val="tx1"/>
        </a:solidFill>
        <a:latin typeface="Times New Roman" pitchFamily="18" charset="0"/>
        <a:ea typeface="+mn-ea"/>
        <a:cs typeface="+mn-cs"/>
      </a:defRPr>
    </a:lvl8pPr>
    <a:lvl9pPr marL="2612258" algn="l" defTabSz="653064" rtl="0" eaLnBrk="1" latinLnBrk="0" hangingPunct="1">
      <a:defRPr sz="1714" kern="1200">
        <a:solidFill>
          <a:schemeClr val="tx1"/>
        </a:solidFill>
        <a:latin typeface="Times New Roman" pitchFamily="18" charset="0"/>
        <a:ea typeface="+mn-ea"/>
        <a:cs typeface="+mn-cs"/>
      </a:defRPr>
    </a:lvl9pPr>
  </p:defaultTextStyle>
  <p:extLst>
    <p:ext uri="{EFAFB233-063F-42B5-8137-9DF3F51BA10A}">
      <p15:sldGuideLst xmlns:p15="http://schemas.microsoft.com/office/powerpoint/2012/main">
        <p15:guide id="1" orient="horz" pos="13312" userDrawn="1">
          <p15:clr>
            <a:srgbClr val="A4A3A4"/>
          </p15:clr>
        </p15:guide>
        <p15:guide id="2" orient="horz" pos="3755" userDrawn="1">
          <p15:clr>
            <a:srgbClr val="A4A3A4"/>
          </p15:clr>
        </p15:guide>
        <p15:guide id="3" orient="horz" pos="2355" userDrawn="1">
          <p15:clr>
            <a:srgbClr val="A4A3A4"/>
          </p15:clr>
        </p15:guide>
        <p15:guide id="4" orient="horz" pos="4164" userDrawn="1">
          <p15:clr>
            <a:srgbClr val="A4A3A4"/>
          </p15:clr>
        </p15:guide>
        <p15:guide id="5" pos="540" userDrawn="1">
          <p15:clr>
            <a:srgbClr val="A4A3A4"/>
          </p15:clr>
        </p15:guide>
        <p15:guide id="6" pos="5184" userDrawn="1">
          <p15:clr>
            <a:srgbClr val="A4A3A4"/>
          </p15:clr>
        </p15:guide>
        <p15:guide id="7" pos="5544" userDrawn="1">
          <p15:clr>
            <a:srgbClr val="A4A3A4"/>
          </p15:clr>
        </p15:guide>
        <p15:guide id="8" pos="10188" userDrawn="1">
          <p15:clr>
            <a:srgbClr val="A4A3A4"/>
          </p15:clr>
        </p15:guide>
        <p15:guide id="9" pos="10548" userDrawn="1">
          <p15:clr>
            <a:srgbClr val="A4A3A4"/>
          </p15:clr>
        </p15:guide>
        <p15:guide id="10" pos="15192" userDrawn="1">
          <p15:clr>
            <a:srgbClr val="A4A3A4"/>
          </p15:clr>
        </p15:guide>
        <p15:guide id="11" pos="15552" userDrawn="1">
          <p15:clr>
            <a:srgbClr val="A4A3A4"/>
          </p15:clr>
        </p15:guide>
        <p15:guide id="12" pos="20196" userDrawn="1">
          <p15:clr>
            <a:srgbClr val="A4A3A4"/>
          </p15:clr>
        </p15:guide>
      </p15:sldGuideLst>
    </p:ext>
    <p:ext uri="{2D200454-40CA-4A62-9FC3-DE9A4176ACB9}">
      <p15:notesGuideLst xmlns:p15="http://schemas.microsoft.com/office/powerpoint/2012/main">
        <p15:guide id="1" orient="horz" pos="15795">
          <p15:clr>
            <a:srgbClr val="A4A3A4"/>
          </p15:clr>
        </p15:guide>
        <p15:guide id="2" pos="10065">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167" autoAdjust="0"/>
    <p:restoredTop sz="94660" autoAdjust="0"/>
  </p:normalViewPr>
  <p:slideViewPr>
    <p:cSldViewPr>
      <p:cViewPr>
        <p:scale>
          <a:sx n="66" d="100"/>
          <a:sy n="66" d="100"/>
        </p:scale>
        <p:origin x="2096" y="144"/>
      </p:cViewPr>
      <p:guideLst>
        <p:guide orient="horz" pos="13312"/>
        <p:guide orient="horz" pos="3755"/>
        <p:guide orient="horz" pos="2355"/>
        <p:guide orient="horz" pos="4164"/>
        <p:guide pos="540"/>
        <p:guide pos="5184"/>
        <p:guide pos="5544"/>
        <p:guide pos="10188"/>
        <p:guide pos="10548"/>
        <p:guide pos="15192"/>
        <p:guide pos="15552"/>
        <p:guide pos="20196"/>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33" d="100"/>
        <a:sy n="33" d="100"/>
      </p:scale>
      <p:origin x="0" y="0"/>
    </p:cViewPr>
  </p:sorterViewPr>
  <p:notesViewPr>
    <p:cSldViewPr>
      <p:cViewPr varScale="1">
        <p:scale>
          <a:sx n="17" d="100"/>
          <a:sy n="17" d="100"/>
        </p:scale>
        <p:origin x="4416" y="178"/>
      </p:cViewPr>
      <p:guideLst>
        <p:guide orient="horz" pos="15795"/>
        <p:guide pos="10065"/>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handoutMaster" Target="handoutMasters/handoutMaster1.xml"/><Relationship Id="rId5" Type="http://schemas.openxmlformats.org/officeDocument/2006/relationships/font" Target="fonts/font1.fntdata"/><Relationship Id="rId6" Type="http://schemas.openxmlformats.org/officeDocument/2006/relationships/font" Target="fonts/font2.fntdata"/><Relationship Id="rId7" Type="http://schemas.openxmlformats.org/officeDocument/2006/relationships/font" Target="fonts/font3.fntdata"/><Relationship Id="rId8" Type="http://schemas.openxmlformats.org/officeDocument/2006/relationships/font" Target="fonts/font4.fntdata"/><Relationship Id="rId9" Type="http://schemas.openxmlformats.org/officeDocument/2006/relationships/font" Target="fonts/font5.fntdata"/><Relationship Id="rId10" Type="http://schemas.openxmlformats.org/officeDocument/2006/relationships/font" Target="fonts/font6.fntdata"/><Relationship Id="rId11" Type="http://schemas.openxmlformats.org/officeDocument/2006/relationships/font" Target="fonts/font7.fntdata"/><Relationship Id="rId12" Type="http://schemas.openxmlformats.org/officeDocument/2006/relationships/font" Target="fonts/font8.fntdata"/><Relationship Id="rId13" Type="http://schemas.openxmlformats.org/officeDocument/2006/relationships/font" Target="fonts/font9.fntdata"/><Relationship Id="rId14" Type="http://schemas.openxmlformats.org/officeDocument/2006/relationships/tags" Target="tags/tag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138049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t" anchorCtr="0" compatLnSpc="1">
            <a:prstTxWarp prst="textNoShape">
              <a:avLst/>
            </a:prstTxWarp>
          </a:bodyPr>
          <a:lstStyle>
            <a:defPPr>
              <a:defRPr kern="1200"/>
            </a:defPPr>
            <a:lvl1pPr defTabSz="4508500">
              <a:defRPr sz="6000"/>
            </a:lvl1pPr>
          </a:lstStyle>
          <a:p>
            <a:pPr>
              <a:defRPr/>
            </a:pPr>
            <a:endParaRPr lang="en-AU"/>
          </a:p>
        </p:txBody>
      </p:sp>
      <p:sp>
        <p:nvSpPr>
          <p:cNvPr id="4099" name="Rectangle 3"/>
          <p:cNvSpPr>
            <a:spLocks noGrp="1" noChangeArrowheads="1"/>
          </p:cNvSpPr>
          <p:nvPr>
            <p:ph type="dt" sz="quarter" idx="1"/>
          </p:nvPr>
        </p:nvSpPr>
        <p:spPr bwMode="auto">
          <a:xfrm>
            <a:off x="17941925" y="0"/>
            <a:ext cx="141351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t" anchorCtr="0" compatLnSpc="1">
            <a:prstTxWarp prst="textNoShape">
              <a:avLst/>
            </a:prstTxWarp>
          </a:bodyPr>
          <a:lstStyle>
            <a:defPPr>
              <a:defRPr kern="1200"/>
            </a:defPPr>
            <a:lvl1pPr algn="r" defTabSz="4508500">
              <a:defRPr sz="6000"/>
            </a:lvl1pPr>
          </a:lstStyle>
          <a:p>
            <a:pPr>
              <a:defRPr/>
            </a:pPr>
            <a:endParaRPr lang="en-AU"/>
          </a:p>
        </p:txBody>
      </p:sp>
      <p:sp>
        <p:nvSpPr>
          <p:cNvPr id="4100" name="Rectangle 4"/>
          <p:cNvSpPr>
            <a:spLocks noGrp="1" noChangeArrowheads="1"/>
          </p:cNvSpPr>
          <p:nvPr>
            <p:ph type="ftr" sz="quarter" idx="2"/>
          </p:nvPr>
        </p:nvSpPr>
        <p:spPr bwMode="auto">
          <a:xfrm>
            <a:off x="0" y="47639288"/>
            <a:ext cx="138049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b" anchorCtr="0" compatLnSpc="1">
            <a:prstTxWarp prst="textNoShape">
              <a:avLst/>
            </a:prstTxWarp>
          </a:bodyPr>
          <a:lstStyle>
            <a:defPPr>
              <a:defRPr kern="1200"/>
            </a:defPPr>
            <a:lvl1pPr defTabSz="4508500">
              <a:defRPr sz="6000"/>
            </a:lvl1pPr>
          </a:lstStyle>
          <a:p>
            <a:pPr>
              <a:defRPr/>
            </a:pPr>
            <a:endParaRPr lang="en-AU"/>
          </a:p>
        </p:txBody>
      </p:sp>
      <p:sp>
        <p:nvSpPr>
          <p:cNvPr id="4101" name="Rectangle 5"/>
          <p:cNvSpPr>
            <a:spLocks noGrp="1" noChangeArrowheads="1"/>
          </p:cNvSpPr>
          <p:nvPr>
            <p:ph type="sldNum" sz="quarter" idx="3"/>
          </p:nvPr>
        </p:nvSpPr>
        <p:spPr bwMode="auto">
          <a:xfrm>
            <a:off x="17941925" y="47639288"/>
            <a:ext cx="141351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b" anchorCtr="0" compatLnSpc="1">
            <a:prstTxWarp prst="textNoShape">
              <a:avLst/>
            </a:prstTxWarp>
          </a:bodyPr>
          <a:lstStyle>
            <a:defPPr>
              <a:defRPr kern="1200"/>
            </a:defPPr>
            <a:lvl1pPr algn="r" defTabSz="4508500">
              <a:defRPr sz="6000"/>
            </a:lvl1pPr>
          </a:lstStyle>
          <a:p>
            <a:pPr>
              <a:defRPr/>
            </a:pPr>
            <a:fld id="{440C443C-8022-4F5D-8F2E-5133654FC91D}" type="slidenum">
              <a:rPr lang="en-AU"/>
              <a:pPr>
                <a:defRPr/>
              </a:pPr>
              <a:t>‹#›</a:t>
            </a:fld>
            <a:endParaRPr lang="en-AU"/>
          </a:p>
        </p:txBody>
      </p:sp>
    </p:spTree>
    <p:extLst>
      <p:ext uri="{BB962C8B-B14F-4D97-AF65-F5344CB8AC3E}">
        <p14:creationId xmlns:p14="http://schemas.microsoft.com/office/powerpoint/2010/main" val="39979288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138049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t" anchorCtr="0" compatLnSpc="1">
            <a:prstTxWarp prst="textNoShape">
              <a:avLst/>
            </a:prstTxWarp>
          </a:bodyPr>
          <a:lstStyle>
            <a:defPPr>
              <a:defRPr kern="1200"/>
            </a:defPPr>
            <a:lvl1pPr defTabSz="4508500">
              <a:defRPr sz="6000"/>
            </a:lvl1pPr>
          </a:lstStyle>
          <a:p>
            <a:pPr>
              <a:defRPr/>
            </a:pPr>
            <a:endParaRPr lang="en-AU"/>
          </a:p>
        </p:txBody>
      </p:sp>
      <p:sp>
        <p:nvSpPr>
          <p:cNvPr id="3075" name="Rectangle 3"/>
          <p:cNvSpPr>
            <a:spLocks noGrp="1" noChangeArrowheads="1"/>
          </p:cNvSpPr>
          <p:nvPr>
            <p:ph type="dt" idx="1"/>
          </p:nvPr>
        </p:nvSpPr>
        <p:spPr bwMode="auto">
          <a:xfrm>
            <a:off x="17941925" y="0"/>
            <a:ext cx="141351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t" anchorCtr="0" compatLnSpc="1">
            <a:prstTxWarp prst="textNoShape">
              <a:avLst/>
            </a:prstTxWarp>
          </a:bodyPr>
          <a:lstStyle>
            <a:defPPr>
              <a:defRPr kern="1200"/>
            </a:defPPr>
            <a:lvl1pPr algn="r" defTabSz="4508500">
              <a:defRPr sz="6000"/>
            </a:lvl1pPr>
          </a:lstStyle>
          <a:p>
            <a:pPr>
              <a:defRPr/>
            </a:pPr>
            <a:endParaRPr lang="en-AU"/>
          </a:p>
        </p:txBody>
      </p:sp>
      <p:sp>
        <p:nvSpPr>
          <p:cNvPr id="3076" name="Rectangle 4"/>
          <p:cNvSpPr>
            <a:spLocks noGrp="1" noRot="1" noChangeAspect="1" noChangeArrowheads="1" noTextEdit="1"/>
          </p:cNvSpPr>
          <p:nvPr>
            <p:ph type="sldImg" idx="2"/>
          </p:nvPr>
        </p:nvSpPr>
        <p:spPr bwMode="auto">
          <a:xfrm>
            <a:off x="1816100" y="3757613"/>
            <a:ext cx="28120975" cy="18748375"/>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077" name="Rectangle 5"/>
          <p:cNvSpPr>
            <a:spLocks noGrp="1" noChangeArrowheads="1"/>
          </p:cNvSpPr>
          <p:nvPr>
            <p:ph type="body" sz="quarter" idx="3"/>
          </p:nvPr>
        </p:nvSpPr>
        <p:spPr bwMode="auto">
          <a:xfrm>
            <a:off x="4137025" y="24004588"/>
            <a:ext cx="23456900" cy="225123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t" anchorCtr="0" compatLnSpc="1">
            <a:prstTxWarp prst="textNoShape">
              <a:avLst/>
            </a:prstTxWarp>
          </a:bodyPr>
          <a:lstStyle>
            <a:defPPr>
              <a:defRPr kern="1200"/>
            </a:defPPr>
          </a:lstStyle>
          <a:p>
            <a:pPr lvl="0"/>
            <a:r>
              <a:rPr lang="en-AU" noProof="0"/>
              <a:t>Click to edit Master text styles</a:t>
            </a:r>
          </a:p>
          <a:p>
            <a:pPr lvl="1"/>
            <a:r>
              <a:rPr lang="en-AU" noProof="0"/>
              <a:t>Second level</a:t>
            </a:r>
          </a:p>
          <a:p>
            <a:pPr lvl="2"/>
            <a:r>
              <a:rPr lang="en-AU" noProof="0"/>
              <a:t>Third level</a:t>
            </a:r>
          </a:p>
          <a:p>
            <a:pPr lvl="3"/>
            <a:r>
              <a:rPr lang="en-AU" noProof="0"/>
              <a:t>Fourth level</a:t>
            </a:r>
          </a:p>
          <a:p>
            <a:pPr lvl="4"/>
            <a:r>
              <a:rPr lang="en-AU" noProof="0"/>
              <a:t>Fifth level</a:t>
            </a:r>
          </a:p>
        </p:txBody>
      </p:sp>
      <p:sp>
        <p:nvSpPr>
          <p:cNvPr id="3078" name="Rectangle 6"/>
          <p:cNvSpPr>
            <a:spLocks noGrp="1" noChangeArrowheads="1"/>
          </p:cNvSpPr>
          <p:nvPr>
            <p:ph type="ftr" sz="quarter" idx="4"/>
          </p:nvPr>
        </p:nvSpPr>
        <p:spPr bwMode="auto">
          <a:xfrm>
            <a:off x="0" y="47639288"/>
            <a:ext cx="138049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b" anchorCtr="0" compatLnSpc="1">
            <a:prstTxWarp prst="textNoShape">
              <a:avLst/>
            </a:prstTxWarp>
          </a:bodyPr>
          <a:lstStyle>
            <a:defPPr>
              <a:defRPr kern="1200"/>
            </a:defPPr>
            <a:lvl1pPr defTabSz="4508500">
              <a:defRPr sz="6000"/>
            </a:lvl1pPr>
          </a:lstStyle>
          <a:p>
            <a:pPr>
              <a:defRPr/>
            </a:pPr>
            <a:endParaRPr lang="en-AU"/>
          </a:p>
        </p:txBody>
      </p:sp>
      <p:sp>
        <p:nvSpPr>
          <p:cNvPr id="3079" name="Rectangle 7"/>
          <p:cNvSpPr>
            <a:spLocks noGrp="1" noChangeArrowheads="1"/>
          </p:cNvSpPr>
          <p:nvPr>
            <p:ph type="sldNum" sz="quarter" idx="5"/>
          </p:nvPr>
        </p:nvSpPr>
        <p:spPr bwMode="auto">
          <a:xfrm>
            <a:off x="17941925" y="47639288"/>
            <a:ext cx="14135100" cy="26289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50028" tIns="225014" rIns="450028" bIns="225014" anchor="b" anchorCtr="0" compatLnSpc="1">
            <a:prstTxWarp prst="textNoShape">
              <a:avLst/>
            </a:prstTxWarp>
          </a:bodyPr>
          <a:lstStyle>
            <a:defPPr>
              <a:defRPr kern="1200"/>
            </a:defPPr>
            <a:lvl1pPr algn="r" defTabSz="4508500">
              <a:defRPr sz="6000"/>
            </a:lvl1pPr>
          </a:lstStyle>
          <a:p>
            <a:pPr>
              <a:defRPr/>
            </a:pPr>
            <a:fld id="{42207482-9F38-4AF6-9B91-768DCEDA59AC}" type="slidenum">
              <a:rPr lang="en-AU"/>
              <a:pPr>
                <a:defRPr/>
              </a:pPr>
              <a:t>‹#›</a:t>
            </a:fld>
            <a:endParaRPr lang="en-AU"/>
          </a:p>
        </p:txBody>
      </p:sp>
    </p:spTree>
    <p:extLst>
      <p:ext uri="{BB962C8B-B14F-4D97-AF65-F5344CB8AC3E}">
        <p14:creationId xmlns:p14="http://schemas.microsoft.com/office/powerpoint/2010/main" val="409079937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857" kern="1200">
        <a:solidFill>
          <a:schemeClr val="tx1"/>
        </a:solidFill>
        <a:latin typeface="Times New Roman" pitchFamily="18" charset="0"/>
        <a:ea typeface="+mn-ea"/>
        <a:cs typeface="+mn-cs"/>
      </a:defRPr>
    </a:lvl1pPr>
    <a:lvl2pPr marL="326532" algn="l" rtl="0" eaLnBrk="0" fontAlgn="base" hangingPunct="0">
      <a:spcBef>
        <a:spcPct val="30000"/>
      </a:spcBef>
      <a:spcAft>
        <a:spcPct val="0"/>
      </a:spcAft>
      <a:defRPr sz="857" kern="1200">
        <a:solidFill>
          <a:schemeClr val="tx1"/>
        </a:solidFill>
        <a:latin typeface="Times New Roman" pitchFamily="18" charset="0"/>
        <a:ea typeface="+mn-ea"/>
        <a:cs typeface="+mn-cs"/>
      </a:defRPr>
    </a:lvl2pPr>
    <a:lvl3pPr marL="653064" algn="l" rtl="0" eaLnBrk="0" fontAlgn="base" hangingPunct="0">
      <a:spcBef>
        <a:spcPct val="30000"/>
      </a:spcBef>
      <a:spcAft>
        <a:spcPct val="0"/>
      </a:spcAft>
      <a:defRPr sz="857" kern="1200">
        <a:solidFill>
          <a:schemeClr val="tx1"/>
        </a:solidFill>
        <a:latin typeface="Times New Roman" pitchFamily="18" charset="0"/>
        <a:ea typeface="+mn-ea"/>
        <a:cs typeface="+mn-cs"/>
      </a:defRPr>
    </a:lvl3pPr>
    <a:lvl4pPr marL="979597" algn="l" rtl="0" eaLnBrk="0" fontAlgn="base" hangingPunct="0">
      <a:spcBef>
        <a:spcPct val="30000"/>
      </a:spcBef>
      <a:spcAft>
        <a:spcPct val="0"/>
      </a:spcAft>
      <a:defRPr sz="857" kern="1200">
        <a:solidFill>
          <a:schemeClr val="tx1"/>
        </a:solidFill>
        <a:latin typeface="Times New Roman" pitchFamily="18" charset="0"/>
        <a:ea typeface="+mn-ea"/>
        <a:cs typeface="+mn-cs"/>
      </a:defRPr>
    </a:lvl4pPr>
    <a:lvl5pPr marL="1306129" algn="l" rtl="0" eaLnBrk="0" fontAlgn="base" hangingPunct="0">
      <a:spcBef>
        <a:spcPct val="30000"/>
      </a:spcBef>
      <a:spcAft>
        <a:spcPct val="0"/>
      </a:spcAft>
      <a:defRPr sz="857" kern="1200">
        <a:solidFill>
          <a:schemeClr val="tx1"/>
        </a:solidFill>
        <a:latin typeface="Times New Roman" pitchFamily="18" charset="0"/>
        <a:ea typeface="+mn-ea"/>
        <a:cs typeface="+mn-cs"/>
      </a:defRPr>
    </a:lvl5pPr>
    <a:lvl6pPr marL="1632661" algn="l" defTabSz="653064" rtl="0" eaLnBrk="1" latinLnBrk="0" hangingPunct="1">
      <a:defRPr sz="857" kern="1200">
        <a:solidFill>
          <a:schemeClr val="tx1"/>
        </a:solidFill>
        <a:latin typeface="+mn-lt"/>
        <a:ea typeface="+mn-ea"/>
        <a:cs typeface="+mn-cs"/>
      </a:defRPr>
    </a:lvl6pPr>
    <a:lvl7pPr marL="1959193" algn="l" defTabSz="653064" rtl="0" eaLnBrk="1" latinLnBrk="0" hangingPunct="1">
      <a:defRPr sz="857" kern="1200">
        <a:solidFill>
          <a:schemeClr val="tx1"/>
        </a:solidFill>
        <a:latin typeface="+mn-lt"/>
        <a:ea typeface="+mn-ea"/>
        <a:cs typeface="+mn-cs"/>
      </a:defRPr>
    </a:lvl7pPr>
    <a:lvl8pPr marL="2285726" algn="l" defTabSz="653064" rtl="0" eaLnBrk="1" latinLnBrk="0" hangingPunct="1">
      <a:defRPr sz="857" kern="1200">
        <a:solidFill>
          <a:schemeClr val="tx1"/>
        </a:solidFill>
        <a:latin typeface="+mn-lt"/>
        <a:ea typeface="+mn-ea"/>
        <a:cs typeface="+mn-cs"/>
      </a:defRPr>
    </a:lvl8pPr>
    <a:lvl9pPr marL="2612258" algn="l" defTabSz="653064" rtl="0" eaLnBrk="1" latinLnBrk="0" hangingPunct="1">
      <a:defRPr sz="857"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7"/>
          <p:cNvSpPr>
            <a:spLocks noGrp="1" noChangeArrowheads="1"/>
          </p:cNvSpPr>
          <p:nvPr>
            <p:ph type="sldNum" sz="quarter" idx="5"/>
          </p:nvPr>
        </p:nvSpPr>
        <p:spPr>
          <a:noFill/>
        </p:spPr>
        <p:txBody>
          <a:bodyPr/>
          <a:lstStyle>
            <a:defPPr>
              <a:defRPr kern="1200"/>
            </a:defPPr>
            <a:lvl1pPr defTabSz="4508500">
              <a:defRPr sz="2400">
                <a:solidFill>
                  <a:schemeClr val="tx1"/>
                </a:solidFill>
                <a:latin typeface="Times New Roman" pitchFamily="18" charset="0"/>
              </a:defRPr>
            </a:lvl1pPr>
            <a:lvl2pPr marL="742950" indent="-285750" defTabSz="4508500">
              <a:defRPr sz="2400">
                <a:solidFill>
                  <a:schemeClr val="tx1"/>
                </a:solidFill>
                <a:latin typeface="Times New Roman" pitchFamily="18" charset="0"/>
              </a:defRPr>
            </a:lvl2pPr>
            <a:lvl3pPr marL="1143000" indent="-228600" defTabSz="4508500">
              <a:defRPr sz="2400">
                <a:solidFill>
                  <a:schemeClr val="tx1"/>
                </a:solidFill>
                <a:latin typeface="Times New Roman" pitchFamily="18" charset="0"/>
              </a:defRPr>
            </a:lvl3pPr>
            <a:lvl4pPr marL="1600200" indent="-228600" defTabSz="4508500">
              <a:defRPr sz="2400">
                <a:solidFill>
                  <a:schemeClr val="tx1"/>
                </a:solidFill>
                <a:latin typeface="Times New Roman" pitchFamily="18" charset="0"/>
              </a:defRPr>
            </a:lvl4pPr>
            <a:lvl5pPr marL="2057400" indent="-228600" defTabSz="4508500">
              <a:defRPr sz="2400">
                <a:solidFill>
                  <a:schemeClr val="tx1"/>
                </a:solidFill>
                <a:latin typeface="Times New Roman" pitchFamily="18" charset="0"/>
              </a:defRPr>
            </a:lvl5pPr>
            <a:lvl6pPr marL="2514600" indent="-228600" defTabSz="4508500" eaLnBrk="0" fontAlgn="base" hangingPunct="0">
              <a:spcBef>
                <a:spcPct val="0"/>
              </a:spcBef>
              <a:spcAft>
                <a:spcPct val="0"/>
              </a:spcAft>
              <a:defRPr sz="2400">
                <a:solidFill>
                  <a:schemeClr val="tx1"/>
                </a:solidFill>
                <a:latin typeface="Times New Roman" pitchFamily="18" charset="0"/>
              </a:defRPr>
            </a:lvl6pPr>
            <a:lvl7pPr marL="2971800" indent="-228600" defTabSz="4508500" eaLnBrk="0" fontAlgn="base" hangingPunct="0">
              <a:spcBef>
                <a:spcPct val="0"/>
              </a:spcBef>
              <a:spcAft>
                <a:spcPct val="0"/>
              </a:spcAft>
              <a:defRPr sz="2400">
                <a:solidFill>
                  <a:schemeClr val="tx1"/>
                </a:solidFill>
                <a:latin typeface="Times New Roman" pitchFamily="18" charset="0"/>
              </a:defRPr>
            </a:lvl7pPr>
            <a:lvl8pPr marL="3429000" indent="-228600" defTabSz="4508500" eaLnBrk="0" fontAlgn="base" hangingPunct="0">
              <a:spcBef>
                <a:spcPct val="0"/>
              </a:spcBef>
              <a:spcAft>
                <a:spcPct val="0"/>
              </a:spcAft>
              <a:defRPr sz="2400">
                <a:solidFill>
                  <a:schemeClr val="tx1"/>
                </a:solidFill>
                <a:latin typeface="Times New Roman" pitchFamily="18" charset="0"/>
              </a:defRPr>
            </a:lvl8pPr>
            <a:lvl9pPr marL="3886200" indent="-228600" defTabSz="4508500" eaLnBrk="0" fontAlgn="base" hangingPunct="0">
              <a:spcBef>
                <a:spcPct val="0"/>
              </a:spcBef>
              <a:spcAft>
                <a:spcPct val="0"/>
              </a:spcAft>
              <a:defRPr sz="2400">
                <a:solidFill>
                  <a:schemeClr val="tx1"/>
                </a:solidFill>
                <a:latin typeface="Times New Roman" pitchFamily="18" charset="0"/>
              </a:defRPr>
            </a:lvl9pPr>
          </a:lstStyle>
          <a:p>
            <a:fld id="{842B0325-ACC9-488E-8876-C4E9E3B68AD8}" type="slidenum">
              <a:rPr lang="en-AU" sz="6000" smtClean="0"/>
              <a:t>1</a:t>
            </a:fld>
            <a:endParaRPr lang="en-AU" sz="6000"/>
          </a:p>
        </p:txBody>
      </p:sp>
      <p:sp>
        <p:nvSpPr>
          <p:cNvPr id="4099" name="Rectangle 2"/>
          <p:cNvSpPr>
            <a:spLocks noGrp="1" noRot="1" noChangeAspect="1" noChangeArrowheads="1" noTextEdit="1"/>
          </p:cNvSpPr>
          <p:nvPr>
            <p:ph type="sldImg"/>
          </p:nvPr>
        </p:nvSpPr>
        <p:spPr>
          <a:xfrm>
            <a:off x="1816100" y="3757613"/>
            <a:ext cx="28120975" cy="18748375"/>
          </a:xfrm>
        </p:spPr>
      </p:sp>
      <p:sp>
        <p:nvSpPr>
          <p:cNvPr id="4100" name="Rectangle 3"/>
          <p:cNvSpPr>
            <a:spLocks noGrp="1" noChangeArrowheads="1"/>
          </p:cNvSpPr>
          <p:nvPr>
            <p:ph type="body" idx="1"/>
          </p:nvPr>
        </p:nvSpPr>
        <p:spPr>
          <a:noFill/>
        </p:spPr>
        <p:txBody>
          <a:bodyPr/>
          <a:lstStyle>
            <a:defPPr>
              <a:defRPr kern="1200"/>
            </a:defP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69093" y="6817784"/>
            <a:ext cx="27980218" cy="4703233"/>
          </a:xfrm>
        </p:spPr>
        <p:txBody>
          <a:bodyPr/>
          <a:lstStyle>
            <a:defPPr>
              <a:defRPr kern="1200"/>
            </a:defPPr>
          </a:lstStyle>
          <a:p>
            <a:r>
              <a:rPr lang="en-US"/>
              <a:t>Click to edit Master title style</a:t>
            </a:r>
          </a:p>
        </p:txBody>
      </p:sp>
      <p:sp>
        <p:nvSpPr>
          <p:cNvPr id="3" name="Subtitle 2"/>
          <p:cNvSpPr>
            <a:spLocks noGrp="1"/>
          </p:cNvSpPr>
          <p:nvPr>
            <p:ph type="subTitle" idx="1"/>
          </p:nvPr>
        </p:nvSpPr>
        <p:spPr>
          <a:xfrm>
            <a:off x="4938184" y="12435417"/>
            <a:ext cx="23042032" cy="5609167"/>
          </a:xfrm>
        </p:spPr>
        <p:txBody>
          <a:bodyPr/>
          <a:lstStyle>
            <a:defPPr>
              <a:defRPr kern="1200"/>
            </a:defPPr>
            <a:lvl1pPr marL="0" indent="0" algn="ctr">
              <a:buNone/>
              <a:defRPr/>
            </a:lvl1pPr>
            <a:lvl2pPr marL="304815" indent="0" algn="ctr">
              <a:buNone/>
              <a:defRPr/>
            </a:lvl2pPr>
            <a:lvl3pPr marL="609630" indent="0" algn="ctr">
              <a:buNone/>
              <a:defRPr/>
            </a:lvl3pPr>
            <a:lvl4pPr marL="914446" indent="0" algn="ctr">
              <a:buNone/>
              <a:defRPr/>
            </a:lvl4pPr>
            <a:lvl5pPr marL="1219261" indent="0" algn="ctr">
              <a:buNone/>
              <a:defRPr/>
            </a:lvl5pPr>
            <a:lvl6pPr marL="1524076" indent="0" algn="ctr">
              <a:buNone/>
              <a:defRPr/>
            </a:lvl6pPr>
            <a:lvl7pPr marL="1828891" indent="0" algn="ctr">
              <a:buNone/>
              <a:defRPr/>
            </a:lvl7pPr>
            <a:lvl8pPr marL="2133707" indent="0" algn="ctr">
              <a:buNone/>
              <a:defRPr/>
            </a:lvl8pPr>
            <a:lvl9pPr marL="2438522" indent="0" algn="ctr">
              <a:buNone/>
              <a:defRPr/>
            </a:lvl9pPr>
          </a:lstStyle>
          <a:p>
            <a:r>
              <a:rPr lang="en-US"/>
              <a:t>Click to edit Master subtitle style</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0DA66E67-F948-4693-96A5-27BC239C04A3}" type="slidenum">
              <a:rPr lang="en-US"/>
              <a:pPr>
                <a:defRPr/>
              </a:pPr>
              <a:t>‹#›</a:t>
            </a:fld>
            <a:endParaRPr lang="en-US"/>
          </a:p>
        </p:txBody>
      </p:sp>
    </p:spTree>
    <p:extLst>
      <p:ext uri="{BB962C8B-B14F-4D97-AF65-F5344CB8AC3E}">
        <p14:creationId xmlns:p14="http://schemas.microsoft.com/office/powerpoint/2010/main" val="364892258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idx="1"/>
          </p:nvPr>
        </p:nvSpPr>
        <p:spPr/>
        <p:txBody>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0EC1B4D6-BEE2-4AF6-A92E-38CD68913D5A}" type="slidenum">
              <a:rPr lang="en-US"/>
              <a:pPr>
                <a:defRPr/>
              </a:pPr>
              <a:t>‹#›</a:t>
            </a:fld>
            <a:endParaRPr lang="en-US"/>
          </a:p>
        </p:txBody>
      </p:sp>
    </p:spTree>
    <p:extLst>
      <p:ext uri="{BB962C8B-B14F-4D97-AF65-F5344CB8AC3E}">
        <p14:creationId xmlns:p14="http://schemas.microsoft.com/office/powerpoint/2010/main" val="3177762665"/>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600326" y="14102293"/>
            <a:ext cx="27980218" cy="4358217"/>
          </a:xfrm>
        </p:spPr>
        <p:txBody>
          <a:bodyPr anchor="t"/>
          <a:lstStyle>
            <a:defPPr>
              <a:defRPr kern="1200"/>
            </a:defPPr>
            <a:lvl1pPr algn="l">
              <a:defRPr sz="2667" b="1" cap="all"/>
            </a:lvl1pPr>
          </a:lstStyle>
          <a:p>
            <a:r>
              <a:rPr lang="en-US"/>
              <a:t>Click to edit Master title style</a:t>
            </a:r>
          </a:p>
        </p:txBody>
      </p:sp>
      <p:sp>
        <p:nvSpPr>
          <p:cNvPr id="3" name="Text Placeholder 2"/>
          <p:cNvSpPr>
            <a:spLocks noGrp="1"/>
          </p:cNvSpPr>
          <p:nvPr>
            <p:ph type="body" idx="1"/>
          </p:nvPr>
        </p:nvSpPr>
        <p:spPr>
          <a:xfrm>
            <a:off x="2600326" y="9301692"/>
            <a:ext cx="27980218" cy="4800600"/>
          </a:xfrm>
        </p:spPr>
        <p:txBody>
          <a:bodyPr anchor="b"/>
          <a:lstStyle>
            <a:defPPr>
              <a:defRPr kern="1200"/>
            </a:defPPr>
            <a:lvl1pPr marL="0" indent="0">
              <a:buNone/>
              <a:defRPr sz="1333"/>
            </a:lvl1pPr>
            <a:lvl2pPr marL="304815" indent="0">
              <a:buNone/>
              <a:defRPr sz="1200"/>
            </a:lvl2pPr>
            <a:lvl3pPr marL="609630" indent="0">
              <a:buNone/>
              <a:defRPr sz="1067"/>
            </a:lvl3pPr>
            <a:lvl4pPr marL="914446" indent="0">
              <a:buNone/>
              <a:defRPr sz="933"/>
            </a:lvl4pPr>
            <a:lvl5pPr marL="1219261" indent="0">
              <a:buNone/>
              <a:defRPr sz="933"/>
            </a:lvl5pPr>
            <a:lvl6pPr marL="1524076" indent="0">
              <a:buNone/>
              <a:defRPr sz="933"/>
            </a:lvl6pPr>
            <a:lvl7pPr marL="1828891" indent="0">
              <a:buNone/>
              <a:defRPr sz="933"/>
            </a:lvl7pPr>
            <a:lvl8pPr marL="2133707" indent="0">
              <a:buNone/>
              <a:defRPr sz="933"/>
            </a:lvl8pPr>
            <a:lvl9pPr marL="2438522" indent="0">
              <a:buNone/>
              <a:defRPr sz="933"/>
            </a:lvl9pPr>
          </a:lstStyle>
          <a:p>
            <a:pPr lvl="0"/>
            <a:r>
              <a:rPr lang="en-US"/>
              <a:t>Click to edit Master text styles</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D8650354-6837-43DB-843B-C6021BD2EF37}" type="slidenum">
              <a:rPr lang="en-US"/>
              <a:pPr>
                <a:defRPr/>
              </a:pPr>
              <a:t>‹#›</a:t>
            </a:fld>
            <a:endParaRPr lang="en-US"/>
          </a:p>
        </p:txBody>
      </p:sp>
    </p:spTree>
    <p:extLst>
      <p:ext uri="{BB962C8B-B14F-4D97-AF65-F5344CB8AC3E}">
        <p14:creationId xmlns:p14="http://schemas.microsoft.com/office/powerpoint/2010/main" val="256863821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Content Placeholder 2"/>
          <p:cNvSpPr>
            <a:spLocks noGrp="1"/>
          </p:cNvSpPr>
          <p:nvPr>
            <p:ph sz="half" idx="1"/>
          </p:nvPr>
        </p:nvSpPr>
        <p:spPr>
          <a:xfrm>
            <a:off x="2470151" y="6339418"/>
            <a:ext cx="13938248" cy="13167782"/>
          </a:xfrm>
        </p:spPr>
        <p:txBody>
          <a:bodyPr/>
          <a:lstStyle>
            <a:defPPr>
              <a:defRPr kern="1200"/>
            </a:defPPr>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6510002" y="6339418"/>
            <a:ext cx="13938248" cy="13167782"/>
          </a:xfrm>
        </p:spPr>
        <p:txBody>
          <a:bodyPr/>
          <a:lstStyle>
            <a:defPPr>
              <a:defRPr kern="1200"/>
            </a:defPPr>
            <a:lvl1pPr>
              <a:defRPr sz="1867"/>
            </a:lvl1pPr>
            <a:lvl2pPr>
              <a:defRPr sz="1600"/>
            </a:lvl2pPr>
            <a:lvl3pPr>
              <a:defRPr sz="1333"/>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4296FF25-ADB1-4315-9622-9852994CD1E5}" type="slidenum">
              <a:rPr lang="en-US"/>
              <a:pPr>
                <a:defRPr/>
              </a:pPr>
              <a:t>‹#›</a:t>
            </a:fld>
            <a:endParaRPr lang="en-US"/>
          </a:p>
        </p:txBody>
      </p:sp>
    </p:spTree>
    <p:extLst>
      <p:ext uri="{BB962C8B-B14F-4D97-AF65-F5344CB8AC3E}">
        <p14:creationId xmlns:p14="http://schemas.microsoft.com/office/powerpoint/2010/main" val="2618309162"/>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45710" y="878417"/>
            <a:ext cx="29626982" cy="3657600"/>
          </a:xfrm>
        </p:spPr>
        <p:txBody>
          <a:bodyPr/>
          <a:lstStyle>
            <a:defPPr>
              <a:defRPr kern="1200"/>
            </a:defPPr>
            <a:lvl1pPr>
              <a:defRPr/>
            </a:lvl1pPr>
          </a:lstStyle>
          <a:p>
            <a:r>
              <a:rPr lang="en-US"/>
              <a:t>Click to edit Master title style</a:t>
            </a:r>
          </a:p>
        </p:txBody>
      </p:sp>
      <p:sp>
        <p:nvSpPr>
          <p:cNvPr id="3" name="Text Placeholder 2"/>
          <p:cNvSpPr>
            <a:spLocks noGrp="1"/>
          </p:cNvSpPr>
          <p:nvPr>
            <p:ph type="body" idx="1"/>
          </p:nvPr>
        </p:nvSpPr>
        <p:spPr>
          <a:xfrm>
            <a:off x="1645709" y="4912784"/>
            <a:ext cx="14544675" cy="2046817"/>
          </a:xfrm>
        </p:spPr>
        <p:txBody>
          <a:bodyPr anchor="b"/>
          <a:lstStyle>
            <a:defPPr>
              <a:defRPr kern="1200"/>
            </a:defPPr>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4" name="Content Placeholder 3"/>
          <p:cNvSpPr>
            <a:spLocks noGrp="1"/>
          </p:cNvSpPr>
          <p:nvPr>
            <p:ph sz="half" idx="2"/>
          </p:nvPr>
        </p:nvSpPr>
        <p:spPr>
          <a:xfrm>
            <a:off x="1645709" y="6959600"/>
            <a:ext cx="14544675" cy="12643908"/>
          </a:xfrm>
        </p:spPr>
        <p:txBody>
          <a:bodyPr/>
          <a:lstStyle>
            <a:defPPr>
              <a:defRPr kern="1200"/>
            </a:defPPr>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6721666" y="4912784"/>
            <a:ext cx="14551027" cy="2046817"/>
          </a:xfrm>
        </p:spPr>
        <p:txBody>
          <a:bodyPr anchor="b"/>
          <a:lstStyle>
            <a:defPPr>
              <a:defRPr kern="1200"/>
            </a:defPPr>
            <a:lvl1pPr marL="0" indent="0">
              <a:buNone/>
              <a:defRPr sz="1600" b="1"/>
            </a:lvl1pPr>
            <a:lvl2pPr marL="304815" indent="0">
              <a:buNone/>
              <a:defRPr sz="1333" b="1"/>
            </a:lvl2pPr>
            <a:lvl3pPr marL="609630" indent="0">
              <a:buNone/>
              <a:defRPr sz="1200" b="1"/>
            </a:lvl3pPr>
            <a:lvl4pPr marL="914446" indent="0">
              <a:buNone/>
              <a:defRPr sz="1067" b="1"/>
            </a:lvl4pPr>
            <a:lvl5pPr marL="1219261" indent="0">
              <a:buNone/>
              <a:defRPr sz="1067" b="1"/>
            </a:lvl5pPr>
            <a:lvl6pPr marL="1524076" indent="0">
              <a:buNone/>
              <a:defRPr sz="1067" b="1"/>
            </a:lvl6pPr>
            <a:lvl7pPr marL="1828891" indent="0">
              <a:buNone/>
              <a:defRPr sz="1067" b="1"/>
            </a:lvl7pPr>
            <a:lvl8pPr marL="2133707" indent="0">
              <a:buNone/>
              <a:defRPr sz="1067" b="1"/>
            </a:lvl8pPr>
            <a:lvl9pPr marL="2438522" indent="0">
              <a:buNone/>
              <a:defRPr sz="1067" b="1"/>
            </a:lvl9pPr>
          </a:lstStyle>
          <a:p>
            <a:pPr lvl="0"/>
            <a:r>
              <a:rPr lang="en-US"/>
              <a:t>Click to edit Master text styles</a:t>
            </a:r>
          </a:p>
        </p:txBody>
      </p:sp>
      <p:sp>
        <p:nvSpPr>
          <p:cNvPr id="6" name="Content Placeholder 5"/>
          <p:cNvSpPr>
            <a:spLocks noGrp="1"/>
          </p:cNvSpPr>
          <p:nvPr>
            <p:ph sz="quarter" idx="4"/>
          </p:nvPr>
        </p:nvSpPr>
        <p:spPr>
          <a:xfrm>
            <a:off x="16721666" y="6959600"/>
            <a:ext cx="14551027" cy="12643908"/>
          </a:xfrm>
        </p:spPr>
        <p:txBody>
          <a:bodyPr/>
          <a:lstStyle>
            <a:defPPr>
              <a:defRPr kern="1200"/>
            </a:defPPr>
            <a:lvl1pPr>
              <a:defRPr sz="1600"/>
            </a:lvl1pPr>
            <a:lvl2pPr>
              <a:defRPr sz="1333"/>
            </a:lvl2pPr>
            <a:lvl3pPr>
              <a:defRPr sz="1200"/>
            </a:lvl3pPr>
            <a:lvl4pPr>
              <a:defRPr sz="1067"/>
            </a:lvl4pPr>
            <a:lvl5pPr>
              <a:defRPr sz="1067"/>
            </a:lvl5pPr>
            <a:lvl6pPr>
              <a:defRPr sz="1067"/>
            </a:lvl6pPr>
            <a:lvl7pPr>
              <a:defRPr sz="1067"/>
            </a:lvl7pPr>
            <a:lvl8pPr>
              <a:defRPr sz="1067"/>
            </a:lvl8pPr>
            <a:lvl9pPr>
              <a:defRPr sz="10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8"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9" name="Rectangle 6"/>
          <p:cNvSpPr>
            <a:spLocks noGrp="1" noChangeArrowheads="1"/>
          </p:cNvSpPr>
          <p:nvPr>
            <p:ph type="sldNum" sz="quarter" idx="12"/>
          </p:nvPr>
        </p:nvSpPr>
        <p:spPr/>
        <p:txBody>
          <a:bodyPr/>
          <a:lstStyle>
            <a:defPPr>
              <a:defRPr kern="1200"/>
            </a:defPPr>
            <a:lvl1pPr>
              <a:defRPr/>
            </a:lvl1pPr>
          </a:lstStyle>
          <a:p>
            <a:pPr>
              <a:defRPr/>
            </a:pPr>
            <a:fld id="{72EF82B1-171C-4CAC-B9C4-22062286C8C4}" type="slidenum">
              <a:rPr lang="en-US"/>
              <a:pPr>
                <a:defRPr/>
              </a:pPr>
              <a:t>‹#›</a:t>
            </a:fld>
            <a:endParaRPr lang="en-US"/>
          </a:p>
        </p:txBody>
      </p:sp>
    </p:spTree>
    <p:extLst>
      <p:ext uri="{BB962C8B-B14F-4D97-AF65-F5344CB8AC3E}">
        <p14:creationId xmlns:p14="http://schemas.microsoft.com/office/powerpoint/2010/main" val="3601223922"/>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4"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5" name="Rectangle 6"/>
          <p:cNvSpPr>
            <a:spLocks noGrp="1" noChangeArrowheads="1"/>
          </p:cNvSpPr>
          <p:nvPr>
            <p:ph type="sldNum" sz="quarter" idx="12"/>
          </p:nvPr>
        </p:nvSpPr>
        <p:spPr/>
        <p:txBody>
          <a:bodyPr/>
          <a:lstStyle>
            <a:defPPr>
              <a:defRPr kern="1200"/>
            </a:defPPr>
            <a:lvl1pPr>
              <a:defRPr/>
            </a:lvl1pPr>
          </a:lstStyle>
          <a:p>
            <a:pPr>
              <a:defRPr/>
            </a:pPr>
            <a:fld id="{678F620B-8934-45A0-BE2C-EF6C76032C45}" type="slidenum">
              <a:rPr lang="en-US"/>
              <a:pPr>
                <a:defRPr/>
              </a:pPr>
              <a:t>‹#›</a:t>
            </a:fld>
            <a:endParaRPr lang="en-US"/>
          </a:p>
        </p:txBody>
      </p:sp>
    </p:spTree>
    <p:extLst>
      <p:ext uri="{BB962C8B-B14F-4D97-AF65-F5344CB8AC3E}">
        <p14:creationId xmlns:p14="http://schemas.microsoft.com/office/powerpoint/2010/main" val="3529386339"/>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3"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4" name="Rectangle 6"/>
          <p:cNvSpPr>
            <a:spLocks noGrp="1" noChangeArrowheads="1"/>
          </p:cNvSpPr>
          <p:nvPr>
            <p:ph type="sldNum" sz="quarter" idx="12"/>
          </p:nvPr>
        </p:nvSpPr>
        <p:spPr/>
        <p:txBody>
          <a:bodyPr/>
          <a:lstStyle>
            <a:defPPr>
              <a:defRPr kern="1200"/>
            </a:defPPr>
            <a:lvl1pPr>
              <a:defRPr/>
            </a:lvl1pPr>
          </a:lstStyle>
          <a:p>
            <a:pPr>
              <a:defRPr/>
            </a:pPr>
            <a:fld id="{A3ECE3F5-A3DD-46D3-8112-19EE7FD1DDFA}" type="slidenum">
              <a:rPr lang="en-US"/>
              <a:pPr>
                <a:defRPr/>
              </a:pPr>
              <a:t>‹#›</a:t>
            </a:fld>
            <a:endParaRPr lang="en-US"/>
          </a:p>
        </p:txBody>
      </p:sp>
    </p:spTree>
    <p:extLst>
      <p:ext uri="{BB962C8B-B14F-4D97-AF65-F5344CB8AC3E}">
        <p14:creationId xmlns:p14="http://schemas.microsoft.com/office/powerpoint/2010/main" val="23374252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45709" y="874184"/>
            <a:ext cx="10829925" cy="3717925"/>
          </a:xfrm>
        </p:spPr>
        <p:txBody>
          <a:bodyPr anchor="b"/>
          <a:lstStyle>
            <a:defPPr>
              <a:defRPr kern="1200"/>
            </a:defPPr>
            <a:lvl1pPr algn="l">
              <a:defRPr sz="1333" b="1"/>
            </a:lvl1pPr>
          </a:lstStyle>
          <a:p>
            <a:r>
              <a:rPr lang="en-US"/>
              <a:t>Click to edit Master title style</a:t>
            </a:r>
          </a:p>
        </p:txBody>
      </p:sp>
      <p:sp>
        <p:nvSpPr>
          <p:cNvPr id="3" name="Content Placeholder 2"/>
          <p:cNvSpPr>
            <a:spLocks noGrp="1"/>
          </p:cNvSpPr>
          <p:nvPr>
            <p:ph idx="1"/>
          </p:nvPr>
        </p:nvSpPr>
        <p:spPr>
          <a:xfrm>
            <a:off x="12870392" y="874184"/>
            <a:ext cx="18402300" cy="18729325"/>
          </a:xfrm>
        </p:spPr>
        <p:txBody>
          <a:bodyPr/>
          <a:lstStyle>
            <a:defPPr>
              <a:defRPr kern="1200"/>
            </a:defPPr>
            <a:lvl1pPr>
              <a:defRPr sz="2133"/>
            </a:lvl1pPr>
            <a:lvl2pPr>
              <a:defRPr sz="1867"/>
            </a:lvl2pPr>
            <a:lvl3pPr>
              <a:defRPr sz="1600"/>
            </a:lvl3pPr>
            <a:lvl4pPr>
              <a:defRPr sz="1333"/>
            </a:lvl4pPr>
            <a:lvl5pPr>
              <a:defRPr sz="1333"/>
            </a:lvl5pPr>
            <a:lvl6pPr>
              <a:defRPr sz="1333"/>
            </a:lvl6pPr>
            <a:lvl7pPr>
              <a:defRPr sz="1333"/>
            </a:lvl7pPr>
            <a:lvl8pPr>
              <a:defRPr sz="1333"/>
            </a:lvl8pPr>
            <a:lvl9pPr>
              <a:defRPr sz="133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645709" y="4592109"/>
            <a:ext cx="10829925" cy="15011400"/>
          </a:xfrm>
        </p:spPr>
        <p:txBody>
          <a:bodyPr/>
          <a:lstStyle>
            <a:defPPr>
              <a:defRPr kern="1200"/>
            </a:defPPr>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96691E56-DA67-4BF5-BA67-706F30B37046}" type="slidenum">
              <a:rPr lang="en-US"/>
              <a:pPr>
                <a:defRPr/>
              </a:pPr>
              <a:t>‹#›</a:t>
            </a:fld>
            <a:endParaRPr lang="en-US"/>
          </a:p>
        </p:txBody>
      </p:sp>
    </p:spTree>
    <p:extLst>
      <p:ext uri="{BB962C8B-B14F-4D97-AF65-F5344CB8AC3E}">
        <p14:creationId xmlns:p14="http://schemas.microsoft.com/office/powerpoint/2010/main" val="3982895616"/>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452659" y="15361710"/>
            <a:ext cx="19750618" cy="1813983"/>
          </a:xfrm>
        </p:spPr>
        <p:txBody>
          <a:bodyPr anchor="b"/>
          <a:lstStyle>
            <a:defPPr>
              <a:defRPr kern="1200"/>
            </a:defPPr>
            <a:lvl1pPr algn="l">
              <a:defRPr sz="1333" b="1"/>
            </a:lvl1pPr>
          </a:lstStyle>
          <a:p>
            <a:r>
              <a:rPr lang="en-US"/>
              <a:t>Click to edit Master title style</a:t>
            </a:r>
          </a:p>
        </p:txBody>
      </p:sp>
      <p:sp>
        <p:nvSpPr>
          <p:cNvPr id="3" name="Picture Placeholder 2"/>
          <p:cNvSpPr>
            <a:spLocks noGrp="1"/>
          </p:cNvSpPr>
          <p:nvPr>
            <p:ph type="pic" idx="1"/>
          </p:nvPr>
        </p:nvSpPr>
        <p:spPr>
          <a:xfrm>
            <a:off x="6452659" y="1961092"/>
            <a:ext cx="19750618" cy="13166725"/>
          </a:xfrm>
        </p:spPr>
        <p:txBody>
          <a:bodyPr/>
          <a:lstStyle>
            <a:defPPr>
              <a:defRPr kern="1200"/>
            </a:defPPr>
            <a:lvl1pPr marL="0" indent="0">
              <a:buNone/>
              <a:defRPr sz="2133"/>
            </a:lvl1pPr>
            <a:lvl2pPr marL="304815" indent="0">
              <a:buNone/>
              <a:defRPr sz="1867"/>
            </a:lvl2pPr>
            <a:lvl3pPr marL="609630" indent="0">
              <a:buNone/>
              <a:defRPr sz="1600"/>
            </a:lvl3pPr>
            <a:lvl4pPr marL="914446" indent="0">
              <a:buNone/>
              <a:defRPr sz="1333"/>
            </a:lvl4pPr>
            <a:lvl5pPr marL="1219261" indent="0">
              <a:buNone/>
              <a:defRPr sz="1333"/>
            </a:lvl5pPr>
            <a:lvl6pPr marL="1524076" indent="0">
              <a:buNone/>
              <a:defRPr sz="1333"/>
            </a:lvl6pPr>
            <a:lvl7pPr marL="1828891" indent="0">
              <a:buNone/>
              <a:defRPr sz="1333"/>
            </a:lvl7pPr>
            <a:lvl8pPr marL="2133707" indent="0">
              <a:buNone/>
              <a:defRPr sz="1333"/>
            </a:lvl8pPr>
            <a:lvl9pPr marL="2438522" indent="0">
              <a:buNone/>
              <a:defRPr sz="1333"/>
            </a:lvl9pPr>
          </a:lstStyle>
          <a:p>
            <a:pPr lvl="0"/>
            <a:endParaRPr lang="en-US" noProof="0"/>
          </a:p>
        </p:txBody>
      </p:sp>
      <p:sp>
        <p:nvSpPr>
          <p:cNvPr id="4" name="Text Placeholder 3"/>
          <p:cNvSpPr>
            <a:spLocks noGrp="1"/>
          </p:cNvSpPr>
          <p:nvPr>
            <p:ph type="body" sz="half" idx="2"/>
          </p:nvPr>
        </p:nvSpPr>
        <p:spPr>
          <a:xfrm>
            <a:off x="6452659" y="17175693"/>
            <a:ext cx="19750618" cy="2574925"/>
          </a:xfrm>
        </p:spPr>
        <p:txBody>
          <a:bodyPr/>
          <a:lstStyle>
            <a:defPPr>
              <a:defRPr kern="1200"/>
            </a:defPPr>
            <a:lvl1pPr marL="0" indent="0">
              <a:buNone/>
              <a:defRPr sz="933"/>
            </a:lvl1pPr>
            <a:lvl2pPr marL="304815" indent="0">
              <a:buNone/>
              <a:defRPr sz="800"/>
            </a:lvl2pPr>
            <a:lvl3pPr marL="609630" indent="0">
              <a:buNone/>
              <a:defRPr sz="667"/>
            </a:lvl3pPr>
            <a:lvl4pPr marL="914446" indent="0">
              <a:buNone/>
              <a:defRPr sz="600"/>
            </a:lvl4pPr>
            <a:lvl5pPr marL="1219261" indent="0">
              <a:buNone/>
              <a:defRPr sz="600"/>
            </a:lvl5pPr>
            <a:lvl6pPr marL="1524076" indent="0">
              <a:buNone/>
              <a:defRPr sz="600"/>
            </a:lvl6pPr>
            <a:lvl7pPr marL="1828891" indent="0">
              <a:buNone/>
              <a:defRPr sz="600"/>
            </a:lvl7pPr>
            <a:lvl8pPr marL="2133707" indent="0">
              <a:buNone/>
              <a:defRPr sz="600"/>
            </a:lvl8pPr>
            <a:lvl9pPr marL="2438522" indent="0">
              <a:buNone/>
              <a:defRPr sz="600"/>
            </a:lvl9pPr>
          </a:lstStyle>
          <a:p>
            <a:pPr lvl="0"/>
            <a:r>
              <a:rPr lang="en-US"/>
              <a:t>Click to edit Master text styles</a:t>
            </a:r>
          </a:p>
        </p:txBody>
      </p:sp>
      <p:sp>
        <p:nvSpPr>
          <p:cNvPr id="5"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6"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7" name="Rectangle 6"/>
          <p:cNvSpPr>
            <a:spLocks noGrp="1" noChangeArrowheads="1"/>
          </p:cNvSpPr>
          <p:nvPr>
            <p:ph type="sldNum" sz="quarter" idx="12"/>
          </p:nvPr>
        </p:nvSpPr>
        <p:spPr/>
        <p:txBody>
          <a:bodyPr/>
          <a:lstStyle>
            <a:defPPr>
              <a:defRPr kern="1200"/>
            </a:defPPr>
            <a:lvl1pPr>
              <a:defRPr/>
            </a:lvl1pPr>
          </a:lstStyle>
          <a:p>
            <a:pPr>
              <a:defRPr/>
            </a:pPr>
            <a:fld id="{87F51DAE-E528-43E1-8BE0-91521416EFB0}" type="slidenum">
              <a:rPr lang="en-US"/>
              <a:pPr>
                <a:defRPr/>
              </a:pPr>
              <a:t>‹#›</a:t>
            </a:fld>
            <a:endParaRPr lang="en-US"/>
          </a:p>
        </p:txBody>
      </p:sp>
    </p:spTree>
    <p:extLst>
      <p:ext uri="{BB962C8B-B14F-4D97-AF65-F5344CB8AC3E}">
        <p14:creationId xmlns:p14="http://schemas.microsoft.com/office/powerpoint/2010/main" val="215429485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defPPr>
              <a:defRPr kern="1200"/>
            </a:defPPr>
          </a:lstStyle>
          <a:p>
            <a:r>
              <a:rPr lang="en-US"/>
              <a:t>Click to edit Master title style</a:t>
            </a:r>
          </a:p>
        </p:txBody>
      </p:sp>
      <p:sp>
        <p:nvSpPr>
          <p:cNvPr id="3" name="Vertical Text Placeholder 2"/>
          <p:cNvSpPr>
            <a:spLocks noGrp="1"/>
          </p:cNvSpPr>
          <p:nvPr>
            <p:ph type="body" orient="vert" idx="1"/>
          </p:nvPr>
        </p:nvSpPr>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2DA27A25-0059-41B6-A6E5-54D93C10805F}" type="slidenum">
              <a:rPr lang="en-US"/>
              <a:pPr>
                <a:defRPr/>
              </a:pPr>
              <a:t>‹#›</a:t>
            </a:fld>
            <a:endParaRPr lang="en-US"/>
          </a:p>
        </p:txBody>
      </p:sp>
    </p:spTree>
    <p:extLst>
      <p:ext uri="{BB962C8B-B14F-4D97-AF65-F5344CB8AC3E}">
        <p14:creationId xmlns:p14="http://schemas.microsoft.com/office/powerpoint/2010/main" val="4181187469"/>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453727" y="1950509"/>
            <a:ext cx="6994525" cy="17556693"/>
          </a:xfrm>
        </p:spPr>
        <p:txBody>
          <a:bodyPr vert="eaVert"/>
          <a:lstStyle>
            <a:defPPr>
              <a:defRPr kern="1200"/>
            </a:defPPr>
          </a:lstStyle>
          <a:p>
            <a:r>
              <a:rPr lang="en-US"/>
              <a:t>Click to edit Master title style</a:t>
            </a:r>
          </a:p>
        </p:txBody>
      </p:sp>
      <p:sp>
        <p:nvSpPr>
          <p:cNvPr id="3" name="Vertical Text Placeholder 2"/>
          <p:cNvSpPr>
            <a:spLocks noGrp="1"/>
          </p:cNvSpPr>
          <p:nvPr>
            <p:ph type="body" orient="vert" idx="1"/>
          </p:nvPr>
        </p:nvSpPr>
        <p:spPr>
          <a:xfrm>
            <a:off x="2470151" y="1950509"/>
            <a:ext cx="20881977" cy="17556693"/>
          </a:xfrm>
        </p:spPr>
        <p:txBody>
          <a:bodyPr vert="eaVert"/>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defPPr>
              <a:defRPr kern="1200"/>
            </a:defPPr>
            <a:lvl1pPr>
              <a:defRPr/>
            </a:lvl1pPr>
          </a:lstStyle>
          <a:p>
            <a:pPr>
              <a:defRPr/>
            </a:pPr>
            <a:endParaRPr lang="en-US"/>
          </a:p>
        </p:txBody>
      </p:sp>
      <p:sp>
        <p:nvSpPr>
          <p:cNvPr id="5" name="Rectangle 5"/>
          <p:cNvSpPr>
            <a:spLocks noGrp="1" noChangeArrowheads="1"/>
          </p:cNvSpPr>
          <p:nvPr>
            <p:ph type="ftr" sz="quarter" idx="11"/>
          </p:nvPr>
        </p:nvSpPr>
        <p:spPr/>
        <p:txBody>
          <a:bodyPr/>
          <a:lstStyle>
            <a:defPPr>
              <a:defRPr kern="1200"/>
            </a:defPPr>
            <a:lvl1pPr>
              <a:defRPr/>
            </a:lvl1pPr>
          </a:lstStyle>
          <a:p>
            <a:pPr>
              <a:defRPr/>
            </a:pPr>
            <a:endParaRPr lang="en-US"/>
          </a:p>
        </p:txBody>
      </p:sp>
      <p:sp>
        <p:nvSpPr>
          <p:cNvPr id="6" name="Rectangle 6"/>
          <p:cNvSpPr>
            <a:spLocks noGrp="1" noChangeArrowheads="1"/>
          </p:cNvSpPr>
          <p:nvPr>
            <p:ph type="sldNum" sz="quarter" idx="12"/>
          </p:nvPr>
        </p:nvSpPr>
        <p:spPr/>
        <p:txBody>
          <a:bodyPr/>
          <a:lstStyle>
            <a:defPPr>
              <a:defRPr kern="1200"/>
            </a:defPPr>
            <a:lvl1pPr>
              <a:defRPr/>
            </a:lvl1pPr>
          </a:lstStyle>
          <a:p>
            <a:pPr>
              <a:defRPr/>
            </a:pPr>
            <a:fld id="{043B26BC-A2E6-4CDA-9F76-12293F26600A}" type="slidenum">
              <a:rPr lang="en-US"/>
              <a:pPr>
                <a:defRPr/>
              </a:pPr>
              <a:t>‹#›</a:t>
            </a:fld>
            <a:endParaRPr lang="en-US"/>
          </a:p>
        </p:txBody>
      </p:sp>
    </p:spTree>
    <p:extLst>
      <p:ext uri="{BB962C8B-B14F-4D97-AF65-F5344CB8AC3E}">
        <p14:creationId xmlns:p14="http://schemas.microsoft.com/office/powerpoint/2010/main" val="3494185400"/>
      </p:ext>
    </p:extLst>
  </p:cSld>
  <p:clrMapOvr>
    <a:masterClrMapping/>
  </p:clrMapOvr>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0">
          <a:gsLst>
            <a:gs pos="0">
              <a:srgbClr val="FFFFFF"/>
            </a:gs>
            <a:gs pos="100000">
              <a:srgbClr val="0094B3"/>
            </a:gs>
          </a:gsLst>
          <a:lin ang="5400000" scaled="1"/>
        </a:gra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2470548" y="1950509"/>
            <a:ext cx="27977306" cy="3657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26714" tIns="213357" rIns="426714" bIns="213357" anchor="ctr" anchorCtr="0" compatLnSpc="1">
            <a:prstTxWarp prst="textNoShape">
              <a:avLst/>
            </a:prstTxWarp>
          </a:bodyPr>
          <a:lstStyle>
            <a:defPPr>
              <a:defRPr kern="1200"/>
            </a:defPPr>
          </a:lstStyle>
          <a:p>
            <a:pPr lvl="0"/>
            <a:r>
              <a:rPr lang="en-US"/>
              <a:t>Click to edit Master title style</a:t>
            </a:r>
          </a:p>
        </p:txBody>
      </p:sp>
      <p:sp>
        <p:nvSpPr>
          <p:cNvPr id="1027" name="Rectangle 3"/>
          <p:cNvSpPr>
            <a:spLocks noGrp="1" noChangeArrowheads="1"/>
          </p:cNvSpPr>
          <p:nvPr>
            <p:ph type="body" idx="1"/>
          </p:nvPr>
        </p:nvSpPr>
        <p:spPr bwMode="auto">
          <a:xfrm>
            <a:off x="2470548" y="6339417"/>
            <a:ext cx="27977306" cy="1316778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26714" tIns="213357" rIns="426714" bIns="213357" anchor="t" anchorCtr="0" compatLnSpc="1">
            <a:prstTxWarp prst="textNoShape">
              <a:avLst/>
            </a:prstTxWarp>
          </a:bodyPr>
          <a:lstStyle>
            <a:defPPr>
              <a:defRPr kern="1200"/>
            </a:def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2470547" y="19995093"/>
            <a:ext cx="6858000" cy="146261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26714" tIns="213357" rIns="426714" bIns="213357" anchor="t" anchorCtr="0" compatLnSpc="1">
            <a:prstTxWarp prst="textNoShape">
              <a:avLst/>
            </a:prstTxWarp>
          </a:bodyPr>
          <a:lstStyle>
            <a:defPPr>
              <a:defRPr kern="1200"/>
            </a:defPPr>
            <a:lvl1pPr defTabSz="2844942">
              <a:defRPr sz="4334"/>
            </a:lvl1pPr>
          </a:lstStyle>
          <a:p>
            <a:pPr>
              <a:defRPr/>
            </a:pPr>
            <a:endParaRPr lang="en-US"/>
          </a:p>
        </p:txBody>
      </p:sp>
      <p:sp>
        <p:nvSpPr>
          <p:cNvPr id="1029" name="Rectangle 5"/>
          <p:cNvSpPr>
            <a:spLocks noGrp="1" noChangeArrowheads="1"/>
          </p:cNvSpPr>
          <p:nvPr>
            <p:ph type="ftr" sz="quarter" idx="3"/>
          </p:nvPr>
        </p:nvSpPr>
        <p:spPr bwMode="auto">
          <a:xfrm>
            <a:off x="11245454" y="19995093"/>
            <a:ext cx="10427494" cy="146261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26714" tIns="213357" rIns="426714" bIns="213357" anchor="t" anchorCtr="0" compatLnSpc="1">
            <a:prstTxWarp prst="textNoShape">
              <a:avLst/>
            </a:prstTxWarp>
          </a:bodyPr>
          <a:lstStyle>
            <a:defPPr>
              <a:defRPr kern="1200"/>
            </a:defPPr>
            <a:lvl1pPr algn="ctr" defTabSz="2844942">
              <a:defRPr sz="4334"/>
            </a:lvl1pPr>
          </a:lstStyle>
          <a:p>
            <a:pPr>
              <a:defRPr/>
            </a:pPr>
            <a:endParaRPr lang="en-US"/>
          </a:p>
        </p:txBody>
      </p:sp>
      <p:sp>
        <p:nvSpPr>
          <p:cNvPr id="1030" name="Rectangle 6"/>
          <p:cNvSpPr>
            <a:spLocks noGrp="1" noChangeArrowheads="1"/>
          </p:cNvSpPr>
          <p:nvPr>
            <p:ph type="sldNum" sz="quarter" idx="4"/>
          </p:nvPr>
        </p:nvSpPr>
        <p:spPr bwMode="auto">
          <a:xfrm>
            <a:off x="23589855" y="19995093"/>
            <a:ext cx="6858000" cy="146261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426714" tIns="213357" rIns="426714" bIns="213357" anchor="t" anchorCtr="0" compatLnSpc="1">
            <a:prstTxWarp prst="textNoShape">
              <a:avLst/>
            </a:prstTxWarp>
          </a:bodyPr>
          <a:lstStyle>
            <a:defPPr>
              <a:defRPr kern="1200"/>
            </a:defPPr>
            <a:lvl1pPr algn="r" defTabSz="2844942">
              <a:defRPr sz="4334"/>
            </a:lvl1pPr>
          </a:lstStyle>
          <a:p>
            <a:pPr>
              <a:defRPr/>
            </a:pPr>
            <a:fld id="{469A0CB4-D18D-4AEF-B324-9EDF067D136D}" type="slidenum">
              <a:rPr lang="en-US"/>
              <a:pPr>
                <a:defRPr/>
              </a:pPr>
              <a:t>‹#›</a:t>
            </a:fld>
            <a:endParaRPr lang="en-US"/>
          </a:p>
        </p:txBody>
      </p:sp>
      <p:pic>
        <p:nvPicPr>
          <p:cNvPr id="1031" name="New picture"/>
          <p:cNvPicPr/>
          <p:nvPr/>
        </p:nvPicPr>
        <p:blipFill>
          <a:blip r:embed="rId13"/>
          <a:stretch>
            <a:fillRect/>
          </a:stretch>
        </p:blipFill>
        <p:spPr>
          <a:xfrm rot="16200000">
            <a:off x="-11074400" y="10972800"/>
            <a:ext cx="14274800" cy="3937000"/>
          </a:xfrm>
          <a:prstGeom prst="rect">
            <a:avLst/>
          </a:prstGeom>
        </p:spPr>
      </p:pic>
      <p:pic>
        <p:nvPicPr>
          <p:cNvPr id="1032" name="New picture"/>
          <p:cNvPicPr/>
          <p:nvPr/>
        </p:nvPicPr>
        <p:blipFill>
          <a:blip r:embed="rId13"/>
          <a:stretch>
            <a:fillRect/>
          </a:stretch>
        </p:blipFill>
        <p:spPr>
          <a:xfrm rot="5400000">
            <a:off x="29718000" y="10972800"/>
            <a:ext cx="14274800" cy="3937000"/>
          </a:xfrm>
          <a:prstGeom prst="rect">
            <a:avLst/>
          </a:prstGeom>
        </p:spPr>
      </p:pic>
      <p:pic>
        <p:nvPicPr>
          <p:cNvPr id="1033" name="New picture"/>
          <p:cNvPicPr/>
          <p:nvPr/>
        </p:nvPicPr>
        <p:blipFill>
          <a:blip r:embed="rId14"/>
          <a:stretch>
            <a:fillRect/>
          </a:stretch>
        </p:blipFill>
        <p:spPr>
          <a:xfrm>
            <a:off x="1460500" y="22453600"/>
            <a:ext cx="29997400" cy="1447800"/>
          </a:xfrm>
          <a:prstGeom prst="rect">
            <a:avLst/>
          </a:prstGeom>
        </p:spPr>
      </p:pic>
      <p:sp>
        <p:nvSpPr>
          <p:cNvPr id="1034" name="New shape"/>
          <p:cNvSpPr/>
          <p:nvPr/>
        </p:nvSpPr>
        <p:spPr>
          <a:xfrm>
            <a:off x="1460500" y="23025100"/>
            <a:ext cx="16459200" cy="127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sz="4560">
                <a:solidFill>
                  <a:srgbClr val="808080"/>
                </a:solidFill>
              </a:rPr>
              <a:t>Template ID: persuadingsapphire  Size: 36x24</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txStyles>
    <p:titleStyle>
      <a:defPPr>
        <a:defRPr kern="1200"/>
      </a:defPPr>
      <a:lvl1pPr algn="ctr" defTabSz="2844942" rtl="0" eaLnBrk="0" fontAlgn="base" hangingPunct="0">
        <a:spcBef>
          <a:spcPct val="0"/>
        </a:spcBef>
        <a:spcAft>
          <a:spcPct val="0"/>
        </a:spcAft>
        <a:defRPr sz="13667">
          <a:solidFill>
            <a:schemeClr val="tx2"/>
          </a:solidFill>
          <a:latin typeface="+mj-lt"/>
          <a:ea typeface="+mj-ea"/>
          <a:cs typeface="+mj-cs"/>
        </a:defRPr>
      </a:lvl1pPr>
      <a:lvl2pPr algn="ctr" defTabSz="2844942" rtl="0" eaLnBrk="0" fontAlgn="base" hangingPunct="0">
        <a:spcBef>
          <a:spcPct val="0"/>
        </a:spcBef>
        <a:spcAft>
          <a:spcPct val="0"/>
        </a:spcAft>
        <a:defRPr sz="13667">
          <a:solidFill>
            <a:schemeClr val="tx2"/>
          </a:solidFill>
          <a:latin typeface="Times New Roman" pitchFamily="18" charset="0"/>
        </a:defRPr>
      </a:lvl2pPr>
      <a:lvl3pPr algn="ctr" defTabSz="2844942" rtl="0" eaLnBrk="0" fontAlgn="base" hangingPunct="0">
        <a:spcBef>
          <a:spcPct val="0"/>
        </a:spcBef>
        <a:spcAft>
          <a:spcPct val="0"/>
        </a:spcAft>
        <a:defRPr sz="13667">
          <a:solidFill>
            <a:schemeClr val="tx2"/>
          </a:solidFill>
          <a:latin typeface="Times New Roman" pitchFamily="18" charset="0"/>
        </a:defRPr>
      </a:lvl3pPr>
      <a:lvl4pPr algn="ctr" defTabSz="2844942" rtl="0" eaLnBrk="0" fontAlgn="base" hangingPunct="0">
        <a:spcBef>
          <a:spcPct val="0"/>
        </a:spcBef>
        <a:spcAft>
          <a:spcPct val="0"/>
        </a:spcAft>
        <a:defRPr sz="13667">
          <a:solidFill>
            <a:schemeClr val="tx2"/>
          </a:solidFill>
          <a:latin typeface="Times New Roman" pitchFamily="18" charset="0"/>
        </a:defRPr>
      </a:lvl4pPr>
      <a:lvl5pPr algn="ctr" defTabSz="2844942" rtl="0" eaLnBrk="0" fontAlgn="base" hangingPunct="0">
        <a:spcBef>
          <a:spcPct val="0"/>
        </a:spcBef>
        <a:spcAft>
          <a:spcPct val="0"/>
        </a:spcAft>
        <a:defRPr sz="13667">
          <a:solidFill>
            <a:schemeClr val="tx2"/>
          </a:solidFill>
          <a:latin typeface="Times New Roman" pitchFamily="18" charset="0"/>
        </a:defRPr>
      </a:lvl5pPr>
      <a:lvl6pPr marL="304815" algn="ctr" defTabSz="2844942" rtl="0" eaLnBrk="0" fontAlgn="base" hangingPunct="0">
        <a:spcBef>
          <a:spcPct val="0"/>
        </a:spcBef>
        <a:spcAft>
          <a:spcPct val="0"/>
        </a:spcAft>
        <a:defRPr sz="13667">
          <a:solidFill>
            <a:schemeClr val="tx2"/>
          </a:solidFill>
          <a:latin typeface="Times New Roman" pitchFamily="18" charset="0"/>
        </a:defRPr>
      </a:lvl6pPr>
      <a:lvl7pPr marL="609630" algn="ctr" defTabSz="2844942" rtl="0" eaLnBrk="0" fontAlgn="base" hangingPunct="0">
        <a:spcBef>
          <a:spcPct val="0"/>
        </a:spcBef>
        <a:spcAft>
          <a:spcPct val="0"/>
        </a:spcAft>
        <a:defRPr sz="13667">
          <a:solidFill>
            <a:schemeClr val="tx2"/>
          </a:solidFill>
          <a:latin typeface="Times New Roman" pitchFamily="18" charset="0"/>
        </a:defRPr>
      </a:lvl7pPr>
      <a:lvl8pPr marL="914446" algn="ctr" defTabSz="2844942" rtl="0" eaLnBrk="0" fontAlgn="base" hangingPunct="0">
        <a:spcBef>
          <a:spcPct val="0"/>
        </a:spcBef>
        <a:spcAft>
          <a:spcPct val="0"/>
        </a:spcAft>
        <a:defRPr sz="13667">
          <a:solidFill>
            <a:schemeClr val="tx2"/>
          </a:solidFill>
          <a:latin typeface="Times New Roman" pitchFamily="18" charset="0"/>
        </a:defRPr>
      </a:lvl8pPr>
      <a:lvl9pPr marL="1219261" algn="ctr" defTabSz="2844942" rtl="0" eaLnBrk="0" fontAlgn="base" hangingPunct="0">
        <a:spcBef>
          <a:spcPct val="0"/>
        </a:spcBef>
        <a:spcAft>
          <a:spcPct val="0"/>
        </a:spcAft>
        <a:defRPr sz="13667">
          <a:solidFill>
            <a:schemeClr val="tx2"/>
          </a:solidFill>
          <a:latin typeface="Times New Roman" pitchFamily="18" charset="0"/>
        </a:defRPr>
      </a:lvl9pPr>
    </p:titleStyle>
    <p:bodyStyle>
      <a:defPPr>
        <a:defRPr kern="1200"/>
      </a:defPPr>
      <a:lvl1pPr marL="1066853" indent="-1066853" algn="l" defTabSz="2844942" rtl="0" eaLnBrk="0" fontAlgn="base" hangingPunct="0">
        <a:spcBef>
          <a:spcPct val="20000"/>
        </a:spcBef>
        <a:spcAft>
          <a:spcPct val="0"/>
        </a:spcAft>
        <a:buChar char="•"/>
        <a:defRPr sz="9934">
          <a:solidFill>
            <a:schemeClr val="tx1"/>
          </a:solidFill>
          <a:latin typeface="+mn-lt"/>
          <a:ea typeface="+mn-ea"/>
          <a:cs typeface="+mn-cs"/>
        </a:defRPr>
      </a:lvl1pPr>
      <a:lvl2pPr marL="2311516" indent="-889044" algn="l" defTabSz="2844942" rtl="0" eaLnBrk="0" fontAlgn="base" hangingPunct="0">
        <a:spcBef>
          <a:spcPct val="20000"/>
        </a:spcBef>
        <a:spcAft>
          <a:spcPct val="0"/>
        </a:spcAft>
        <a:buChar char="–"/>
        <a:defRPr sz="8734">
          <a:solidFill>
            <a:schemeClr val="tx1"/>
          </a:solidFill>
          <a:latin typeface="+mn-lt"/>
        </a:defRPr>
      </a:lvl2pPr>
      <a:lvl3pPr marL="3556178" indent="-711236" algn="l" defTabSz="2844942" rtl="0" eaLnBrk="0" fontAlgn="base" hangingPunct="0">
        <a:spcBef>
          <a:spcPct val="20000"/>
        </a:spcBef>
        <a:spcAft>
          <a:spcPct val="0"/>
        </a:spcAft>
        <a:buChar char="•"/>
        <a:defRPr sz="7467">
          <a:solidFill>
            <a:schemeClr val="tx1"/>
          </a:solidFill>
          <a:latin typeface="+mn-lt"/>
        </a:defRPr>
      </a:lvl3pPr>
      <a:lvl4pPr marL="4978649" indent="-711236" algn="l" defTabSz="2844942" rtl="0" eaLnBrk="0" fontAlgn="base" hangingPunct="0">
        <a:spcBef>
          <a:spcPct val="20000"/>
        </a:spcBef>
        <a:spcAft>
          <a:spcPct val="0"/>
        </a:spcAft>
        <a:buChar char="–"/>
        <a:defRPr sz="6200">
          <a:solidFill>
            <a:schemeClr val="tx1"/>
          </a:solidFill>
          <a:latin typeface="+mn-lt"/>
        </a:defRPr>
      </a:lvl4pPr>
      <a:lvl5pPr marL="6401120" indent="-711236" algn="l" defTabSz="2844942" rtl="0" eaLnBrk="0" fontAlgn="base" hangingPunct="0">
        <a:spcBef>
          <a:spcPct val="20000"/>
        </a:spcBef>
        <a:spcAft>
          <a:spcPct val="0"/>
        </a:spcAft>
        <a:buChar char="»"/>
        <a:defRPr sz="6200">
          <a:solidFill>
            <a:schemeClr val="tx1"/>
          </a:solidFill>
          <a:latin typeface="+mn-lt"/>
        </a:defRPr>
      </a:lvl5pPr>
      <a:lvl6pPr marL="6705935" indent="-711236" algn="l" defTabSz="2844942" rtl="0" eaLnBrk="0" fontAlgn="base" hangingPunct="0">
        <a:spcBef>
          <a:spcPct val="20000"/>
        </a:spcBef>
        <a:spcAft>
          <a:spcPct val="0"/>
        </a:spcAft>
        <a:buChar char="»"/>
        <a:defRPr sz="6200">
          <a:solidFill>
            <a:schemeClr val="tx1"/>
          </a:solidFill>
          <a:latin typeface="+mn-lt"/>
        </a:defRPr>
      </a:lvl6pPr>
      <a:lvl7pPr marL="7010751" indent="-711236" algn="l" defTabSz="2844942" rtl="0" eaLnBrk="0" fontAlgn="base" hangingPunct="0">
        <a:spcBef>
          <a:spcPct val="20000"/>
        </a:spcBef>
        <a:spcAft>
          <a:spcPct val="0"/>
        </a:spcAft>
        <a:buChar char="»"/>
        <a:defRPr sz="6200">
          <a:solidFill>
            <a:schemeClr val="tx1"/>
          </a:solidFill>
          <a:latin typeface="+mn-lt"/>
        </a:defRPr>
      </a:lvl7pPr>
      <a:lvl8pPr marL="7315566" indent="-711236" algn="l" defTabSz="2844942" rtl="0" eaLnBrk="0" fontAlgn="base" hangingPunct="0">
        <a:spcBef>
          <a:spcPct val="20000"/>
        </a:spcBef>
        <a:spcAft>
          <a:spcPct val="0"/>
        </a:spcAft>
        <a:buChar char="»"/>
        <a:defRPr sz="6200">
          <a:solidFill>
            <a:schemeClr val="tx1"/>
          </a:solidFill>
          <a:latin typeface="+mn-lt"/>
        </a:defRPr>
      </a:lvl8pPr>
      <a:lvl9pPr marL="7620381" indent="-711236" algn="l" defTabSz="2844942" rtl="0" eaLnBrk="0" fontAlgn="base" hangingPunct="0">
        <a:spcBef>
          <a:spcPct val="20000"/>
        </a:spcBef>
        <a:spcAft>
          <a:spcPct val="0"/>
        </a:spcAft>
        <a:buChar char="»"/>
        <a:defRPr sz="6200">
          <a:solidFill>
            <a:schemeClr val="tx1"/>
          </a:solidFill>
          <a:latin typeface="+mn-lt"/>
        </a:defRPr>
      </a:lvl9pPr>
    </p:bodyStyle>
    <p:otherStyle>
      <a:defPPr>
        <a:defRPr lang="en-US"/>
      </a:defPPr>
      <a:lvl1pPr marL="0" algn="l" defTabSz="609630" rtl="0" eaLnBrk="1" latinLnBrk="0" hangingPunct="1">
        <a:defRPr sz="1200" kern="1200">
          <a:solidFill>
            <a:schemeClr val="tx1"/>
          </a:solidFill>
          <a:latin typeface="+mn-lt"/>
          <a:ea typeface="+mn-ea"/>
          <a:cs typeface="+mn-cs"/>
        </a:defRPr>
      </a:lvl1pPr>
      <a:lvl2pPr marL="304815" algn="l" defTabSz="609630" rtl="0" eaLnBrk="1" latinLnBrk="0" hangingPunct="1">
        <a:defRPr sz="1200" kern="1200">
          <a:solidFill>
            <a:schemeClr val="tx1"/>
          </a:solidFill>
          <a:latin typeface="+mn-lt"/>
          <a:ea typeface="+mn-ea"/>
          <a:cs typeface="+mn-cs"/>
        </a:defRPr>
      </a:lvl2pPr>
      <a:lvl3pPr marL="609630" algn="l" defTabSz="609630" rtl="0" eaLnBrk="1" latinLnBrk="0" hangingPunct="1">
        <a:defRPr sz="1200" kern="1200">
          <a:solidFill>
            <a:schemeClr val="tx1"/>
          </a:solidFill>
          <a:latin typeface="+mn-lt"/>
          <a:ea typeface="+mn-ea"/>
          <a:cs typeface="+mn-cs"/>
        </a:defRPr>
      </a:lvl3pPr>
      <a:lvl4pPr marL="914446" algn="l" defTabSz="609630" rtl="0" eaLnBrk="1" latinLnBrk="0" hangingPunct="1">
        <a:defRPr sz="1200" kern="1200">
          <a:solidFill>
            <a:schemeClr val="tx1"/>
          </a:solidFill>
          <a:latin typeface="+mn-lt"/>
          <a:ea typeface="+mn-ea"/>
          <a:cs typeface="+mn-cs"/>
        </a:defRPr>
      </a:lvl4pPr>
      <a:lvl5pPr marL="1219261" algn="l" defTabSz="609630" rtl="0" eaLnBrk="1" latinLnBrk="0" hangingPunct="1">
        <a:defRPr sz="1200" kern="1200">
          <a:solidFill>
            <a:schemeClr val="tx1"/>
          </a:solidFill>
          <a:latin typeface="+mn-lt"/>
          <a:ea typeface="+mn-ea"/>
          <a:cs typeface="+mn-cs"/>
        </a:defRPr>
      </a:lvl5pPr>
      <a:lvl6pPr marL="1524076" algn="l" defTabSz="609630" rtl="0" eaLnBrk="1" latinLnBrk="0" hangingPunct="1">
        <a:defRPr sz="1200" kern="1200">
          <a:solidFill>
            <a:schemeClr val="tx1"/>
          </a:solidFill>
          <a:latin typeface="+mn-lt"/>
          <a:ea typeface="+mn-ea"/>
          <a:cs typeface="+mn-cs"/>
        </a:defRPr>
      </a:lvl6pPr>
      <a:lvl7pPr marL="1828891" algn="l" defTabSz="609630" rtl="0" eaLnBrk="1" latinLnBrk="0" hangingPunct="1">
        <a:defRPr sz="1200" kern="1200">
          <a:solidFill>
            <a:schemeClr val="tx1"/>
          </a:solidFill>
          <a:latin typeface="+mn-lt"/>
          <a:ea typeface="+mn-ea"/>
          <a:cs typeface="+mn-cs"/>
        </a:defRPr>
      </a:lvl7pPr>
      <a:lvl8pPr marL="2133707" algn="l" defTabSz="609630" rtl="0" eaLnBrk="1" latinLnBrk="0" hangingPunct="1">
        <a:defRPr sz="1200" kern="1200">
          <a:solidFill>
            <a:schemeClr val="tx1"/>
          </a:solidFill>
          <a:latin typeface="+mn-lt"/>
          <a:ea typeface="+mn-ea"/>
          <a:cs typeface="+mn-cs"/>
        </a:defRPr>
      </a:lvl8pPr>
      <a:lvl9pPr marL="2438522" algn="l" defTabSz="609630" rtl="0" eaLnBrk="1" latinLnBrk="0" hangingPunct="1">
        <a:defRPr sz="12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3.jpeg"/><Relationship Id="rId4" Type="http://schemas.openxmlformats.org/officeDocument/2006/relationships/hyperlink" Target="https://www.chcf.org/" TargetMode="External"/><Relationship Id="rId5" Type="http://schemas.openxmlformats.org/officeDocument/2006/relationships/hyperlink" Target="https://www.cdc.gov/vaccines/imz-managers/coverage/adultvaxview/" TargetMode="External"/><Relationship Id="rId6" Type="http://schemas.openxmlformats.org/officeDocument/2006/relationships/image" Target="../media/image4.png"/><Relationship Id="rId7" Type="http://schemas.openxmlformats.org/officeDocument/2006/relationships/image" Target="../media/image5.jpeg"/><Relationship Id="rId8" Type="http://schemas.openxmlformats.org/officeDocument/2006/relationships/image" Target="../media/image6.jpeg"/><Relationship Id="rId9" Type="http://schemas.openxmlformats.org/officeDocument/2006/relationships/image" Target="../media/image7.png"/><Relationship Id="rId10"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0">
          <a:gsLst>
            <a:gs pos="0">
              <a:srgbClr val="FFFFFF"/>
            </a:gs>
            <a:gs pos="100000">
              <a:srgbClr val="1482A5"/>
            </a:gs>
          </a:gsLst>
          <a:lin ang="5400000" scaled="1"/>
        </a:gradFill>
        <a:effectLst/>
      </p:bgPr>
    </p:bg>
    <p:spTree>
      <p:nvGrpSpPr>
        <p:cNvPr id="1" name=""/>
        <p:cNvGrpSpPr/>
        <p:nvPr/>
      </p:nvGrpSpPr>
      <p:grpSpPr>
        <a:xfrm>
          <a:off x="0" y="0"/>
          <a:ext cx="0" cy="0"/>
          <a:chOff x="0" y="0"/>
          <a:chExt cx="0" cy="0"/>
        </a:xfrm>
      </p:grpSpPr>
      <p:sp>
        <p:nvSpPr>
          <p:cNvPr id="41" name="Title 11">
            <a:extLst>
              <a:ext uri="{FF2B5EF4-FFF2-40B4-BE49-F238E27FC236}">
                <a16:creationId xmlns:a16="http://schemas.microsoft.com/office/drawing/2014/main" id="{8785E597-B0C8-4CA8-9A56-A0F3996D088D}"/>
              </a:ext>
            </a:extLst>
          </p:cNvPr>
          <p:cNvSpPr txBox="1"/>
          <p:nvPr/>
        </p:nvSpPr>
        <p:spPr>
          <a:xfrm>
            <a:off x="4267200" y="923679"/>
            <a:ext cx="24384000" cy="1831290"/>
          </a:xfrm>
          <a:prstGeom prst="rect">
            <a:avLst/>
          </a:prstGeom>
        </p:spPr>
        <p:txBody>
          <a:bodyPr lIns="85344" tIns="42672" rIns="85344" bIns="42672"/>
          <a:lstStyle>
            <a:defPPr>
              <a:defRPr kern="1200"/>
            </a:defPPr>
            <a:lvl1pPr algn="ctr" defTabSz="4389028" rtl="0" eaLnBrk="1" latinLnBrk="0" hangingPunct="1">
              <a:spcBef>
                <a:spcPct val="0"/>
              </a:spcBef>
              <a:buNone/>
              <a:defRPr sz="13400" kern="1200">
                <a:solidFill>
                  <a:schemeClr val="tx1"/>
                </a:solidFill>
                <a:latin typeface="+mj-lt"/>
                <a:ea typeface="+mj-ea"/>
                <a:cs typeface="+mj-cs"/>
              </a:defRPr>
            </a:lvl1pPr>
          </a:lstStyle>
          <a:p>
            <a:r>
              <a:rPr lang="en-US" sz="5700" dirty="0">
                <a:solidFill>
                  <a:srgbClr val="235078"/>
                </a:solidFill>
                <a:latin typeface="Libre Baskerville" panose="02000000000000000000" pitchFamily="2" charset="0"/>
              </a:rPr>
              <a:t>Faces of Care-Central Valley Mobile Clinic Outreach</a:t>
            </a:r>
          </a:p>
        </p:txBody>
      </p:sp>
      <p:sp>
        <p:nvSpPr>
          <p:cNvPr id="42" name="Text Placeholder 16">
            <a:extLst>
              <a:ext uri="{FF2B5EF4-FFF2-40B4-BE49-F238E27FC236}">
                <a16:creationId xmlns:a16="http://schemas.microsoft.com/office/drawing/2014/main" id="{EBC3B70E-A392-4069-A147-C1FCF37051AF}"/>
              </a:ext>
            </a:extLst>
          </p:cNvPr>
          <p:cNvSpPr txBox="1"/>
          <p:nvPr/>
        </p:nvSpPr>
        <p:spPr>
          <a:xfrm>
            <a:off x="3837562" y="2480165"/>
            <a:ext cx="24384000" cy="1338828"/>
          </a:xfrm>
          <a:prstGeom prst="rect">
            <a:avLst/>
          </a:prstGeom>
        </p:spPr>
        <p:txBody>
          <a:bodyPr lIns="85344" tIns="42672" rIns="85344" bIns="42672">
            <a:spAutoFit/>
          </a:bodyPr>
          <a:lstStyle>
            <a:defPPr>
              <a:defRPr kern="1200"/>
            </a:defPPr>
            <a:lvl1pPr marL="0" indent="0" algn="l" defTabSz="4389028" rtl="0" eaLnBrk="1" latinLnBrk="0" hangingPunct="1">
              <a:spcBef>
                <a:spcPct val="20000"/>
              </a:spcBef>
              <a:buFont typeface="Arial" pitchFamily="34" charset="0"/>
              <a:buNone/>
              <a:defRPr sz="13400" kern="1200" baseline="0">
                <a:solidFill>
                  <a:schemeClr val="tx1"/>
                </a:solidFill>
                <a:latin typeface="+mn-lt"/>
                <a:ea typeface="+mn-ea"/>
                <a:cs typeface="+mn-cs"/>
              </a:defRPr>
            </a:lvl1pPr>
            <a:lvl2pPr marL="3566086" indent="-1371572" algn="l" defTabSz="4389028" rtl="0" eaLnBrk="1" latinLnBrk="0" hangingPunct="1">
              <a:spcBef>
                <a:spcPct val="20000"/>
              </a:spcBef>
              <a:buFont typeface="Arial" pitchFamily="34" charset="0"/>
              <a:buChar char="–"/>
              <a:defRPr sz="13400" kern="1200">
                <a:solidFill>
                  <a:schemeClr val="tx1"/>
                </a:solidFill>
                <a:latin typeface="+mn-lt"/>
                <a:ea typeface="+mn-ea"/>
                <a:cs typeface="+mn-cs"/>
              </a:defRPr>
            </a:lvl2pPr>
            <a:lvl3pPr marL="5486286" indent="-1097257" algn="l" defTabSz="4389028" rtl="0" eaLnBrk="1" latinLnBrk="0" hangingPunct="1">
              <a:spcBef>
                <a:spcPct val="20000"/>
              </a:spcBef>
              <a:buFont typeface="Arial" pitchFamily="34" charset="0"/>
              <a:buChar char="•"/>
              <a:defRPr sz="11500" kern="1200">
                <a:solidFill>
                  <a:schemeClr val="tx1"/>
                </a:solidFill>
                <a:latin typeface="+mn-lt"/>
                <a:ea typeface="+mn-ea"/>
                <a:cs typeface="+mn-cs"/>
              </a:defRPr>
            </a:lvl3pPr>
            <a:lvl4pPr marL="7680800"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4pPr>
            <a:lvl5pPr marL="9875314"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5pPr>
            <a:lvl6pPr marL="12069828"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6pPr>
            <a:lvl7pPr marL="14264342"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7pPr>
            <a:lvl8pPr marL="16458857"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8pPr>
            <a:lvl9pPr marL="18653371" indent="-1097257" algn="l" defTabSz="4389028" rtl="0" eaLnBrk="1" latinLnBrk="0" hangingPunct="1">
              <a:spcBef>
                <a:spcPct val="20000"/>
              </a:spcBef>
              <a:buFont typeface="Arial" pitchFamily="34" charset="0"/>
              <a:buChar char="•"/>
              <a:defRPr sz="9700" kern="1200">
                <a:solidFill>
                  <a:schemeClr val="tx1"/>
                </a:solidFill>
                <a:latin typeface="+mn-lt"/>
                <a:ea typeface="+mn-ea"/>
                <a:cs typeface="+mn-cs"/>
              </a:defRPr>
            </a:lvl9pPr>
          </a:lstStyle>
          <a:p>
            <a:pPr algn="ctr"/>
            <a:r>
              <a:rPr lang="en-US" sz="3700" dirty="0">
                <a:solidFill>
                  <a:srgbClr val="1482A5"/>
                </a:solidFill>
                <a:latin typeface="Montserrat Light" panose="00000400000000000000" pitchFamily="50" charset="0"/>
              </a:rPr>
              <a:t>Tarab Mansoor, Gabriel Allaf, Michael Moya, </a:t>
            </a:r>
            <a:r>
              <a:rPr lang="en-US" sz="3700" dirty="0" err="1">
                <a:solidFill>
                  <a:srgbClr val="1482A5"/>
                </a:solidFill>
                <a:latin typeface="Montserrat Light" panose="00000400000000000000" pitchFamily="50" charset="0"/>
              </a:rPr>
              <a:t>Jusel</a:t>
            </a:r>
            <a:r>
              <a:rPr lang="en-US" sz="3700" dirty="0">
                <a:solidFill>
                  <a:srgbClr val="1482A5"/>
                </a:solidFill>
                <a:latin typeface="Montserrat Light" panose="00000400000000000000" pitchFamily="50" charset="0"/>
              </a:rPr>
              <a:t> </a:t>
            </a:r>
            <a:r>
              <a:rPr lang="en-US" sz="3700" dirty="0" err="1">
                <a:solidFill>
                  <a:srgbClr val="1482A5"/>
                </a:solidFill>
                <a:latin typeface="Montserrat Light" panose="00000400000000000000" pitchFamily="50" charset="0"/>
              </a:rPr>
              <a:t>Ruelan</a:t>
            </a:r>
            <a:r>
              <a:rPr lang="en-US" sz="3700" dirty="0">
                <a:solidFill>
                  <a:srgbClr val="1482A5"/>
                </a:solidFill>
                <a:latin typeface="Montserrat Light" panose="00000400000000000000" pitchFamily="50" charset="0"/>
              </a:rPr>
              <a:t>, Phillip Kim</a:t>
            </a:r>
          </a:p>
          <a:p>
            <a:pPr algn="ctr"/>
            <a:r>
              <a:rPr lang="en-US" sz="3700" dirty="0">
                <a:solidFill>
                  <a:srgbClr val="1482A5"/>
                </a:solidFill>
                <a:latin typeface="Montserrat Light" panose="00000400000000000000" pitchFamily="50" charset="0"/>
              </a:rPr>
              <a:t>Department of Family Medicine – Saint Agnes Medical Center</a:t>
            </a:r>
          </a:p>
        </p:txBody>
      </p:sp>
      <p:grpSp>
        <p:nvGrpSpPr>
          <p:cNvPr id="18" name="Group 17">
            <a:extLst>
              <a:ext uri="{FF2B5EF4-FFF2-40B4-BE49-F238E27FC236}">
                <a16:creationId xmlns:a16="http://schemas.microsoft.com/office/drawing/2014/main" id="{157E6516-6384-4588-1FE4-8A74CE613657}"/>
              </a:ext>
            </a:extLst>
          </p:cNvPr>
          <p:cNvGrpSpPr/>
          <p:nvPr/>
        </p:nvGrpSpPr>
        <p:grpSpPr>
          <a:xfrm>
            <a:off x="503219" y="4419600"/>
            <a:ext cx="31881781" cy="16760777"/>
            <a:chOff x="667394" y="4457624"/>
            <a:chExt cx="31881781" cy="16760777"/>
          </a:xfrm>
        </p:grpSpPr>
        <p:sp>
          <p:nvSpPr>
            <p:cNvPr id="46" name="Rectangle 45">
              <a:extLst>
                <a:ext uri="{FF2B5EF4-FFF2-40B4-BE49-F238E27FC236}">
                  <a16:creationId xmlns:a16="http://schemas.microsoft.com/office/drawing/2014/main" id="{2C718E78-BDD8-4BAD-851F-D423AE935B0D}"/>
                </a:ext>
              </a:extLst>
            </p:cNvPr>
            <p:cNvSpPr/>
            <p:nvPr/>
          </p:nvSpPr>
          <p:spPr>
            <a:xfrm>
              <a:off x="667394" y="4512618"/>
              <a:ext cx="7534787" cy="714598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dirty="0">
                <a:latin typeface="+mj-lt"/>
              </a:endParaRPr>
            </a:p>
          </p:txBody>
        </p:sp>
        <p:sp>
          <p:nvSpPr>
            <p:cNvPr id="47" name="Rectangle 46">
              <a:extLst>
                <a:ext uri="{FF2B5EF4-FFF2-40B4-BE49-F238E27FC236}">
                  <a16:creationId xmlns:a16="http://schemas.microsoft.com/office/drawing/2014/main" id="{B9C39BF6-8B9A-45D3-A730-4CDDF5EAA7F1}"/>
                </a:ext>
              </a:extLst>
            </p:cNvPr>
            <p:cNvSpPr/>
            <p:nvPr/>
          </p:nvSpPr>
          <p:spPr>
            <a:xfrm>
              <a:off x="16918581" y="4495801"/>
              <a:ext cx="7534787" cy="1668871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48" name="Rectangle 47">
              <a:extLst>
                <a:ext uri="{FF2B5EF4-FFF2-40B4-BE49-F238E27FC236}">
                  <a16:creationId xmlns:a16="http://schemas.microsoft.com/office/drawing/2014/main" id="{3E6D1C9C-2516-4738-BC80-673A19ECE5BD}"/>
                </a:ext>
              </a:extLst>
            </p:cNvPr>
            <p:cNvSpPr/>
            <p:nvPr/>
          </p:nvSpPr>
          <p:spPr>
            <a:xfrm>
              <a:off x="25002613" y="4512619"/>
              <a:ext cx="7534787" cy="406619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49" name="Rectangle 48">
              <a:extLst>
                <a:ext uri="{FF2B5EF4-FFF2-40B4-BE49-F238E27FC236}">
                  <a16:creationId xmlns:a16="http://schemas.microsoft.com/office/drawing/2014/main" id="{8F25EFAD-7AAF-4CAF-BA69-869B3D423F7F}"/>
                </a:ext>
              </a:extLst>
            </p:cNvPr>
            <p:cNvSpPr/>
            <p:nvPr/>
          </p:nvSpPr>
          <p:spPr>
            <a:xfrm>
              <a:off x="670560" y="11953942"/>
              <a:ext cx="7534787" cy="926445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50" name="Rectangle 49">
              <a:extLst>
                <a:ext uri="{FF2B5EF4-FFF2-40B4-BE49-F238E27FC236}">
                  <a16:creationId xmlns:a16="http://schemas.microsoft.com/office/drawing/2014/main" id="{2EC9A64B-144F-4668-B416-097C0312FF96}"/>
                </a:ext>
              </a:extLst>
            </p:cNvPr>
            <p:cNvSpPr/>
            <p:nvPr/>
          </p:nvSpPr>
          <p:spPr>
            <a:xfrm>
              <a:off x="8802191" y="11965545"/>
              <a:ext cx="7534787" cy="921896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51" name="Rectangle 50">
              <a:extLst>
                <a:ext uri="{FF2B5EF4-FFF2-40B4-BE49-F238E27FC236}">
                  <a16:creationId xmlns:a16="http://schemas.microsoft.com/office/drawing/2014/main" id="{BF801B80-E24E-4773-AC4E-37DC17B0424E}"/>
                </a:ext>
              </a:extLst>
            </p:cNvPr>
            <p:cNvSpPr/>
            <p:nvPr/>
          </p:nvSpPr>
          <p:spPr>
            <a:xfrm>
              <a:off x="8843009" y="4457624"/>
              <a:ext cx="7534787" cy="7200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52" name="Rectangle 51">
              <a:extLst>
                <a:ext uri="{FF2B5EF4-FFF2-40B4-BE49-F238E27FC236}">
                  <a16:creationId xmlns:a16="http://schemas.microsoft.com/office/drawing/2014/main" id="{F6D8A1CF-B987-4F36-8586-4BEDACCCAB04}"/>
                </a:ext>
              </a:extLst>
            </p:cNvPr>
            <p:cNvSpPr/>
            <p:nvPr/>
          </p:nvSpPr>
          <p:spPr>
            <a:xfrm>
              <a:off x="24994153" y="8763461"/>
              <a:ext cx="7543247" cy="850229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dirty="0"/>
            </a:p>
          </p:txBody>
        </p:sp>
        <p:sp>
          <p:nvSpPr>
            <p:cNvPr id="54" name="TextBox 53">
              <a:extLst>
                <a:ext uri="{FF2B5EF4-FFF2-40B4-BE49-F238E27FC236}">
                  <a16:creationId xmlns:a16="http://schemas.microsoft.com/office/drawing/2014/main" id="{E4864E4E-50A2-403F-84B8-E4F7E820612B}"/>
                </a:ext>
              </a:extLst>
            </p:cNvPr>
            <p:cNvSpPr txBox="1"/>
            <p:nvPr/>
          </p:nvSpPr>
          <p:spPr>
            <a:xfrm>
              <a:off x="803088" y="4648200"/>
              <a:ext cx="7192297" cy="461665"/>
            </a:xfrm>
            <a:prstGeom prst="rect">
              <a:avLst/>
            </a:prstGeom>
            <a:noFill/>
          </p:spPr>
          <p:txBody>
            <a:bodyPr wrap="square" rtlCol="0">
              <a:spAutoFit/>
            </a:bodyPr>
            <a:lstStyle>
              <a:defPPr>
                <a:defRPr kern="1200"/>
              </a:defPPr>
            </a:lstStyle>
            <a:p>
              <a:r>
                <a:rPr lang="en-US" sz="2400" dirty="0">
                  <a:solidFill>
                    <a:srgbClr val="235078"/>
                  </a:solidFill>
                  <a:latin typeface="Libre Baskerville" panose="02000000000000000000" pitchFamily="2" charset="0"/>
                </a:rPr>
                <a:t>Introduction</a:t>
              </a:r>
            </a:p>
          </p:txBody>
        </p:sp>
        <p:grpSp>
          <p:nvGrpSpPr>
            <p:cNvPr id="14" name="Group 13">
              <a:extLst>
                <a:ext uri="{FF2B5EF4-FFF2-40B4-BE49-F238E27FC236}">
                  <a16:creationId xmlns:a16="http://schemas.microsoft.com/office/drawing/2014/main" id="{A26292B3-F742-F347-3CCD-46FFD586C89F}"/>
                </a:ext>
              </a:extLst>
            </p:cNvPr>
            <p:cNvGrpSpPr/>
            <p:nvPr/>
          </p:nvGrpSpPr>
          <p:grpSpPr>
            <a:xfrm>
              <a:off x="25005377" y="20087994"/>
              <a:ext cx="7507770" cy="1096516"/>
              <a:chOff x="25016790" y="17255026"/>
              <a:chExt cx="7543799" cy="1130408"/>
            </a:xfrm>
          </p:grpSpPr>
          <p:sp>
            <p:nvSpPr>
              <p:cNvPr id="55" name="Rectangle 54">
                <a:extLst>
                  <a:ext uri="{FF2B5EF4-FFF2-40B4-BE49-F238E27FC236}">
                    <a16:creationId xmlns:a16="http://schemas.microsoft.com/office/drawing/2014/main" id="{32418A42-DDE0-497E-98DF-5F9BFF98DA6B}"/>
                  </a:ext>
                </a:extLst>
              </p:cNvPr>
              <p:cNvSpPr/>
              <p:nvPr/>
            </p:nvSpPr>
            <p:spPr>
              <a:xfrm>
                <a:off x="25016790" y="17255026"/>
                <a:ext cx="7543246" cy="113040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56" name="TextBox 55">
                <a:extLst>
                  <a:ext uri="{FF2B5EF4-FFF2-40B4-BE49-F238E27FC236}">
                    <a16:creationId xmlns:a16="http://schemas.microsoft.com/office/drawing/2014/main" id="{1D434DB1-CA03-4AE7-BD42-F2F4837CE20D}"/>
                  </a:ext>
                </a:extLst>
              </p:cNvPr>
              <p:cNvSpPr txBox="1"/>
              <p:nvPr/>
            </p:nvSpPr>
            <p:spPr>
              <a:xfrm>
                <a:off x="25394979" y="17842665"/>
                <a:ext cx="5085022" cy="384721"/>
              </a:xfrm>
              <a:prstGeom prst="rect">
                <a:avLst/>
              </a:prstGeom>
              <a:noFill/>
            </p:spPr>
            <p:txBody>
              <a:bodyPr wrap="square" rtlCol="0">
                <a:spAutoFit/>
              </a:bodyPr>
              <a:lstStyle>
                <a:defPPr>
                  <a:defRPr kern="1200"/>
                </a:defPPr>
              </a:lstStyle>
              <a:p>
                <a:r>
                  <a:rPr lang="en-US" sz="1900" dirty="0">
                    <a:ea typeface="Open Sans" panose="020B0606030504020204" pitchFamily="34" charset="0"/>
                    <a:cs typeface="Times New Roman" panose="02020603050405020304" pitchFamily="18" charset="0"/>
                  </a:rPr>
                  <a:t>Mehdi </a:t>
                </a:r>
                <a:r>
                  <a:rPr lang="en-US" sz="1900" dirty="0" err="1">
                    <a:ea typeface="Open Sans" panose="020B0606030504020204" pitchFamily="34" charset="0"/>
                    <a:cs typeface="Times New Roman" panose="02020603050405020304" pitchFamily="18" charset="0"/>
                  </a:rPr>
                  <a:t>Hakimipour</a:t>
                </a:r>
                <a:r>
                  <a:rPr lang="en-US" sz="1900" dirty="0">
                    <a:ea typeface="Open Sans" panose="020B0606030504020204" pitchFamily="34" charset="0"/>
                    <a:cs typeface="Times New Roman" panose="02020603050405020304" pitchFamily="18" charset="0"/>
                  </a:rPr>
                  <a:t>, MD,  Andrea Ortiz </a:t>
                </a:r>
              </a:p>
            </p:txBody>
          </p:sp>
          <p:sp>
            <p:nvSpPr>
              <p:cNvPr id="57" name="TextBox 56">
                <a:extLst>
                  <a:ext uri="{FF2B5EF4-FFF2-40B4-BE49-F238E27FC236}">
                    <a16:creationId xmlns:a16="http://schemas.microsoft.com/office/drawing/2014/main" id="{992CC346-56CD-4384-BB14-A915BC781C78}"/>
                  </a:ext>
                </a:extLst>
              </p:cNvPr>
              <p:cNvSpPr txBox="1"/>
              <p:nvPr/>
            </p:nvSpPr>
            <p:spPr>
              <a:xfrm>
                <a:off x="25368292" y="17406697"/>
                <a:ext cx="7192297" cy="461665"/>
              </a:xfrm>
              <a:prstGeom prst="rect">
                <a:avLst/>
              </a:prstGeom>
              <a:noFill/>
            </p:spPr>
            <p:txBody>
              <a:bodyPr wrap="square" rtlCol="0">
                <a:spAutoFit/>
              </a:bodyPr>
              <a:lstStyle>
                <a:defPPr>
                  <a:defRPr kern="1200"/>
                </a:defPPr>
              </a:lstStyle>
              <a:p>
                <a:r>
                  <a:rPr lang="en-US" sz="2400" dirty="0">
                    <a:solidFill>
                      <a:srgbClr val="235078"/>
                    </a:solidFill>
                    <a:latin typeface="Libre Baskerville" panose="02000000000000000000" pitchFamily="2" charset="0"/>
                  </a:rPr>
                  <a:t>Acknowledgements</a:t>
                </a:r>
              </a:p>
            </p:txBody>
          </p:sp>
        </p:grpSp>
        <p:sp>
          <p:nvSpPr>
            <p:cNvPr id="58" name="TextBox 57">
              <a:extLst>
                <a:ext uri="{FF2B5EF4-FFF2-40B4-BE49-F238E27FC236}">
                  <a16:creationId xmlns:a16="http://schemas.microsoft.com/office/drawing/2014/main" id="{E3DA8D0E-1298-4193-913A-0FE766B77D13}"/>
                </a:ext>
              </a:extLst>
            </p:cNvPr>
            <p:cNvSpPr txBox="1"/>
            <p:nvPr/>
          </p:nvSpPr>
          <p:spPr>
            <a:xfrm>
              <a:off x="25185634" y="5318119"/>
              <a:ext cx="7363541" cy="2677656"/>
            </a:xfrm>
            <a:prstGeom prst="rect">
              <a:avLst/>
            </a:prstGeom>
            <a:noFill/>
          </p:spPr>
          <p:txBody>
            <a:bodyPr wrap="square" rtlCol="0">
              <a:spAutoFit/>
            </a:bodyPr>
            <a:lstStyle>
              <a:defPPr>
                <a:defRPr kern="1200"/>
              </a:defPPr>
            </a:lstStyle>
            <a:p>
              <a:r>
                <a:rPr lang="en-US" sz="2400" dirty="0"/>
                <a:t>These findings highlight the importance of using systematic, data-driven surveys to guide resource allocation, ensuring that mobile health initiatives are strategically targeted to areas of greatest need. Scientific analysis of service delivery patterns allows for more effective planning, better healthcare outcomes, and a more equitable distribution of resources.</a:t>
              </a:r>
            </a:p>
          </p:txBody>
        </p:sp>
        <p:sp>
          <p:nvSpPr>
            <p:cNvPr id="59" name="TextBox 58">
              <a:extLst>
                <a:ext uri="{FF2B5EF4-FFF2-40B4-BE49-F238E27FC236}">
                  <a16:creationId xmlns:a16="http://schemas.microsoft.com/office/drawing/2014/main" id="{D07EEF88-ACF9-4467-B180-074FC642245A}"/>
                </a:ext>
              </a:extLst>
            </p:cNvPr>
            <p:cNvSpPr txBox="1"/>
            <p:nvPr/>
          </p:nvSpPr>
          <p:spPr>
            <a:xfrm>
              <a:off x="25169075" y="4760987"/>
              <a:ext cx="7192297" cy="461665"/>
            </a:xfrm>
            <a:prstGeom prst="rect">
              <a:avLst/>
            </a:prstGeom>
            <a:noFill/>
          </p:spPr>
          <p:txBody>
            <a:bodyPr wrap="square" rtlCol="0">
              <a:spAutoFit/>
            </a:bodyPr>
            <a:lstStyle>
              <a:defPPr>
                <a:defRPr kern="1200"/>
              </a:defPPr>
            </a:lstStyle>
            <a:p>
              <a:r>
                <a:rPr lang="en-US" sz="2400" dirty="0">
                  <a:solidFill>
                    <a:srgbClr val="235078"/>
                  </a:solidFill>
                  <a:latin typeface="Libre Baskerville" panose="02000000000000000000" pitchFamily="2" charset="0"/>
                </a:rPr>
                <a:t>Discussion</a:t>
              </a:r>
            </a:p>
          </p:txBody>
        </p:sp>
        <p:sp>
          <p:nvSpPr>
            <p:cNvPr id="60" name="TextBox 59">
              <a:extLst>
                <a:ext uri="{FF2B5EF4-FFF2-40B4-BE49-F238E27FC236}">
                  <a16:creationId xmlns:a16="http://schemas.microsoft.com/office/drawing/2014/main" id="{22B0201C-B275-4172-AE5F-42B6EA405F41}"/>
                </a:ext>
              </a:extLst>
            </p:cNvPr>
            <p:cNvSpPr txBox="1"/>
            <p:nvPr/>
          </p:nvSpPr>
          <p:spPr>
            <a:xfrm>
              <a:off x="25101614" y="9376634"/>
              <a:ext cx="7192297" cy="7848302"/>
            </a:xfrm>
            <a:prstGeom prst="rect">
              <a:avLst/>
            </a:prstGeom>
            <a:noFill/>
          </p:spPr>
          <p:txBody>
            <a:bodyPr wrap="square" rtlCol="0">
              <a:spAutoFit/>
            </a:bodyPr>
            <a:lstStyle>
              <a:defPPr>
                <a:defRPr kern="1200"/>
              </a:defPPr>
            </a:lstStyle>
            <a:p>
              <a:pPr marL="457200" indent="-457200">
                <a:buFont typeface="Arial" panose="020B0604020202020204" pitchFamily="34" charset="0"/>
                <a:buChar char="•"/>
              </a:pPr>
              <a:r>
                <a:rPr lang="en-US" sz="2400" dirty="0">
                  <a:ea typeface="Open Sans" panose="020B0606030504020204" pitchFamily="34" charset="0"/>
                  <a:cs typeface="Times New Roman" panose="02020603050405020304" pitchFamily="18" charset="0"/>
                </a:rPr>
                <a:t>Targeted Resource Allocation: Prioritize funding and staffing resources toward the most underserved zip codes, particularly those with fewer than one physician per 1,000 residents.</a:t>
              </a:r>
            </a:p>
            <a:p>
              <a:pPr marL="457200" indent="-457200">
                <a:buFont typeface="Arial" panose="020B0604020202020204" pitchFamily="34" charset="0"/>
                <a:buChar char="•"/>
              </a:pPr>
              <a:r>
                <a:rPr lang="en-US" sz="2400" dirty="0">
                  <a:ea typeface="Open Sans" panose="020B0606030504020204" pitchFamily="34" charset="0"/>
                  <a:cs typeface="Times New Roman" panose="02020603050405020304" pitchFamily="18" charset="0"/>
                </a:rPr>
                <a:t>Structured and Consistent Outreach: Develop and implement a standardized schedule for mobile clinic visits to ensure consistent access to care and strengthen community trust.</a:t>
              </a:r>
            </a:p>
            <a:p>
              <a:pPr marL="457200" indent="-457200">
                <a:buFont typeface="Arial" panose="020B0604020202020204" pitchFamily="34" charset="0"/>
                <a:buChar char="•"/>
              </a:pPr>
              <a:r>
                <a:rPr lang="en-US" sz="2400" dirty="0">
                  <a:ea typeface="Open Sans" panose="020B0606030504020204" pitchFamily="34" charset="0"/>
                  <a:cs typeface="Times New Roman" panose="02020603050405020304" pitchFamily="18" charset="0"/>
                </a:rPr>
                <a:t>Enhanced Documentation Practices: Improve documentation workflows within Epic to ensure accurate, real-time integration of mobile clinic data with follow-up care and referral networks.</a:t>
              </a:r>
            </a:p>
            <a:p>
              <a:pPr marL="457200" indent="-457200">
                <a:buFont typeface="Arial" panose="020B0604020202020204" pitchFamily="34" charset="0"/>
                <a:buChar char="•"/>
              </a:pPr>
              <a:r>
                <a:rPr lang="en-US" sz="2400" dirty="0">
                  <a:ea typeface="Open Sans" panose="020B0606030504020204" pitchFamily="34" charset="0"/>
                  <a:cs typeface="Times New Roman" panose="02020603050405020304" pitchFamily="18" charset="0"/>
                </a:rPr>
                <a:t>Ongoing Monitoring and Evaluation: Establish a feedback loop for performance metrics and population health outcomes to continuously optimize mobile health operations.</a:t>
              </a:r>
            </a:p>
            <a:p>
              <a:pPr marL="457200" indent="-457200">
                <a:buFont typeface="Arial" panose="020B0604020202020204" pitchFamily="34" charset="0"/>
                <a:buChar char="•"/>
              </a:pPr>
              <a:r>
                <a:rPr lang="en-US" sz="2400" dirty="0">
                  <a:ea typeface="Open Sans" panose="020B0606030504020204" pitchFamily="34" charset="0"/>
                  <a:cs typeface="Times New Roman" panose="02020603050405020304" pitchFamily="18" charset="0"/>
                </a:rPr>
                <a:t>On-site Clinical Support: Allocate a dedicated medical assistant or nurse to mobile units to conduct initial intake, including vital signs and basic health assessments, to improve clinical efficiency and continuity of care.</a:t>
              </a:r>
            </a:p>
          </p:txBody>
        </p:sp>
        <p:sp>
          <p:nvSpPr>
            <p:cNvPr id="61" name="TextBox 60">
              <a:extLst>
                <a:ext uri="{FF2B5EF4-FFF2-40B4-BE49-F238E27FC236}">
                  <a16:creationId xmlns:a16="http://schemas.microsoft.com/office/drawing/2014/main" id="{A6E6C31F-098B-45F7-BEE5-8A51FA70D59F}"/>
                </a:ext>
              </a:extLst>
            </p:cNvPr>
            <p:cNvSpPr txBox="1"/>
            <p:nvPr/>
          </p:nvSpPr>
          <p:spPr>
            <a:xfrm>
              <a:off x="25137201" y="8874150"/>
              <a:ext cx="7192297" cy="461665"/>
            </a:xfrm>
            <a:prstGeom prst="rect">
              <a:avLst/>
            </a:prstGeom>
            <a:noFill/>
          </p:spPr>
          <p:txBody>
            <a:bodyPr wrap="square" rtlCol="0">
              <a:spAutoFit/>
            </a:bodyPr>
            <a:lstStyle>
              <a:defPPr>
                <a:defRPr kern="1200"/>
              </a:defPPr>
            </a:lstStyle>
            <a:p>
              <a:r>
                <a:rPr lang="en-US" sz="2400" dirty="0">
                  <a:solidFill>
                    <a:srgbClr val="235078"/>
                  </a:solidFill>
                  <a:latin typeface="Libre Baskerville" panose="02000000000000000000" pitchFamily="2" charset="0"/>
                </a:rPr>
                <a:t>Recommendations</a:t>
              </a:r>
            </a:p>
          </p:txBody>
        </p:sp>
        <p:sp>
          <p:nvSpPr>
            <p:cNvPr id="62" name="TextBox 61">
              <a:extLst>
                <a:ext uri="{FF2B5EF4-FFF2-40B4-BE49-F238E27FC236}">
                  <a16:creationId xmlns:a16="http://schemas.microsoft.com/office/drawing/2014/main" id="{A067F8A1-EE95-4354-8E2F-952A6BBDBFFC}"/>
                </a:ext>
              </a:extLst>
            </p:cNvPr>
            <p:cNvSpPr txBox="1"/>
            <p:nvPr/>
          </p:nvSpPr>
          <p:spPr>
            <a:xfrm>
              <a:off x="837056" y="5144606"/>
              <a:ext cx="7192297" cy="6370975"/>
            </a:xfrm>
            <a:prstGeom prst="rect">
              <a:avLst/>
            </a:prstGeom>
            <a:noFill/>
          </p:spPr>
          <p:txBody>
            <a:bodyPr wrap="square" rtlCol="0">
              <a:spAutoFit/>
            </a:bodyPr>
            <a:lstStyle>
              <a:defPPr>
                <a:defRPr kern="1200"/>
              </a:defPPr>
            </a:lstStyle>
            <a:p>
              <a:r>
                <a:rPr lang="en-US" sz="2400" dirty="0">
                  <a:cs typeface="Times New Roman" panose="02020603050405020304" pitchFamily="18" charset="0"/>
                </a:rPr>
                <a:t>Healthcare disparities in California’s Central Valley represent a significant public health challenge, driven by socioeconomic barriers and insufficient healthcare infrastructure. Limited availability of primary care physicians further compounds these issues, leaving many communities underserved and vulnerable. In response to these challenges, Fresno County funded the development of a mobile health unit, operated in partnership with Saint Agnes Medical Center, to provide critical healthcare services to underserved communities across the region. The mobile clinic van delivers preventive services, vaccinations, and health education directly to neighborhoods facing substantial barriers to care. This poster presents an evaluation of the impact, reach, and demographic profile of the mobile health unit’s initiatives across various counties in the Central Valley region</a:t>
              </a:r>
              <a:r>
                <a:rPr lang="en-US" sz="2000" dirty="0">
                  <a:latin typeface="+mn-lt"/>
                </a:rPr>
                <a:t>.</a:t>
              </a:r>
            </a:p>
          </p:txBody>
        </p:sp>
        <p:sp>
          <p:nvSpPr>
            <p:cNvPr id="63" name="TextBox 62">
              <a:extLst>
                <a:ext uri="{FF2B5EF4-FFF2-40B4-BE49-F238E27FC236}">
                  <a16:creationId xmlns:a16="http://schemas.microsoft.com/office/drawing/2014/main" id="{92D5F59B-F8CA-463C-871F-D1042309DE00}"/>
                </a:ext>
              </a:extLst>
            </p:cNvPr>
            <p:cNvSpPr txBox="1"/>
            <p:nvPr/>
          </p:nvSpPr>
          <p:spPr>
            <a:xfrm>
              <a:off x="915688" y="12781049"/>
              <a:ext cx="7192297" cy="4154984"/>
            </a:xfrm>
            <a:prstGeom prst="rect">
              <a:avLst/>
            </a:prstGeom>
            <a:noFill/>
          </p:spPr>
          <p:txBody>
            <a:bodyPr wrap="square" rtlCol="0">
              <a:spAutoFit/>
            </a:bodyPr>
            <a:lstStyle>
              <a:defPPr>
                <a:defRPr kern="1200"/>
              </a:defPPr>
            </a:lstStyle>
            <a:p>
              <a:r>
                <a:rPr lang="en-US" sz="2400" dirty="0"/>
                <a:t>The mission of the mobile health unit is to improve healthcare access for underserved populations by delivering essential medical services directly to the community. The purpose of this study is to serve as an initial survey of the mobile health unit’s outreach efforts, with a focus on tracking key healthcare delivery metrics. Specifically, this study aims to document the number of vaccines administered, identify zip codes with the highest volume of clinic visits, assess physician availability per capita across service areas, and analyze the demographic profile of patients, including</a:t>
              </a:r>
              <a:endParaRPr lang="en-US" sz="2400" dirty="0">
                <a:solidFill>
                  <a:srgbClr val="235078"/>
                </a:solidFill>
                <a:latin typeface="Libre Baskerville" panose="02000000000000000000" pitchFamily="2" charset="0"/>
              </a:endParaRPr>
            </a:p>
          </p:txBody>
        </p:sp>
        <p:sp>
          <p:nvSpPr>
            <p:cNvPr id="64" name="TextBox 63">
              <a:extLst>
                <a:ext uri="{FF2B5EF4-FFF2-40B4-BE49-F238E27FC236}">
                  <a16:creationId xmlns:a16="http://schemas.microsoft.com/office/drawing/2014/main" id="{499918C8-D8D3-4947-B7FD-9341EAE5F7F2}"/>
                </a:ext>
              </a:extLst>
            </p:cNvPr>
            <p:cNvSpPr txBox="1"/>
            <p:nvPr/>
          </p:nvSpPr>
          <p:spPr>
            <a:xfrm>
              <a:off x="8962649" y="4962582"/>
              <a:ext cx="7192297" cy="1938992"/>
            </a:xfrm>
            <a:prstGeom prst="rect">
              <a:avLst/>
            </a:prstGeom>
            <a:noFill/>
          </p:spPr>
          <p:txBody>
            <a:bodyPr wrap="square" rtlCol="0">
              <a:spAutoFit/>
            </a:bodyPr>
            <a:lstStyle>
              <a:defPPr>
                <a:defRPr lang="en-US" kern="1200"/>
              </a:defPPr>
              <a:lvl1pPr>
                <a:defRPr sz="1900">
                  <a:solidFill>
                    <a:srgbClr val="1482A5"/>
                  </a:solidFill>
                  <a:latin typeface="Montserrat Light" panose="00000400000000000000" pitchFamily="50" charset="0"/>
                  <a:ea typeface="Open Sans" panose="020B0606030504020204" pitchFamily="34" charset="0"/>
                  <a:cs typeface="Open Sans" panose="020B0606030504020204" pitchFamily="34" charset="0"/>
                </a:defRPr>
              </a:lvl1pPr>
            </a:lstStyle>
            <a:p>
              <a:r>
                <a:rPr lang="en-US" sz="2400" dirty="0">
                  <a:solidFill>
                    <a:schemeClr val="tx1"/>
                  </a:solidFill>
                  <a:latin typeface="Times New Roman" panose="02020603050405020304" pitchFamily="18" charset="0"/>
                  <a:cs typeface="Times New Roman" panose="02020603050405020304" pitchFamily="18" charset="0"/>
                </a:rPr>
                <a:t>gender and age distribution. Insights gained from this analysis are intended to inform program enhancements, support targeted resource allocation, and optimize outreach strategies to further advance health equity across the Central Valley.</a:t>
              </a:r>
            </a:p>
          </p:txBody>
        </p:sp>
        <p:sp>
          <p:nvSpPr>
            <p:cNvPr id="65" name="TextBox 64">
              <a:extLst>
                <a:ext uri="{FF2B5EF4-FFF2-40B4-BE49-F238E27FC236}">
                  <a16:creationId xmlns:a16="http://schemas.microsoft.com/office/drawing/2014/main" id="{68744D3E-CEF9-4748-9719-25AAABF27BDD}"/>
                </a:ext>
              </a:extLst>
            </p:cNvPr>
            <p:cNvSpPr txBox="1"/>
            <p:nvPr/>
          </p:nvSpPr>
          <p:spPr>
            <a:xfrm>
              <a:off x="8962649" y="5003800"/>
              <a:ext cx="7192297" cy="461665"/>
            </a:xfrm>
            <a:prstGeom prst="rect">
              <a:avLst/>
            </a:prstGeom>
            <a:noFill/>
          </p:spPr>
          <p:txBody>
            <a:bodyPr wrap="square" rtlCol="0">
              <a:spAutoFit/>
            </a:bodyPr>
            <a:lstStyle>
              <a:defPPr>
                <a:defRPr kern="1200"/>
              </a:defPPr>
            </a:lstStyle>
            <a:p>
              <a:endParaRPr lang="en-US" sz="2400" dirty="0">
                <a:solidFill>
                  <a:srgbClr val="235078"/>
                </a:solidFill>
                <a:latin typeface="Libre Baskerville" panose="02000000000000000000" pitchFamily="2" charset="0"/>
              </a:endParaRPr>
            </a:p>
          </p:txBody>
        </p:sp>
        <p:sp>
          <p:nvSpPr>
            <p:cNvPr id="66" name="TextBox 65">
              <a:extLst>
                <a:ext uri="{FF2B5EF4-FFF2-40B4-BE49-F238E27FC236}">
                  <a16:creationId xmlns:a16="http://schemas.microsoft.com/office/drawing/2014/main" id="{223EAA92-7B93-4F15-A4CA-18552CBA76AE}"/>
                </a:ext>
              </a:extLst>
            </p:cNvPr>
            <p:cNvSpPr txBox="1"/>
            <p:nvPr/>
          </p:nvSpPr>
          <p:spPr>
            <a:xfrm>
              <a:off x="8989665" y="12832624"/>
              <a:ext cx="7192297" cy="2677656"/>
            </a:xfrm>
            <a:prstGeom prst="rect">
              <a:avLst/>
            </a:prstGeom>
            <a:noFill/>
          </p:spPr>
          <p:txBody>
            <a:bodyPr wrap="square" rtlCol="0">
              <a:spAutoFit/>
            </a:bodyPr>
            <a:lstStyle>
              <a:defPPr>
                <a:defRPr kern="1200"/>
              </a:defPPr>
            </a:lstStyle>
            <a:p>
              <a:pPr>
                <a:buNone/>
              </a:pPr>
              <a:r>
                <a:rPr lang="en-US" sz="2400" dirty="0"/>
                <a:t>Between October 2023 and April 2025, the mobile health unit recorded over 5,000 patient visits. The age and gender distribution among patients was relatively balanced, with a slight predominance of female patients, as detailed in the accompanying table. Among the services provided, the flu vaccine was by far the most commonly administered, followed by Tdap and</a:t>
              </a:r>
              <a:endParaRPr lang="en-US" sz="2000" dirty="0"/>
            </a:p>
          </p:txBody>
        </p:sp>
        <p:sp>
          <p:nvSpPr>
            <p:cNvPr id="67" name="TextBox 66">
              <a:extLst>
                <a:ext uri="{FF2B5EF4-FFF2-40B4-BE49-F238E27FC236}">
                  <a16:creationId xmlns:a16="http://schemas.microsoft.com/office/drawing/2014/main" id="{716F17B6-B5C7-4922-B9E2-CD14BD16A568}"/>
                </a:ext>
              </a:extLst>
            </p:cNvPr>
            <p:cNvSpPr txBox="1"/>
            <p:nvPr/>
          </p:nvSpPr>
          <p:spPr>
            <a:xfrm>
              <a:off x="8989665" y="12215284"/>
              <a:ext cx="7192297" cy="461665"/>
            </a:xfrm>
            <a:prstGeom prst="rect">
              <a:avLst/>
            </a:prstGeom>
            <a:noFill/>
          </p:spPr>
          <p:txBody>
            <a:bodyPr wrap="square" rtlCol="0">
              <a:spAutoFit/>
            </a:bodyPr>
            <a:lstStyle>
              <a:defPPr>
                <a:defRPr kern="1200"/>
              </a:defPPr>
            </a:lstStyle>
            <a:p>
              <a:r>
                <a:rPr lang="en-US" sz="2400" dirty="0">
                  <a:solidFill>
                    <a:srgbClr val="235078"/>
                  </a:solidFill>
                  <a:latin typeface="Libre Baskerville" panose="02000000000000000000" pitchFamily="2" charset="0"/>
                </a:rPr>
                <a:t>Results</a:t>
              </a:r>
            </a:p>
          </p:txBody>
        </p:sp>
        <p:sp>
          <p:nvSpPr>
            <p:cNvPr id="68" name="TextBox 67">
              <a:extLst>
                <a:ext uri="{FF2B5EF4-FFF2-40B4-BE49-F238E27FC236}">
                  <a16:creationId xmlns:a16="http://schemas.microsoft.com/office/drawing/2014/main" id="{47F717BC-0897-4243-A282-98EF911708EA}"/>
                </a:ext>
              </a:extLst>
            </p:cNvPr>
            <p:cNvSpPr txBox="1"/>
            <p:nvPr/>
          </p:nvSpPr>
          <p:spPr>
            <a:xfrm>
              <a:off x="17091409" y="4937076"/>
              <a:ext cx="7192297" cy="3339376"/>
            </a:xfrm>
            <a:prstGeom prst="rect">
              <a:avLst/>
            </a:prstGeom>
            <a:noFill/>
          </p:spPr>
          <p:txBody>
            <a:bodyPr wrap="square" rtlCol="0">
              <a:spAutoFit/>
            </a:bodyPr>
            <a:lstStyle>
              <a:defPPr>
                <a:defRPr lang="en-US" kern="1200"/>
              </a:defPPr>
              <a:lvl1pPr>
                <a:defRPr sz="1900">
                  <a:solidFill>
                    <a:srgbClr val="1482A5"/>
                  </a:solidFill>
                  <a:latin typeface="Montserrat Light" panose="00000400000000000000" pitchFamily="50" charset="0"/>
                  <a:ea typeface="Open Sans" panose="020B0606030504020204" pitchFamily="34" charset="0"/>
                  <a:cs typeface="Open Sans" panose="020B0606030504020204" pitchFamily="34" charset="0"/>
                </a:defRPr>
              </a:lvl1pPr>
            </a:lstStyle>
            <a:p>
              <a:r>
                <a:rPr lang="en-US" sz="2400" dirty="0">
                  <a:solidFill>
                    <a:schemeClr val="tx1"/>
                  </a:solidFill>
                  <a:latin typeface="Times New Roman" panose="02020603050405020304" pitchFamily="18" charset="0"/>
                  <a:cs typeface="Times New Roman" panose="02020603050405020304" pitchFamily="18" charset="0"/>
                </a:rPr>
                <a:t>COVID-19 vaccines. ZIP code 93640-Mendota recorded the highest number of mobile clinic visits and is notable for having less than 0.2 physicians per 1,000 residents, emphasizing the critical need for mobile health services in this region. Visual representations of visit distribution, vaccination types, and demographic breakdowns are provided through bar charts and tables included in this poster.</a:t>
              </a:r>
            </a:p>
            <a:p>
              <a:endParaRPr lang="en-US" dirty="0"/>
            </a:p>
          </p:txBody>
        </p:sp>
        <p:pic>
          <p:nvPicPr>
            <p:cNvPr id="15" name="Picture 14">
              <a:extLst>
                <a:ext uri="{FF2B5EF4-FFF2-40B4-BE49-F238E27FC236}">
                  <a16:creationId xmlns:a16="http://schemas.microsoft.com/office/drawing/2014/main" id="{63B94740-6117-C2D1-FFC8-DF033E9B5E7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37640" y="7266294"/>
              <a:ext cx="7194348" cy="3990028"/>
            </a:xfrm>
            <a:prstGeom prst="rect">
              <a:avLst/>
            </a:prstGeom>
          </p:spPr>
        </p:pic>
        <p:sp>
          <p:nvSpPr>
            <p:cNvPr id="2" name="Rectangle 1">
              <a:extLst>
                <a:ext uri="{FF2B5EF4-FFF2-40B4-BE49-F238E27FC236}">
                  <a16:creationId xmlns:a16="http://schemas.microsoft.com/office/drawing/2014/main" id="{BA8928C7-9DDE-146B-EFD3-62786A94B0D6}"/>
                </a:ext>
              </a:extLst>
            </p:cNvPr>
            <p:cNvSpPr/>
            <p:nvPr/>
          </p:nvSpPr>
          <p:spPr>
            <a:xfrm>
              <a:off x="24993600" y="17449800"/>
              <a:ext cx="7519547" cy="24750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kern="1200"/>
              </a:defPPr>
            </a:lstStyle>
            <a:p>
              <a:pPr algn="ctr"/>
              <a:endParaRPr lang="en-US" sz="6400"/>
            </a:p>
          </p:txBody>
        </p:sp>
        <p:sp>
          <p:nvSpPr>
            <p:cNvPr id="6" name="TextBox 5">
              <a:extLst>
                <a:ext uri="{FF2B5EF4-FFF2-40B4-BE49-F238E27FC236}">
                  <a16:creationId xmlns:a16="http://schemas.microsoft.com/office/drawing/2014/main" id="{DBE10DFC-8B43-5DDC-E8FD-A690E9C785A2}"/>
                </a:ext>
              </a:extLst>
            </p:cNvPr>
            <p:cNvSpPr txBox="1"/>
            <p:nvPr/>
          </p:nvSpPr>
          <p:spPr>
            <a:xfrm>
              <a:off x="25128734" y="17728610"/>
              <a:ext cx="7338147" cy="2108269"/>
            </a:xfrm>
            <a:prstGeom prst="rect">
              <a:avLst/>
            </a:prstGeom>
            <a:noFill/>
          </p:spPr>
          <p:txBody>
            <a:bodyPr wrap="square" rtlCol="0">
              <a:spAutoFit/>
            </a:bodyPr>
            <a:lstStyle>
              <a:defPPr>
                <a:defRPr lang="en-US" kern="1200"/>
              </a:defPPr>
              <a:lvl1pPr>
                <a:defRPr sz="1900">
                  <a:solidFill>
                    <a:srgbClr val="1482A5"/>
                  </a:solidFill>
                  <a:latin typeface="Montserrat Light" panose="00000400000000000000" pitchFamily="50" charset="0"/>
                  <a:ea typeface="Open Sans" panose="020B0606030504020204" pitchFamily="34" charset="0"/>
                  <a:cs typeface="Open Sans" panose="020B0606030504020204" pitchFamily="34" charset="0"/>
                </a:defRPr>
              </a:lvl1pPr>
            </a:lstStyle>
            <a:p>
              <a:r>
                <a:rPr lang="en-US" dirty="0">
                  <a:solidFill>
                    <a:srgbClr val="235078"/>
                  </a:solidFill>
                  <a:latin typeface="Libre Baskerville" panose="02000000000000000000" pitchFamily="2" charset="0"/>
                </a:rPr>
                <a:t> </a:t>
              </a:r>
            </a:p>
            <a:p>
              <a:pPr marL="285750" indent="-285750">
                <a:buFont typeface="Arial" panose="020B0604020202020204" pitchFamily="34" charset="0"/>
                <a:buChar char="•"/>
              </a:pPr>
              <a:r>
                <a:rPr lang="en-US" sz="1600" dirty="0">
                  <a:solidFill>
                    <a:schemeClr val="tx1"/>
                  </a:solidFill>
                  <a:latin typeface="Times New Roman" panose="02020603050405020304" pitchFamily="18" charset="0"/>
                  <a:cs typeface="Times New Roman" panose="02020603050405020304" pitchFamily="18" charset="0"/>
                </a:rPr>
                <a:t>California Health Care Foundation. (2022). California physician supply and distribution. </a:t>
              </a:r>
              <a:r>
                <a:rPr lang="en-US" sz="1600" dirty="0">
                  <a:solidFill>
                    <a:schemeClr val="tx1"/>
                  </a:solidFill>
                  <a:latin typeface="Times New Roman" panose="02020603050405020304" pitchFamily="18" charset="0"/>
                  <a:cs typeface="Times New Roman" panose="02020603050405020304" pitchFamily="18" charset="0"/>
                  <a:hlinkClick r:id="rId4">
                    <a:extLst>
                      <a:ext uri="{A12FA001-AC4F-418D-AE19-62706E023703}">
                        <ahyp:hlinkClr xmlns:ahyp="http://schemas.microsoft.com/office/drawing/2018/hyperlinkcolor" val="tx"/>
                      </a:ext>
                    </a:extLst>
                  </a:hlinkClick>
                </a:rPr>
                <a:t>https://www.chcf.org</a:t>
              </a:r>
              <a:endParaRPr lang="en-US" sz="1600" dirty="0">
                <a:solidFill>
                  <a:schemeClr val="tx1"/>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1600" dirty="0">
                  <a:solidFill>
                    <a:schemeClr val="tx1"/>
                  </a:solidFill>
                  <a:latin typeface="Times New Roman" panose="02020603050405020304" pitchFamily="18" charset="0"/>
                  <a:cs typeface="Times New Roman" panose="02020603050405020304" pitchFamily="18" charset="0"/>
                </a:rPr>
                <a:t>Centers for Disease Control and Prevention. (2023). Vaccination coverage among adults in the United States. </a:t>
              </a:r>
              <a:r>
                <a:rPr lang="en-US" sz="1600" dirty="0">
                  <a:solidFill>
                    <a:schemeClr val="tx1"/>
                  </a:solidFill>
                  <a:latin typeface="Times New Roman" panose="02020603050405020304" pitchFamily="18" charset="0"/>
                  <a:cs typeface="Times New Roman" panose="02020603050405020304" pitchFamily="18" charset="0"/>
                  <a:hlinkClick r:id="rId5">
                    <a:extLst>
                      <a:ext uri="{A12FA001-AC4F-418D-AE19-62706E023703}">
                        <ahyp:hlinkClr xmlns:ahyp="http://schemas.microsoft.com/office/drawing/2018/hyperlinkcolor" val="tx"/>
                      </a:ext>
                    </a:extLst>
                  </a:hlinkClick>
                </a:rPr>
                <a:t>https://www.cdc.gov/vaccines/imz-managers/coverage/adultvaxview/</a:t>
              </a:r>
              <a:endParaRPr lang="en-US" sz="1600" dirty="0">
                <a:solidFill>
                  <a:schemeClr val="tx1"/>
                </a:solidFill>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US" sz="1600" dirty="0">
                  <a:solidFill>
                    <a:schemeClr val="tx1"/>
                  </a:solidFill>
                  <a:latin typeface="Times New Roman" panose="02020603050405020304" pitchFamily="18" charset="0"/>
                  <a:cs typeface="Times New Roman" panose="02020603050405020304" pitchFamily="18" charset="0"/>
                </a:rPr>
                <a:t>National Association of Community Health Centers. (2022). The role of mobile clinics in increasing access to care. https://www.nachc.org</a:t>
              </a:r>
            </a:p>
          </p:txBody>
        </p:sp>
        <p:pic>
          <p:nvPicPr>
            <p:cNvPr id="7" name="Picture 6">
              <a:extLst>
                <a:ext uri="{FF2B5EF4-FFF2-40B4-BE49-F238E27FC236}">
                  <a16:creationId xmlns:a16="http://schemas.microsoft.com/office/drawing/2014/main" id="{6CC57CC6-9119-8E82-E10F-2B9AA59BE377}"/>
                </a:ext>
              </a:extLst>
            </p:cNvPr>
            <p:cNvPicPr>
              <a:picLocks noChangeAspect="1"/>
            </p:cNvPicPr>
            <p:nvPr/>
          </p:nvPicPr>
          <p:blipFill>
            <a:blip r:embed="rId6"/>
            <a:stretch>
              <a:fillRect/>
            </a:stretch>
          </p:blipFill>
          <p:spPr>
            <a:xfrm>
              <a:off x="17149229" y="8697917"/>
              <a:ext cx="6807200" cy="5245100"/>
            </a:xfrm>
            <a:prstGeom prst="rect">
              <a:avLst/>
            </a:prstGeom>
          </p:spPr>
        </p:pic>
        <p:pic>
          <p:nvPicPr>
            <p:cNvPr id="8" name="Picture 7">
              <a:extLst>
                <a:ext uri="{FF2B5EF4-FFF2-40B4-BE49-F238E27FC236}">
                  <a16:creationId xmlns:a16="http://schemas.microsoft.com/office/drawing/2014/main" id="{1680FD81-EF61-517B-347C-6F76D776B788}"/>
                </a:ext>
              </a:extLst>
            </p:cNvPr>
            <p:cNvPicPr>
              <a:picLocks noChangeAspect="1"/>
            </p:cNvPicPr>
            <p:nvPr/>
          </p:nvPicPr>
          <p:blipFill>
            <a:blip r:embed="rId7"/>
            <a:stretch>
              <a:fillRect/>
            </a:stretch>
          </p:blipFill>
          <p:spPr>
            <a:xfrm>
              <a:off x="9226663" y="15875000"/>
              <a:ext cx="6718300" cy="4775200"/>
            </a:xfrm>
            <a:prstGeom prst="rect">
              <a:avLst/>
            </a:prstGeom>
          </p:spPr>
        </p:pic>
        <p:sp>
          <p:nvSpPr>
            <p:cNvPr id="10" name="TextBox 9">
              <a:extLst>
                <a:ext uri="{FF2B5EF4-FFF2-40B4-BE49-F238E27FC236}">
                  <a16:creationId xmlns:a16="http://schemas.microsoft.com/office/drawing/2014/main" id="{6454C8FF-4877-CBF7-563F-D07CB9002F1F}"/>
                </a:ext>
              </a:extLst>
            </p:cNvPr>
            <p:cNvSpPr txBox="1"/>
            <p:nvPr/>
          </p:nvSpPr>
          <p:spPr>
            <a:xfrm>
              <a:off x="915689" y="12192000"/>
              <a:ext cx="7192297" cy="461665"/>
            </a:xfrm>
            <a:prstGeom prst="rect">
              <a:avLst/>
            </a:prstGeom>
            <a:noFill/>
          </p:spPr>
          <p:txBody>
            <a:bodyPr wrap="square" rtlCol="0">
              <a:spAutoFit/>
            </a:bodyPr>
            <a:lstStyle>
              <a:defPPr>
                <a:defRPr kern="1200"/>
              </a:defPPr>
            </a:lstStyle>
            <a:p>
              <a:r>
                <a:rPr lang="en-US" sz="2400" dirty="0">
                  <a:solidFill>
                    <a:srgbClr val="235078"/>
                  </a:solidFill>
                  <a:latin typeface="Libre Baskerville" panose="02000000000000000000" pitchFamily="2" charset="0"/>
                </a:rPr>
                <a:t>Purpose</a:t>
              </a:r>
            </a:p>
          </p:txBody>
        </p:sp>
        <p:pic>
          <p:nvPicPr>
            <p:cNvPr id="11" name="Picture 10">
              <a:extLst>
                <a:ext uri="{FF2B5EF4-FFF2-40B4-BE49-F238E27FC236}">
                  <a16:creationId xmlns:a16="http://schemas.microsoft.com/office/drawing/2014/main" id="{F36CEF51-EE2B-1CE6-4528-FA9C682B923E}"/>
                </a:ext>
              </a:extLst>
            </p:cNvPr>
            <p:cNvPicPr>
              <a:picLocks noChangeAspect="1"/>
            </p:cNvPicPr>
            <p:nvPr/>
          </p:nvPicPr>
          <p:blipFill>
            <a:blip r:embed="rId8"/>
            <a:stretch>
              <a:fillRect/>
            </a:stretch>
          </p:blipFill>
          <p:spPr>
            <a:xfrm>
              <a:off x="17273489" y="15214129"/>
              <a:ext cx="6824965" cy="3730080"/>
            </a:xfrm>
            <a:prstGeom prst="rect">
              <a:avLst/>
            </a:prstGeom>
          </p:spPr>
        </p:pic>
        <p:sp>
          <p:nvSpPr>
            <p:cNvPr id="16" name="TextBox 15">
              <a:extLst>
                <a:ext uri="{FF2B5EF4-FFF2-40B4-BE49-F238E27FC236}">
                  <a16:creationId xmlns:a16="http://schemas.microsoft.com/office/drawing/2014/main" id="{5A570E60-D8A4-964D-44A3-B25B58E563B3}"/>
                </a:ext>
              </a:extLst>
            </p:cNvPr>
            <p:cNvSpPr txBox="1"/>
            <p:nvPr/>
          </p:nvSpPr>
          <p:spPr>
            <a:xfrm>
              <a:off x="25137200" y="17565446"/>
              <a:ext cx="7192297" cy="461665"/>
            </a:xfrm>
            <a:prstGeom prst="rect">
              <a:avLst/>
            </a:prstGeom>
            <a:noFill/>
          </p:spPr>
          <p:txBody>
            <a:bodyPr wrap="square" rtlCol="0">
              <a:spAutoFit/>
            </a:bodyPr>
            <a:lstStyle>
              <a:defPPr>
                <a:defRPr kern="1200"/>
              </a:defPPr>
            </a:lstStyle>
            <a:p>
              <a:r>
                <a:rPr lang="en-US" sz="2400" dirty="0">
                  <a:solidFill>
                    <a:srgbClr val="235078"/>
                  </a:solidFill>
                  <a:latin typeface="Libre Baskerville" panose="02000000000000000000" pitchFamily="2" charset="0"/>
                </a:rPr>
                <a:t>References</a:t>
              </a:r>
            </a:p>
          </p:txBody>
        </p:sp>
      </p:grpSp>
      <p:sp>
        <p:nvSpPr>
          <p:cNvPr id="19" name="AutoShape 2" descr="saint agnes mobile health unit exterior">
            <a:extLst>
              <a:ext uri="{FF2B5EF4-FFF2-40B4-BE49-F238E27FC236}">
                <a16:creationId xmlns:a16="http://schemas.microsoft.com/office/drawing/2014/main" id="{70777B83-C8F6-DCE2-41FF-F7C4DDABFD54}"/>
              </a:ext>
            </a:extLst>
          </p:cNvPr>
          <p:cNvSpPr>
            <a:spLocks noChangeAspect="1" noChangeArrowheads="1"/>
          </p:cNvSpPr>
          <p:nvPr/>
        </p:nvSpPr>
        <p:spPr bwMode="auto">
          <a:xfrm>
            <a:off x="8839200" y="6686550"/>
            <a:ext cx="15240000" cy="85725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0" name="Picture 19">
            <a:extLst>
              <a:ext uri="{FF2B5EF4-FFF2-40B4-BE49-F238E27FC236}">
                <a16:creationId xmlns:a16="http://schemas.microsoft.com/office/drawing/2014/main" id="{CF43DD60-DEBD-0403-574C-59AA1EC43F3B}"/>
              </a:ext>
            </a:extLst>
          </p:cNvPr>
          <p:cNvPicPr>
            <a:picLocks noChangeAspect="1"/>
          </p:cNvPicPr>
          <p:nvPr/>
        </p:nvPicPr>
        <p:blipFill>
          <a:blip r:embed="rId9"/>
          <a:stretch>
            <a:fillRect/>
          </a:stretch>
        </p:blipFill>
        <p:spPr>
          <a:xfrm>
            <a:off x="752141" y="17123677"/>
            <a:ext cx="6870117" cy="3864441"/>
          </a:xfrm>
          <a:prstGeom prst="rect">
            <a:avLst/>
          </a:prstGeom>
        </p:spPr>
      </p:pic>
      <p:pic>
        <p:nvPicPr>
          <p:cNvPr id="69" name="Picture 68" descr="36R.png"/>
          <p:cNvPicPr>
            <a:picLocks noChangeAspect="1"/>
          </p:cNvPicPr>
          <p:nvPr/>
        </p:nvPicPr>
        <p:blipFill>
          <a:blip r:embed="rId10"/>
          <a:stretch>
            <a:fillRect/>
          </a:stretch>
        </p:blipFill>
        <p:spPr>
          <a:xfrm>
            <a:off x="29279088" y="576072"/>
            <a:ext cx="2103120" cy="3108960"/>
          </a:xfrm>
          <a:prstGeom prst="rect">
            <a:avLst/>
          </a:prstGeom>
        </p:spPr>
      </p:pic>
    </p:spTree>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2.9200.0"/>
  <p:tag name="AS_RELEASE_DATE" val="2022.04.14"/>
  <p:tag name="AS_TITLE" val="Aspose.Slides for .NET 4.0 Client Profile"/>
  <p:tag name="AS_VERSION" val="22.4"/>
  <p:tag name="POSTERNERDTEMPLATE" val="persuadingsapphire|08-2022"/>
</p:tagLst>
</file>

<file path=ppt/theme/theme1.xml><?xml version="1.0" encoding="utf-8"?>
<a:theme xmlns:a="http://schemas.openxmlformats.org/drawingml/2006/main" name="Blank Presentation">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Blank Presentation">
      <a:majorFont>
        <a:latin typeface="Times New Roman"/>
        <a:ea typeface="Arial"/>
        <a:cs typeface="Arial"/>
      </a:majorFont>
      <a:minorFont>
        <a:latin typeface="Times New Roman"/>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imes New Roman" pitchFamily="18"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smtClean="0">
            <a:ln>
              <a:noFill/>
            </a:ln>
            <a:solidFill>
              <a:schemeClr val="tx1"/>
            </a:solidFill>
            <a:effectLst/>
            <a:latin typeface="Times New Roman" pitchFamily="18" charset="0"/>
          </a:defRPr>
        </a:defPPr>
      </a:lstStyle>
    </a:lnDef>
  </a:objectDefaults>
  <a:extraClrSchemeLst>
    <a:extraClrScheme>
      <a:clrScheme name="Blank Presentation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Blank Presentation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Blank Presentation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Blank Presentation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C:\Program Files\Microsoft Office\Templates\Blank Presentation.pot</Template>
  <TotalTime>4062</TotalTime>
  <Words>710</Words>
  <Application>Microsoft Macintosh PowerPoint</Application>
  <PresentationFormat>Custom</PresentationFormat>
  <Paragraphs>27</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Montserrat Light</vt:lpstr>
      <vt:lpstr>Arial</vt:lpstr>
      <vt:lpstr>Libre Baskerville</vt:lpstr>
      <vt:lpstr>Times New Roman</vt:lpstr>
      <vt:lpstr>Open Sans</vt:lpstr>
      <vt:lpstr>Blank Presentation</vt:lpstr>
      <vt:lpstr>PowerPoint Presentation</vt:lpstr>
    </vt:vector>
  </TitlesOfParts>
  <Company>Graphicsland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Example to make a scientific poster</dc:title>
  <dc:subject>Free Poster Presentation Example</dc:subject>
  <dc:creator>Graphicsland/MakeSigns.com</dc:creator>
  <cp:keywords>scientific, research, template, custom, poster, presentation, symposium, printing, PowerPoint, create, design, example, sample, download</cp:keywords>
  <dc:description>This is a free template from MakeSigns.com to help you create the perfect scientific poster.</dc:description>
  <cp:lastModifiedBy>Phil Kim</cp:lastModifiedBy>
  <cp:revision>311</cp:revision>
  <cp:lastPrinted>2006-11-15T16:04:57Z</cp:lastPrinted>
  <dcterms:modified xsi:type="dcterms:W3CDTF">2025-04-27T03:27:17Z</dcterms:modified>
  <cp:category>templates for scientific poster</cp:category>
</cp:coreProperties>
</file>