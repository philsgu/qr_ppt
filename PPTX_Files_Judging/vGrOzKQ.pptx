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56" r:id="rId2"/>
  </p:sldIdLst>
  <p:sldSz cx="32918400" cy="21945600"/>
  <p:notesSz cx="6953250" cy="9239250"/>
  <p:embeddedFontLst>
    <p:embeddedFont>
      <p:font typeface="Nunito" pitchFamily="2" charset="77"/>
      <p:regular r:id="rId4"/>
      <p:bold r:id="rId5"/>
      <p:italic r:id="rId6"/>
      <p:boldItalic r:id="rId7"/>
    </p:embeddedFont>
    <p:embeddedFont>
      <p:font typeface="Open Sans" panose="020B0606030504020204" pitchFamily="3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09"/>
    <p:restoredTop sz="94684"/>
  </p:normalViewPr>
  <p:slideViewPr>
    <p:cSldViewPr snapToGrid="0">
      <p:cViewPr>
        <p:scale>
          <a:sx n="38" d="100"/>
          <a:sy n="38" d="100"/>
        </p:scale>
        <p:origin x="472" y="96"/>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77888" y="692150"/>
            <a:ext cx="5197475" cy="34655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95325" y="4388625"/>
            <a:ext cx="5562600" cy="41576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4f901b76cd_1_0:notes"/>
          <p:cNvSpPr txBox="1">
            <a:spLocks noGrp="1"/>
          </p:cNvSpPr>
          <p:nvPr>
            <p:ph type="body" idx="1"/>
          </p:nvPr>
        </p:nvSpPr>
        <p:spPr>
          <a:xfrm>
            <a:off x="695325" y="4388625"/>
            <a:ext cx="5562600" cy="415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Garispe Edits with new QR code</a:t>
            </a:r>
            <a:endParaRPr/>
          </a:p>
          <a:p>
            <a:pPr marL="0" lvl="0" indent="0" algn="l" rtl="0">
              <a:spcBef>
                <a:spcPts val="0"/>
              </a:spcBef>
              <a:spcAft>
                <a:spcPts val="0"/>
              </a:spcAft>
              <a:buNone/>
            </a:pPr>
            <a:endParaRPr/>
          </a:p>
          <a:p>
            <a:pPr marL="0" lvl="0" indent="0" algn="l" rtl="0">
              <a:spcBef>
                <a:spcPts val="0"/>
              </a:spcBef>
              <a:spcAft>
                <a:spcPts val="0"/>
              </a:spcAft>
              <a:buNone/>
            </a:pPr>
            <a:r>
              <a:rPr lang="en-US"/>
              <a:t>Summary of my edits: </a:t>
            </a:r>
            <a:endParaRPr/>
          </a:p>
          <a:p>
            <a:pPr marL="0" lvl="0" indent="0" algn="l" rtl="0">
              <a:spcBef>
                <a:spcPts val="0"/>
              </a:spcBef>
              <a:spcAft>
                <a:spcPts val="0"/>
              </a:spcAft>
              <a:buNone/>
            </a:pPr>
            <a:endParaRPr/>
          </a:p>
          <a:p>
            <a:pPr marL="0" lvl="0" indent="0" algn="l" rtl="0">
              <a:spcBef>
                <a:spcPts val="0"/>
              </a:spcBef>
              <a:spcAft>
                <a:spcPts val="0"/>
              </a:spcAft>
              <a:buNone/>
            </a:pPr>
            <a:r>
              <a:rPr lang="en-US"/>
              <a:t>Content changes: I added references # to the introduction. Under ED course, I added results for: Flu B, CTa, EKG, Labs.  Also added “Figure 1 &amp; 2” to this section so the reader knows which ECHO’s to look at.  I changed all ECHO’s to TTE which is spelled out in this section so this helps with space/abbreviation. Added an image section for the ECHOs with figure labels.  In the conclusion, I condensed the study findings and added in a section to tie in the case teaching point from the intro.  I deleted all the references listed - this needs to be made into a QR Code. Changes some phrasing and details throughout. </a:t>
            </a:r>
            <a:endParaRPr/>
          </a:p>
          <a:p>
            <a:pPr marL="0" lvl="0" indent="0" algn="l" rtl="0">
              <a:spcBef>
                <a:spcPts val="0"/>
              </a:spcBef>
              <a:spcAft>
                <a:spcPts val="0"/>
              </a:spcAft>
              <a:buNone/>
            </a:pPr>
            <a:endParaRPr/>
          </a:p>
          <a:p>
            <a:pPr marL="0" lvl="0" indent="0" algn="l" rtl="0">
              <a:spcBef>
                <a:spcPts val="0"/>
              </a:spcBef>
              <a:spcAft>
                <a:spcPts val="0"/>
              </a:spcAft>
              <a:buNone/>
            </a:pPr>
            <a:r>
              <a:rPr lang="en-US"/>
              <a:t>Cosmetic/formating changes: I changed the font sizing throughout the document.  The section locations and sizes have changed too.  For the patient’s hospital course, I tried to change it in a flow chart style to organize it better (gives some color).  Added some arrows and labels to the TEE images. Added GME logo. </a:t>
            </a:r>
            <a:endParaRPr/>
          </a:p>
          <a:p>
            <a:pPr marL="0" lvl="0" indent="0" algn="l" rtl="0">
              <a:spcBef>
                <a:spcPts val="0"/>
              </a:spcBef>
              <a:spcAft>
                <a:spcPts val="0"/>
              </a:spcAft>
              <a:buNone/>
            </a:pPr>
            <a:endParaRPr/>
          </a:p>
          <a:p>
            <a:pPr marL="0" lvl="0" indent="0" algn="l" rtl="0">
              <a:spcBef>
                <a:spcPts val="0"/>
              </a:spcBef>
              <a:spcAft>
                <a:spcPts val="0"/>
              </a:spcAft>
              <a:buNone/>
            </a:pPr>
            <a:r>
              <a:rPr lang="en-US"/>
              <a:t>To-do’s:</a:t>
            </a:r>
            <a:endParaRPr/>
          </a:p>
          <a:p>
            <a:pPr marL="0" lvl="0" indent="0" algn="l" rtl="0">
              <a:spcBef>
                <a:spcPts val="0"/>
              </a:spcBef>
              <a:spcAft>
                <a:spcPts val="0"/>
              </a:spcAft>
              <a:buNone/>
            </a:pPr>
            <a:r>
              <a:rPr lang="en-US"/>
              <a:t>-Make a QR code of the references and add it to the area I highlighted yellow.</a:t>
            </a:r>
            <a:endParaRPr/>
          </a:p>
          <a:p>
            <a:pPr marL="0" lvl="0" indent="0" algn="l" rtl="0">
              <a:spcBef>
                <a:spcPts val="0"/>
              </a:spcBef>
              <a:spcAft>
                <a:spcPts val="0"/>
              </a:spcAft>
              <a:buNone/>
            </a:pPr>
            <a:r>
              <a:rPr lang="en-US"/>
              <a:t>-Proof read one more time.</a:t>
            </a:r>
            <a:endParaRPr/>
          </a:p>
          <a:p>
            <a:pPr marL="0" lvl="0" indent="0" algn="l" rtl="0">
              <a:spcBef>
                <a:spcPts val="0"/>
              </a:spcBef>
              <a:spcAft>
                <a:spcPts val="0"/>
              </a:spcAft>
              <a:buNone/>
            </a:pPr>
            <a:r>
              <a:rPr lang="en-US"/>
              <a:t>-If you want any other changes, create a duplicate slide so we can track changes draft to draft. </a:t>
            </a:r>
            <a:endParaRPr/>
          </a:p>
        </p:txBody>
      </p:sp>
      <p:sp>
        <p:nvSpPr>
          <p:cNvPr id="95" name="Google Shape;95;g34f901b76cd_1_0:notes"/>
          <p:cNvSpPr>
            <a:spLocks noGrp="1" noRot="1" noChangeAspect="1"/>
          </p:cNvSpPr>
          <p:nvPr>
            <p:ph type="sldImg" idx="2"/>
          </p:nvPr>
        </p:nvSpPr>
        <p:spPr>
          <a:xfrm>
            <a:off x="877888" y="692150"/>
            <a:ext cx="5197475" cy="34655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4 Content" type="fourObj">
  <p:cSld name="FOUR_OBJECTS">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1645445" y="878417"/>
            <a:ext cx="29627513" cy="3657600"/>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1645446" y="5120218"/>
            <a:ext cx="14756606" cy="7191375"/>
          </a:xfrm>
          <a:prstGeom prst="rect">
            <a:avLst/>
          </a:prstGeom>
          <a:noFill/>
          <a:ln>
            <a:noFill/>
          </a:ln>
        </p:spPr>
        <p:txBody>
          <a:bodyPr spcFirstLastPara="1" wrap="square" lIns="376200" tIns="188100" rIns="376200" bIns="188100" anchor="t" anchorCtr="0">
            <a:no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18" name="Google Shape;18;p2"/>
          <p:cNvSpPr txBox="1">
            <a:spLocks noGrp="1"/>
          </p:cNvSpPr>
          <p:nvPr>
            <p:ph type="body" idx="2"/>
          </p:nvPr>
        </p:nvSpPr>
        <p:spPr>
          <a:xfrm>
            <a:off x="16516352" y="5120218"/>
            <a:ext cx="14756606" cy="7191375"/>
          </a:xfrm>
          <a:prstGeom prst="rect">
            <a:avLst/>
          </a:prstGeom>
          <a:noFill/>
          <a:ln>
            <a:noFill/>
          </a:ln>
        </p:spPr>
        <p:txBody>
          <a:bodyPr spcFirstLastPara="1" wrap="square" lIns="376200" tIns="188100" rIns="376200" bIns="188100" anchor="t" anchorCtr="0">
            <a:no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19" name="Google Shape;19;p2"/>
          <p:cNvSpPr txBox="1">
            <a:spLocks noGrp="1"/>
          </p:cNvSpPr>
          <p:nvPr>
            <p:ph type="body" idx="3"/>
          </p:nvPr>
        </p:nvSpPr>
        <p:spPr>
          <a:xfrm>
            <a:off x="1645446" y="12413192"/>
            <a:ext cx="14756606" cy="7191375"/>
          </a:xfrm>
          <a:prstGeom prst="rect">
            <a:avLst/>
          </a:prstGeom>
          <a:noFill/>
          <a:ln>
            <a:noFill/>
          </a:ln>
        </p:spPr>
        <p:txBody>
          <a:bodyPr spcFirstLastPara="1" wrap="square" lIns="376200" tIns="188100" rIns="376200" bIns="188100" anchor="t" anchorCtr="0">
            <a:no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20" name="Google Shape;20;p2"/>
          <p:cNvSpPr txBox="1">
            <a:spLocks noGrp="1"/>
          </p:cNvSpPr>
          <p:nvPr>
            <p:ph type="body" idx="4"/>
          </p:nvPr>
        </p:nvSpPr>
        <p:spPr>
          <a:xfrm>
            <a:off x="16516352" y="12413192"/>
            <a:ext cx="14756606" cy="7191375"/>
          </a:xfrm>
          <a:prstGeom prst="rect">
            <a:avLst/>
          </a:prstGeom>
          <a:noFill/>
          <a:ln>
            <a:noFill/>
          </a:ln>
        </p:spPr>
        <p:txBody>
          <a:bodyPr spcFirstLastPara="1" wrap="square" lIns="376200" tIns="188100" rIns="376200" bIns="188100" anchor="t" anchorCtr="0">
            <a:no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21" name="Google Shape;21;p2"/>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3"/>
          <p:cNvSpPr txBox="1">
            <a:spLocks noGrp="1"/>
          </p:cNvSpPr>
          <p:nvPr>
            <p:ph type="ctrTitle"/>
          </p:nvPr>
        </p:nvSpPr>
        <p:spPr>
          <a:xfrm>
            <a:off x="2469358" y="6817784"/>
            <a:ext cx="27979688" cy="4703233"/>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 name="Google Shape;26;p3"/>
          <p:cNvSpPr txBox="1">
            <a:spLocks noGrp="1"/>
          </p:cNvSpPr>
          <p:nvPr>
            <p:ph type="subTitle" idx="1"/>
          </p:nvPr>
        </p:nvSpPr>
        <p:spPr>
          <a:xfrm>
            <a:off x="4937523" y="12435417"/>
            <a:ext cx="23043356" cy="5609167"/>
          </a:xfrm>
          <a:prstGeom prst="rect">
            <a:avLst/>
          </a:prstGeom>
          <a:noFill/>
          <a:ln>
            <a:noFill/>
          </a:ln>
        </p:spPr>
        <p:txBody>
          <a:bodyPr spcFirstLastPara="1" wrap="square" lIns="376200" tIns="188100" rIns="376200" bIns="188100" anchor="t" anchorCtr="0">
            <a:noAutofit/>
          </a:bodyPr>
          <a:lstStyle>
            <a:lvl1pPr lvl="0" algn="ctr">
              <a:spcBef>
                <a:spcPts val="1760"/>
              </a:spcBef>
              <a:spcAft>
                <a:spcPts val="0"/>
              </a:spcAft>
              <a:buClr>
                <a:schemeClr val="dk1"/>
              </a:buClr>
              <a:buSzPts val="13200"/>
              <a:buFont typeface="Arial"/>
              <a:buNone/>
              <a:defRPr/>
            </a:lvl1pPr>
            <a:lvl2pPr lvl="1" algn="ctr">
              <a:spcBef>
                <a:spcPts val="1533"/>
              </a:spcBef>
              <a:spcAft>
                <a:spcPts val="0"/>
              </a:spcAft>
              <a:buClr>
                <a:schemeClr val="dk1"/>
              </a:buClr>
              <a:buSzPts val="11500"/>
              <a:buFont typeface="Arial"/>
              <a:buNone/>
              <a:defRPr/>
            </a:lvl2pPr>
            <a:lvl3pPr lvl="2" algn="ctr">
              <a:spcBef>
                <a:spcPts val="1320"/>
              </a:spcBef>
              <a:spcAft>
                <a:spcPts val="0"/>
              </a:spcAft>
              <a:buClr>
                <a:schemeClr val="dk1"/>
              </a:buClr>
              <a:buSzPts val="9900"/>
              <a:buFont typeface="Arial"/>
              <a:buNone/>
              <a:defRPr/>
            </a:lvl3pPr>
            <a:lvl4pPr lvl="3" algn="ctr">
              <a:spcBef>
                <a:spcPts val="1093"/>
              </a:spcBef>
              <a:spcAft>
                <a:spcPts val="0"/>
              </a:spcAft>
              <a:buClr>
                <a:schemeClr val="dk1"/>
              </a:buClr>
              <a:buSzPts val="8200"/>
              <a:buFont typeface="Arial"/>
              <a:buNone/>
              <a:defRPr/>
            </a:lvl4pPr>
            <a:lvl5pPr lvl="4" algn="ctr">
              <a:spcBef>
                <a:spcPts val="1093"/>
              </a:spcBef>
              <a:spcAft>
                <a:spcPts val="0"/>
              </a:spcAft>
              <a:buClr>
                <a:schemeClr val="dk1"/>
              </a:buClr>
              <a:buSzPts val="8200"/>
              <a:buFont typeface="Arial"/>
              <a:buNone/>
              <a:defRPr/>
            </a:lvl5pPr>
            <a:lvl6pPr lvl="5" algn="ctr">
              <a:spcBef>
                <a:spcPts val="1093"/>
              </a:spcBef>
              <a:spcAft>
                <a:spcPts val="0"/>
              </a:spcAft>
              <a:buClr>
                <a:schemeClr val="dk1"/>
              </a:buClr>
              <a:buSzPts val="8200"/>
              <a:buFont typeface="Arial"/>
              <a:buNone/>
              <a:defRPr/>
            </a:lvl6pPr>
            <a:lvl7pPr lvl="6" algn="ctr">
              <a:spcBef>
                <a:spcPts val="1093"/>
              </a:spcBef>
              <a:spcAft>
                <a:spcPts val="0"/>
              </a:spcAft>
              <a:buClr>
                <a:schemeClr val="dk1"/>
              </a:buClr>
              <a:buSzPts val="8200"/>
              <a:buFont typeface="Arial"/>
              <a:buNone/>
              <a:defRPr/>
            </a:lvl7pPr>
            <a:lvl8pPr lvl="7" algn="ctr">
              <a:spcBef>
                <a:spcPts val="1093"/>
              </a:spcBef>
              <a:spcAft>
                <a:spcPts val="0"/>
              </a:spcAft>
              <a:buClr>
                <a:schemeClr val="dk1"/>
              </a:buClr>
              <a:buSzPts val="8200"/>
              <a:buFont typeface="Arial"/>
              <a:buNone/>
              <a:defRPr/>
            </a:lvl8pPr>
            <a:lvl9pPr lvl="8" algn="ctr">
              <a:spcBef>
                <a:spcPts val="1093"/>
              </a:spcBef>
              <a:spcAft>
                <a:spcPts val="0"/>
              </a:spcAft>
              <a:buClr>
                <a:schemeClr val="dk1"/>
              </a:buClr>
              <a:buSzPts val="8200"/>
              <a:buFont typeface="Arial"/>
              <a:buNone/>
              <a:defRPr/>
            </a:lvl9pPr>
          </a:lstStyle>
          <a:p>
            <a:endParaRPr/>
          </a:p>
        </p:txBody>
      </p:sp>
      <p:sp>
        <p:nvSpPr>
          <p:cNvPr id="27" name="Google Shape;27;p3"/>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1645444" y="878417"/>
            <a:ext cx="29627513" cy="3657600"/>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4"/>
          <p:cNvSpPr txBox="1">
            <a:spLocks noGrp="1"/>
          </p:cNvSpPr>
          <p:nvPr>
            <p:ph type="body" idx="1"/>
          </p:nvPr>
        </p:nvSpPr>
        <p:spPr>
          <a:xfrm>
            <a:off x="1645444" y="5120217"/>
            <a:ext cx="29627513" cy="14484350"/>
          </a:xfrm>
          <a:prstGeom prst="rect">
            <a:avLst/>
          </a:prstGeom>
          <a:noFill/>
          <a:ln>
            <a:noFill/>
          </a:ln>
        </p:spPr>
        <p:txBody>
          <a:bodyPr spcFirstLastPara="1" wrap="square" lIns="376200" tIns="188100" rIns="376200" bIns="188100" anchor="t" anchorCtr="0">
            <a:no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33" name="Google Shape;33;p4"/>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2600325" y="14102295"/>
            <a:ext cx="27980879" cy="4358217"/>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sz="2667"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2600325" y="9301692"/>
            <a:ext cx="27980879" cy="4800600"/>
          </a:xfrm>
          <a:prstGeom prst="rect">
            <a:avLst/>
          </a:prstGeom>
          <a:noFill/>
          <a:ln>
            <a:noFill/>
          </a:ln>
        </p:spPr>
        <p:txBody>
          <a:bodyPr spcFirstLastPara="1" wrap="square" lIns="376200" tIns="188100" rIns="376200" bIns="188100" anchor="b" anchorCtr="0">
            <a:noAutofit/>
          </a:bodyPr>
          <a:lstStyle>
            <a:lvl1pPr marL="304815" lvl="0" indent="-152408" algn="l">
              <a:spcBef>
                <a:spcPts val="267"/>
              </a:spcBef>
              <a:spcAft>
                <a:spcPts val="0"/>
              </a:spcAft>
              <a:buClr>
                <a:schemeClr val="dk1"/>
              </a:buClr>
              <a:buSzPts val="2000"/>
              <a:buFont typeface="Arial"/>
              <a:buNone/>
              <a:defRPr sz="1333"/>
            </a:lvl1pPr>
            <a:lvl2pPr marL="609630" lvl="1" indent="-152408" algn="l">
              <a:spcBef>
                <a:spcPts val="240"/>
              </a:spcBef>
              <a:spcAft>
                <a:spcPts val="0"/>
              </a:spcAft>
              <a:buClr>
                <a:schemeClr val="dk1"/>
              </a:buClr>
              <a:buSzPts val="1800"/>
              <a:buFont typeface="Arial"/>
              <a:buNone/>
              <a:defRPr sz="1200"/>
            </a:lvl2pPr>
            <a:lvl3pPr marL="914446" lvl="2" indent="-152408" algn="l">
              <a:spcBef>
                <a:spcPts val="213"/>
              </a:spcBef>
              <a:spcAft>
                <a:spcPts val="0"/>
              </a:spcAft>
              <a:buClr>
                <a:schemeClr val="dk1"/>
              </a:buClr>
              <a:buSzPts val="1600"/>
              <a:buFont typeface="Arial"/>
              <a:buNone/>
              <a:defRPr sz="1067"/>
            </a:lvl3pPr>
            <a:lvl4pPr marL="1219261" lvl="3" indent="-152408" algn="l">
              <a:spcBef>
                <a:spcPts val="187"/>
              </a:spcBef>
              <a:spcAft>
                <a:spcPts val="0"/>
              </a:spcAft>
              <a:buClr>
                <a:schemeClr val="dk1"/>
              </a:buClr>
              <a:buSzPts val="1400"/>
              <a:buFont typeface="Arial"/>
              <a:buNone/>
              <a:defRPr sz="933"/>
            </a:lvl4pPr>
            <a:lvl5pPr marL="1524076" lvl="4" indent="-152408" algn="l">
              <a:spcBef>
                <a:spcPts val="187"/>
              </a:spcBef>
              <a:spcAft>
                <a:spcPts val="0"/>
              </a:spcAft>
              <a:buClr>
                <a:schemeClr val="dk1"/>
              </a:buClr>
              <a:buSzPts val="1400"/>
              <a:buFont typeface="Arial"/>
              <a:buNone/>
              <a:defRPr sz="933"/>
            </a:lvl5pPr>
            <a:lvl6pPr marL="1828891" lvl="5" indent="-152408" algn="l">
              <a:spcBef>
                <a:spcPts val="187"/>
              </a:spcBef>
              <a:spcAft>
                <a:spcPts val="0"/>
              </a:spcAft>
              <a:buClr>
                <a:schemeClr val="dk1"/>
              </a:buClr>
              <a:buSzPts val="1400"/>
              <a:buFont typeface="Arial"/>
              <a:buNone/>
              <a:defRPr sz="933"/>
            </a:lvl6pPr>
            <a:lvl7pPr marL="2133707" lvl="6" indent="-152408" algn="l">
              <a:spcBef>
                <a:spcPts val="187"/>
              </a:spcBef>
              <a:spcAft>
                <a:spcPts val="0"/>
              </a:spcAft>
              <a:buClr>
                <a:schemeClr val="dk1"/>
              </a:buClr>
              <a:buSzPts val="1400"/>
              <a:buFont typeface="Arial"/>
              <a:buNone/>
              <a:defRPr sz="933"/>
            </a:lvl7pPr>
            <a:lvl8pPr marL="2438522" lvl="7" indent="-152408" algn="l">
              <a:spcBef>
                <a:spcPts val="187"/>
              </a:spcBef>
              <a:spcAft>
                <a:spcPts val="0"/>
              </a:spcAft>
              <a:buClr>
                <a:schemeClr val="dk1"/>
              </a:buClr>
              <a:buSzPts val="1400"/>
              <a:buFont typeface="Arial"/>
              <a:buNone/>
              <a:defRPr sz="933"/>
            </a:lvl8pPr>
            <a:lvl9pPr marL="2743337" lvl="8" indent="-152408" algn="l">
              <a:spcBef>
                <a:spcPts val="187"/>
              </a:spcBef>
              <a:spcAft>
                <a:spcPts val="0"/>
              </a:spcAft>
              <a:buClr>
                <a:schemeClr val="dk1"/>
              </a:buClr>
              <a:buSzPts val="1400"/>
              <a:buFont typeface="Arial"/>
              <a:buNone/>
              <a:defRPr sz="933"/>
            </a:lvl9pPr>
          </a:lstStyle>
          <a:p>
            <a:endParaRPr/>
          </a:p>
        </p:txBody>
      </p:sp>
      <p:sp>
        <p:nvSpPr>
          <p:cNvPr id="39" name="Google Shape;39;p5"/>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1645444" y="878417"/>
            <a:ext cx="29627513" cy="3657600"/>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6"/>
          <p:cNvSpPr txBox="1">
            <a:spLocks noGrp="1"/>
          </p:cNvSpPr>
          <p:nvPr>
            <p:ph type="body" idx="1"/>
          </p:nvPr>
        </p:nvSpPr>
        <p:spPr>
          <a:xfrm>
            <a:off x="1645446" y="5120217"/>
            <a:ext cx="14756606" cy="14484350"/>
          </a:xfrm>
          <a:prstGeom prst="rect">
            <a:avLst/>
          </a:prstGeom>
          <a:noFill/>
          <a:ln>
            <a:noFill/>
          </a:ln>
        </p:spPr>
        <p:txBody>
          <a:bodyPr spcFirstLastPara="1" wrap="square" lIns="376200" tIns="188100" rIns="376200" bIns="188100" anchor="t" anchorCtr="0">
            <a:noAutofit/>
          </a:bodyPr>
          <a:lstStyle>
            <a:lvl1pPr marL="304815" lvl="0" indent="-270947" algn="l">
              <a:spcBef>
                <a:spcPts val="373"/>
              </a:spcBef>
              <a:spcAft>
                <a:spcPts val="0"/>
              </a:spcAft>
              <a:buClr>
                <a:schemeClr val="dk1"/>
              </a:buClr>
              <a:buSzPts val="2800"/>
              <a:buFont typeface="Arial"/>
              <a:buChar char="•"/>
              <a:defRPr sz="1867"/>
            </a:lvl1pPr>
            <a:lvl2pPr marL="609630" lvl="1" indent="-254013" algn="l">
              <a:spcBef>
                <a:spcPts val="320"/>
              </a:spcBef>
              <a:spcAft>
                <a:spcPts val="0"/>
              </a:spcAft>
              <a:buClr>
                <a:schemeClr val="dk1"/>
              </a:buClr>
              <a:buSzPts val="2400"/>
              <a:buFont typeface="Arial"/>
              <a:buChar char="–"/>
              <a:defRPr sz="1600"/>
            </a:lvl2pPr>
            <a:lvl3pPr marL="914446" lvl="2" indent="-237079" algn="l">
              <a:spcBef>
                <a:spcPts val="267"/>
              </a:spcBef>
              <a:spcAft>
                <a:spcPts val="0"/>
              </a:spcAft>
              <a:buClr>
                <a:schemeClr val="dk1"/>
              </a:buClr>
              <a:buSzPts val="2000"/>
              <a:buFont typeface="Arial"/>
              <a:buChar char="•"/>
              <a:defRPr sz="1333"/>
            </a:lvl3pPr>
            <a:lvl4pPr marL="1219261" lvl="3" indent="-228611" algn="l">
              <a:spcBef>
                <a:spcPts val="240"/>
              </a:spcBef>
              <a:spcAft>
                <a:spcPts val="0"/>
              </a:spcAft>
              <a:buClr>
                <a:schemeClr val="dk1"/>
              </a:buClr>
              <a:buSzPts val="1800"/>
              <a:buFont typeface="Arial"/>
              <a:buChar char="–"/>
              <a:defRPr sz="1200"/>
            </a:lvl4pPr>
            <a:lvl5pPr marL="1524076" lvl="4" indent="-228611" algn="l">
              <a:spcBef>
                <a:spcPts val="240"/>
              </a:spcBef>
              <a:spcAft>
                <a:spcPts val="0"/>
              </a:spcAft>
              <a:buClr>
                <a:schemeClr val="dk1"/>
              </a:buClr>
              <a:buSzPts val="1800"/>
              <a:buFont typeface="Arial"/>
              <a:buChar char="»"/>
              <a:defRPr sz="1200"/>
            </a:lvl5pPr>
            <a:lvl6pPr marL="1828891" lvl="5" indent="-228611" algn="l">
              <a:spcBef>
                <a:spcPts val="240"/>
              </a:spcBef>
              <a:spcAft>
                <a:spcPts val="0"/>
              </a:spcAft>
              <a:buClr>
                <a:schemeClr val="dk1"/>
              </a:buClr>
              <a:buSzPts val="1800"/>
              <a:buFont typeface="Arial"/>
              <a:buChar char="»"/>
              <a:defRPr sz="1200"/>
            </a:lvl6pPr>
            <a:lvl7pPr marL="2133707" lvl="6" indent="-228611" algn="l">
              <a:spcBef>
                <a:spcPts val="240"/>
              </a:spcBef>
              <a:spcAft>
                <a:spcPts val="0"/>
              </a:spcAft>
              <a:buClr>
                <a:schemeClr val="dk1"/>
              </a:buClr>
              <a:buSzPts val="1800"/>
              <a:buFont typeface="Arial"/>
              <a:buChar char="»"/>
              <a:defRPr sz="1200"/>
            </a:lvl7pPr>
            <a:lvl8pPr marL="2438522" lvl="7" indent="-228611" algn="l">
              <a:spcBef>
                <a:spcPts val="240"/>
              </a:spcBef>
              <a:spcAft>
                <a:spcPts val="0"/>
              </a:spcAft>
              <a:buClr>
                <a:schemeClr val="dk1"/>
              </a:buClr>
              <a:buSzPts val="1800"/>
              <a:buFont typeface="Arial"/>
              <a:buChar char="»"/>
              <a:defRPr sz="1200"/>
            </a:lvl8pPr>
            <a:lvl9pPr marL="2743337" lvl="8" indent="-228611" algn="l">
              <a:spcBef>
                <a:spcPts val="240"/>
              </a:spcBef>
              <a:spcAft>
                <a:spcPts val="0"/>
              </a:spcAft>
              <a:buClr>
                <a:schemeClr val="dk1"/>
              </a:buClr>
              <a:buSzPts val="1800"/>
              <a:buFont typeface="Arial"/>
              <a:buChar char="»"/>
              <a:defRPr sz="1200"/>
            </a:lvl9pPr>
          </a:lstStyle>
          <a:p>
            <a:endParaRPr/>
          </a:p>
        </p:txBody>
      </p:sp>
      <p:sp>
        <p:nvSpPr>
          <p:cNvPr id="45" name="Google Shape;45;p6"/>
          <p:cNvSpPr txBox="1">
            <a:spLocks noGrp="1"/>
          </p:cNvSpPr>
          <p:nvPr>
            <p:ph type="body" idx="2"/>
          </p:nvPr>
        </p:nvSpPr>
        <p:spPr>
          <a:xfrm>
            <a:off x="16516352" y="5120217"/>
            <a:ext cx="14756606" cy="14484350"/>
          </a:xfrm>
          <a:prstGeom prst="rect">
            <a:avLst/>
          </a:prstGeom>
          <a:noFill/>
          <a:ln>
            <a:noFill/>
          </a:ln>
        </p:spPr>
        <p:txBody>
          <a:bodyPr spcFirstLastPara="1" wrap="square" lIns="376200" tIns="188100" rIns="376200" bIns="188100" anchor="t" anchorCtr="0">
            <a:noAutofit/>
          </a:bodyPr>
          <a:lstStyle>
            <a:lvl1pPr marL="304815" lvl="0" indent="-270947" algn="l">
              <a:spcBef>
                <a:spcPts val="373"/>
              </a:spcBef>
              <a:spcAft>
                <a:spcPts val="0"/>
              </a:spcAft>
              <a:buClr>
                <a:schemeClr val="dk1"/>
              </a:buClr>
              <a:buSzPts val="2800"/>
              <a:buFont typeface="Arial"/>
              <a:buChar char="•"/>
              <a:defRPr sz="1867"/>
            </a:lvl1pPr>
            <a:lvl2pPr marL="609630" lvl="1" indent="-254013" algn="l">
              <a:spcBef>
                <a:spcPts val="320"/>
              </a:spcBef>
              <a:spcAft>
                <a:spcPts val="0"/>
              </a:spcAft>
              <a:buClr>
                <a:schemeClr val="dk1"/>
              </a:buClr>
              <a:buSzPts val="2400"/>
              <a:buFont typeface="Arial"/>
              <a:buChar char="–"/>
              <a:defRPr sz="1600"/>
            </a:lvl2pPr>
            <a:lvl3pPr marL="914446" lvl="2" indent="-237079" algn="l">
              <a:spcBef>
                <a:spcPts val="267"/>
              </a:spcBef>
              <a:spcAft>
                <a:spcPts val="0"/>
              </a:spcAft>
              <a:buClr>
                <a:schemeClr val="dk1"/>
              </a:buClr>
              <a:buSzPts val="2000"/>
              <a:buFont typeface="Arial"/>
              <a:buChar char="•"/>
              <a:defRPr sz="1333"/>
            </a:lvl3pPr>
            <a:lvl4pPr marL="1219261" lvl="3" indent="-228611" algn="l">
              <a:spcBef>
                <a:spcPts val="240"/>
              </a:spcBef>
              <a:spcAft>
                <a:spcPts val="0"/>
              </a:spcAft>
              <a:buClr>
                <a:schemeClr val="dk1"/>
              </a:buClr>
              <a:buSzPts val="1800"/>
              <a:buFont typeface="Arial"/>
              <a:buChar char="–"/>
              <a:defRPr sz="1200"/>
            </a:lvl4pPr>
            <a:lvl5pPr marL="1524076" lvl="4" indent="-228611" algn="l">
              <a:spcBef>
                <a:spcPts val="240"/>
              </a:spcBef>
              <a:spcAft>
                <a:spcPts val="0"/>
              </a:spcAft>
              <a:buClr>
                <a:schemeClr val="dk1"/>
              </a:buClr>
              <a:buSzPts val="1800"/>
              <a:buFont typeface="Arial"/>
              <a:buChar char="»"/>
              <a:defRPr sz="1200"/>
            </a:lvl5pPr>
            <a:lvl6pPr marL="1828891" lvl="5" indent="-228611" algn="l">
              <a:spcBef>
                <a:spcPts val="240"/>
              </a:spcBef>
              <a:spcAft>
                <a:spcPts val="0"/>
              </a:spcAft>
              <a:buClr>
                <a:schemeClr val="dk1"/>
              </a:buClr>
              <a:buSzPts val="1800"/>
              <a:buFont typeface="Arial"/>
              <a:buChar char="»"/>
              <a:defRPr sz="1200"/>
            </a:lvl6pPr>
            <a:lvl7pPr marL="2133707" lvl="6" indent="-228611" algn="l">
              <a:spcBef>
                <a:spcPts val="240"/>
              </a:spcBef>
              <a:spcAft>
                <a:spcPts val="0"/>
              </a:spcAft>
              <a:buClr>
                <a:schemeClr val="dk1"/>
              </a:buClr>
              <a:buSzPts val="1800"/>
              <a:buFont typeface="Arial"/>
              <a:buChar char="»"/>
              <a:defRPr sz="1200"/>
            </a:lvl7pPr>
            <a:lvl8pPr marL="2438522" lvl="7" indent="-228611" algn="l">
              <a:spcBef>
                <a:spcPts val="240"/>
              </a:spcBef>
              <a:spcAft>
                <a:spcPts val="0"/>
              </a:spcAft>
              <a:buClr>
                <a:schemeClr val="dk1"/>
              </a:buClr>
              <a:buSzPts val="1800"/>
              <a:buFont typeface="Arial"/>
              <a:buChar char="»"/>
              <a:defRPr sz="1200"/>
            </a:lvl8pPr>
            <a:lvl9pPr marL="2743337" lvl="8" indent="-228611" algn="l">
              <a:spcBef>
                <a:spcPts val="240"/>
              </a:spcBef>
              <a:spcAft>
                <a:spcPts val="0"/>
              </a:spcAft>
              <a:buClr>
                <a:schemeClr val="dk1"/>
              </a:buClr>
              <a:buSzPts val="1800"/>
              <a:buFont typeface="Arial"/>
              <a:buChar char="»"/>
              <a:defRPr sz="1200"/>
            </a:lvl9pPr>
          </a:lstStyle>
          <a:p>
            <a:endParaRPr/>
          </a:p>
        </p:txBody>
      </p:sp>
      <p:sp>
        <p:nvSpPr>
          <p:cNvPr id="46" name="Google Shape;46;p6"/>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1645444" y="878417"/>
            <a:ext cx="29627513" cy="3657600"/>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7"/>
          <p:cNvSpPr txBox="1">
            <a:spLocks noGrp="1"/>
          </p:cNvSpPr>
          <p:nvPr>
            <p:ph type="body" idx="1"/>
          </p:nvPr>
        </p:nvSpPr>
        <p:spPr>
          <a:xfrm>
            <a:off x="1645444" y="4912785"/>
            <a:ext cx="14544675" cy="2046817"/>
          </a:xfrm>
          <a:prstGeom prst="rect">
            <a:avLst/>
          </a:prstGeom>
          <a:noFill/>
          <a:ln>
            <a:noFill/>
          </a:ln>
        </p:spPr>
        <p:txBody>
          <a:bodyPr spcFirstLastPara="1" wrap="square" lIns="376200" tIns="188100" rIns="376200" bIns="188100" anchor="b" anchorCtr="0">
            <a:noAutofit/>
          </a:bodyPr>
          <a:lstStyle>
            <a:lvl1pPr marL="304815" lvl="0" indent="-152408" algn="l">
              <a:spcBef>
                <a:spcPts val="320"/>
              </a:spcBef>
              <a:spcAft>
                <a:spcPts val="0"/>
              </a:spcAft>
              <a:buClr>
                <a:schemeClr val="dk1"/>
              </a:buClr>
              <a:buSzPts val="2400"/>
              <a:buFont typeface="Arial"/>
              <a:buNone/>
              <a:defRPr sz="1600" b="1"/>
            </a:lvl1pPr>
            <a:lvl2pPr marL="609630" lvl="1" indent="-152408" algn="l">
              <a:spcBef>
                <a:spcPts val="267"/>
              </a:spcBef>
              <a:spcAft>
                <a:spcPts val="0"/>
              </a:spcAft>
              <a:buClr>
                <a:schemeClr val="dk1"/>
              </a:buClr>
              <a:buSzPts val="2000"/>
              <a:buFont typeface="Arial"/>
              <a:buNone/>
              <a:defRPr sz="1333" b="1"/>
            </a:lvl2pPr>
            <a:lvl3pPr marL="914446" lvl="2" indent="-152408" algn="l">
              <a:spcBef>
                <a:spcPts val="240"/>
              </a:spcBef>
              <a:spcAft>
                <a:spcPts val="0"/>
              </a:spcAft>
              <a:buClr>
                <a:schemeClr val="dk1"/>
              </a:buClr>
              <a:buSzPts val="1800"/>
              <a:buFont typeface="Arial"/>
              <a:buNone/>
              <a:defRPr sz="1200" b="1"/>
            </a:lvl3pPr>
            <a:lvl4pPr marL="1219261" lvl="3" indent="-152408" algn="l">
              <a:spcBef>
                <a:spcPts val="213"/>
              </a:spcBef>
              <a:spcAft>
                <a:spcPts val="0"/>
              </a:spcAft>
              <a:buClr>
                <a:schemeClr val="dk1"/>
              </a:buClr>
              <a:buSzPts val="1600"/>
              <a:buFont typeface="Arial"/>
              <a:buNone/>
              <a:defRPr sz="1067" b="1"/>
            </a:lvl4pPr>
            <a:lvl5pPr marL="1524076" lvl="4" indent="-152408" algn="l">
              <a:spcBef>
                <a:spcPts val="213"/>
              </a:spcBef>
              <a:spcAft>
                <a:spcPts val="0"/>
              </a:spcAft>
              <a:buClr>
                <a:schemeClr val="dk1"/>
              </a:buClr>
              <a:buSzPts val="1600"/>
              <a:buFont typeface="Arial"/>
              <a:buNone/>
              <a:defRPr sz="1067" b="1"/>
            </a:lvl5pPr>
            <a:lvl6pPr marL="1828891" lvl="5" indent="-152408" algn="l">
              <a:spcBef>
                <a:spcPts val="213"/>
              </a:spcBef>
              <a:spcAft>
                <a:spcPts val="0"/>
              </a:spcAft>
              <a:buClr>
                <a:schemeClr val="dk1"/>
              </a:buClr>
              <a:buSzPts val="1600"/>
              <a:buFont typeface="Arial"/>
              <a:buNone/>
              <a:defRPr sz="1067" b="1"/>
            </a:lvl6pPr>
            <a:lvl7pPr marL="2133707" lvl="6" indent="-152408" algn="l">
              <a:spcBef>
                <a:spcPts val="213"/>
              </a:spcBef>
              <a:spcAft>
                <a:spcPts val="0"/>
              </a:spcAft>
              <a:buClr>
                <a:schemeClr val="dk1"/>
              </a:buClr>
              <a:buSzPts val="1600"/>
              <a:buFont typeface="Arial"/>
              <a:buNone/>
              <a:defRPr sz="1067" b="1"/>
            </a:lvl7pPr>
            <a:lvl8pPr marL="2438522" lvl="7" indent="-152408" algn="l">
              <a:spcBef>
                <a:spcPts val="213"/>
              </a:spcBef>
              <a:spcAft>
                <a:spcPts val="0"/>
              </a:spcAft>
              <a:buClr>
                <a:schemeClr val="dk1"/>
              </a:buClr>
              <a:buSzPts val="1600"/>
              <a:buFont typeface="Arial"/>
              <a:buNone/>
              <a:defRPr sz="1067" b="1"/>
            </a:lvl8pPr>
            <a:lvl9pPr marL="2743337" lvl="8" indent="-152408" algn="l">
              <a:spcBef>
                <a:spcPts val="213"/>
              </a:spcBef>
              <a:spcAft>
                <a:spcPts val="0"/>
              </a:spcAft>
              <a:buClr>
                <a:schemeClr val="dk1"/>
              </a:buClr>
              <a:buSzPts val="1600"/>
              <a:buFont typeface="Arial"/>
              <a:buNone/>
              <a:defRPr sz="1067" b="1"/>
            </a:lvl9pPr>
          </a:lstStyle>
          <a:p>
            <a:endParaRPr/>
          </a:p>
        </p:txBody>
      </p:sp>
      <p:sp>
        <p:nvSpPr>
          <p:cNvPr id="52" name="Google Shape;52;p7"/>
          <p:cNvSpPr txBox="1">
            <a:spLocks noGrp="1"/>
          </p:cNvSpPr>
          <p:nvPr>
            <p:ph type="body" idx="2"/>
          </p:nvPr>
        </p:nvSpPr>
        <p:spPr>
          <a:xfrm>
            <a:off x="1645444" y="6959600"/>
            <a:ext cx="14544675" cy="12643908"/>
          </a:xfrm>
          <a:prstGeom prst="rect">
            <a:avLst/>
          </a:prstGeom>
          <a:noFill/>
          <a:ln>
            <a:noFill/>
          </a:ln>
        </p:spPr>
        <p:txBody>
          <a:bodyPr spcFirstLastPara="1" wrap="square" lIns="376200" tIns="188100" rIns="376200" bIns="188100" anchor="t" anchorCtr="0">
            <a:noAutofit/>
          </a:bodyPr>
          <a:lstStyle>
            <a:lvl1pPr marL="304815" lvl="0" indent="-254013" algn="l">
              <a:spcBef>
                <a:spcPts val="320"/>
              </a:spcBef>
              <a:spcAft>
                <a:spcPts val="0"/>
              </a:spcAft>
              <a:buClr>
                <a:schemeClr val="dk1"/>
              </a:buClr>
              <a:buSzPts val="2400"/>
              <a:buFont typeface="Arial"/>
              <a:buChar char="•"/>
              <a:defRPr sz="1600"/>
            </a:lvl1pPr>
            <a:lvl2pPr marL="609630" lvl="1" indent="-237079" algn="l">
              <a:spcBef>
                <a:spcPts val="267"/>
              </a:spcBef>
              <a:spcAft>
                <a:spcPts val="0"/>
              </a:spcAft>
              <a:buClr>
                <a:schemeClr val="dk1"/>
              </a:buClr>
              <a:buSzPts val="2000"/>
              <a:buFont typeface="Arial"/>
              <a:buChar char="–"/>
              <a:defRPr sz="1333"/>
            </a:lvl2pPr>
            <a:lvl3pPr marL="914446" lvl="2" indent="-228611" algn="l">
              <a:spcBef>
                <a:spcPts val="240"/>
              </a:spcBef>
              <a:spcAft>
                <a:spcPts val="0"/>
              </a:spcAft>
              <a:buClr>
                <a:schemeClr val="dk1"/>
              </a:buClr>
              <a:buSzPts val="1800"/>
              <a:buFont typeface="Arial"/>
              <a:buChar char="•"/>
              <a:defRPr sz="1200"/>
            </a:lvl3pPr>
            <a:lvl4pPr marL="1219261" lvl="3" indent="-220144" algn="l">
              <a:spcBef>
                <a:spcPts val="213"/>
              </a:spcBef>
              <a:spcAft>
                <a:spcPts val="0"/>
              </a:spcAft>
              <a:buClr>
                <a:schemeClr val="dk1"/>
              </a:buClr>
              <a:buSzPts val="1600"/>
              <a:buFont typeface="Arial"/>
              <a:buChar char="–"/>
              <a:defRPr sz="1067"/>
            </a:lvl4pPr>
            <a:lvl5pPr marL="1524076" lvl="4" indent="-220144" algn="l">
              <a:spcBef>
                <a:spcPts val="213"/>
              </a:spcBef>
              <a:spcAft>
                <a:spcPts val="0"/>
              </a:spcAft>
              <a:buClr>
                <a:schemeClr val="dk1"/>
              </a:buClr>
              <a:buSzPts val="1600"/>
              <a:buFont typeface="Arial"/>
              <a:buChar char="»"/>
              <a:defRPr sz="1067"/>
            </a:lvl5pPr>
            <a:lvl6pPr marL="1828891" lvl="5" indent="-220144" algn="l">
              <a:spcBef>
                <a:spcPts val="213"/>
              </a:spcBef>
              <a:spcAft>
                <a:spcPts val="0"/>
              </a:spcAft>
              <a:buClr>
                <a:schemeClr val="dk1"/>
              </a:buClr>
              <a:buSzPts val="1600"/>
              <a:buFont typeface="Arial"/>
              <a:buChar char="»"/>
              <a:defRPr sz="1067"/>
            </a:lvl6pPr>
            <a:lvl7pPr marL="2133707" lvl="6" indent="-220144" algn="l">
              <a:spcBef>
                <a:spcPts val="213"/>
              </a:spcBef>
              <a:spcAft>
                <a:spcPts val="0"/>
              </a:spcAft>
              <a:buClr>
                <a:schemeClr val="dk1"/>
              </a:buClr>
              <a:buSzPts val="1600"/>
              <a:buFont typeface="Arial"/>
              <a:buChar char="»"/>
              <a:defRPr sz="1067"/>
            </a:lvl7pPr>
            <a:lvl8pPr marL="2438522" lvl="7" indent="-220144" algn="l">
              <a:spcBef>
                <a:spcPts val="213"/>
              </a:spcBef>
              <a:spcAft>
                <a:spcPts val="0"/>
              </a:spcAft>
              <a:buClr>
                <a:schemeClr val="dk1"/>
              </a:buClr>
              <a:buSzPts val="1600"/>
              <a:buFont typeface="Arial"/>
              <a:buChar char="»"/>
              <a:defRPr sz="1067"/>
            </a:lvl8pPr>
            <a:lvl9pPr marL="2743337" lvl="8" indent="-220144" algn="l">
              <a:spcBef>
                <a:spcPts val="213"/>
              </a:spcBef>
              <a:spcAft>
                <a:spcPts val="0"/>
              </a:spcAft>
              <a:buClr>
                <a:schemeClr val="dk1"/>
              </a:buClr>
              <a:buSzPts val="1600"/>
              <a:buFont typeface="Arial"/>
              <a:buChar char="»"/>
              <a:defRPr sz="1067"/>
            </a:lvl9pPr>
          </a:lstStyle>
          <a:p>
            <a:endParaRPr/>
          </a:p>
        </p:txBody>
      </p:sp>
      <p:sp>
        <p:nvSpPr>
          <p:cNvPr id="53" name="Google Shape;53;p7"/>
          <p:cNvSpPr txBox="1">
            <a:spLocks noGrp="1"/>
          </p:cNvSpPr>
          <p:nvPr>
            <p:ph type="body" idx="3"/>
          </p:nvPr>
        </p:nvSpPr>
        <p:spPr>
          <a:xfrm>
            <a:off x="16722328" y="4912785"/>
            <a:ext cx="14550629" cy="2046817"/>
          </a:xfrm>
          <a:prstGeom prst="rect">
            <a:avLst/>
          </a:prstGeom>
          <a:noFill/>
          <a:ln>
            <a:noFill/>
          </a:ln>
        </p:spPr>
        <p:txBody>
          <a:bodyPr spcFirstLastPara="1" wrap="square" lIns="376200" tIns="188100" rIns="376200" bIns="188100" anchor="b" anchorCtr="0">
            <a:noAutofit/>
          </a:bodyPr>
          <a:lstStyle>
            <a:lvl1pPr marL="304815" lvl="0" indent="-152408" algn="l">
              <a:spcBef>
                <a:spcPts val="320"/>
              </a:spcBef>
              <a:spcAft>
                <a:spcPts val="0"/>
              </a:spcAft>
              <a:buClr>
                <a:schemeClr val="dk1"/>
              </a:buClr>
              <a:buSzPts val="2400"/>
              <a:buFont typeface="Arial"/>
              <a:buNone/>
              <a:defRPr sz="1600" b="1"/>
            </a:lvl1pPr>
            <a:lvl2pPr marL="609630" lvl="1" indent="-152408" algn="l">
              <a:spcBef>
                <a:spcPts val="267"/>
              </a:spcBef>
              <a:spcAft>
                <a:spcPts val="0"/>
              </a:spcAft>
              <a:buClr>
                <a:schemeClr val="dk1"/>
              </a:buClr>
              <a:buSzPts val="2000"/>
              <a:buFont typeface="Arial"/>
              <a:buNone/>
              <a:defRPr sz="1333" b="1"/>
            </a:lvl2pPr>
            <a:lvl3pPr marL="914446" lvl="2" indent="-152408" algn="l">
              <a:spcBef>
                <a:spcPts val="240"/>
              </a:spcBef>
              <a:spcAft>
                <a:spcPts val="0"/>
              </a:spcAft>
              <a:buClr>
                <a:schemeClr val="dk1"/>
              </a:buClr>
              <a:buSzPts val="1800"/>
              <a:buFont typeface="Arial"/>
              <a:buNone/>
              <a:defRPr sz="1200" b="1"/>
            </a:lvl3pPr>
            <a:lvl4pPr marL="1219261" lvl="3" indent="-152408" algn="l">
              <a:spcBef>
                <a:spcPts val="213"/>
              </a:spcBef>
              <a:spcAft>
                <a:spcPts val="0"/>
              </a:spcAft>
              <a:buClr>
                <a:schemeClr val="dk1"/>
              </a:buClr>
              <a:buSzPts val="1600"/>
              <a:buFont typeface="Arial"/>
              <a:buNone/>
              <a:defRPr sz="1067" b="1"/>
            </a:lvl4pPr>
            <a:lvl5pPr marL="1524076" lvl="4" indent="-152408" algn="l">
              <a:spcBef>
                <a:spcPts val="213"/>
              </a:spcBef>
              <a:spcAft>
                <a:spcPts val="0"/>
              </a:spcAft>
              <a:buClr>
                <a:schemeClr val="dk1"/>
              </a:buClr>
              <a:buSzPts val="1600"/>
              <a:buFont typeface="Arial"/>
              <a:buNone/>
              <a:defRPr sz="1067" b="1"/>
            </a:lvl5pPr>
            <a:lvl6pPr marL="1828891" lvl="5" indent="-152408" algn="l">
              <a:spcBef>
                <a:spcPts val="213"/>
              </a:spcBef>
              <a:spcAft>
                <a:spcPts val="0"/>
              </a:spcAft>
              <a:buClr>
                <a:schemeClr val="dk1"/>
              </a:buClr>
              <a:buSzPts val="1600"/>
              <a:buFont typeface="Arial"/>
              <a:buNone/>
              <a:defRPr sz="1067" b="1"/>
            </a:lvl6pPr>
            <a:lvl7pPr marL="2133707" lvl="6" indent="-152408" algn="l">
              <a:spcBef>
                <a:spcPts val="213"/>
              </a:spcBef>
              <a:spcAft>
                <a:spcPts val="0"/>
              </a:spcAft>
              <a:buClr>
                <a:schemeClr val="dk1"/>
              </a:buClr>
              <a:buSzPts val="1600"/>
              <a:buFont typeface="Arial"/>
              <a:buNone/>
              <a:defRPr sz="1067" b="1"/>
            </a:lvl7pPr>
            <a:lvl8pPr marL="2438522" lvl="7" indent="-152408" algn="l">
              <a:spcBef>
                <a:spcPts val="213"/>
              </a:spcBef>
              <a:spcAft>
                <a:spcPts val="0"/>
              </a:spcAft>
              <a:buClr>
                <a:schemeClr val="dk1"/>
              </a:buClr>
              <a:buSzPts val="1600"/>
              <a:buFont typeface="Arial"/>
              <a:buNone/>
              <a:defRPr sz="1067" b="1"/>
            </a:lvl8pPr>
            <a:lvl9pPr marL="2743337" lvl="8" indent="-152408" algn="l">
              <a:spcBef>
                <a:spcPts val="213"/>
              </a:spcBef>
              <a:spcAft>
                <a:spcPts val="0"/>
              </a:spcAft>
              <a:buClr>
                <a:schemeClr val="dk1"/>
              </a:buClr>
              <a:buSzPts val="1600"/>
              <a:buFont typeface="Arial"/>
              <a:buNone/>
              <a:defRPr sz="1067" b="1"/>
            </a:lvl9pPr>
          </a:lstStyle>
          <a:p>
            <a:endParaRPr/>
          </a:p>
        </p:txBody>
      </p:sp>
      <p:sp>
        <p:nvSpPr>
          <p:cNvPr id="54" name="Google Shape;54;p7"/>
          <p:cNvSpPr txBox="1">
            <a:spLocks noGrp="1"/>
          </p:cNvSpPr>
          <p:nvPr>
            <p:ph type="body" idx="4"/>
          </p:nvPr>
        </p:nvSpPr>
        <p:spPr>
          <a:xfrm>
            <a:off x="16722328" y="6959600"/>
            <a:ext cx="14550629" cy="12643908"/>
          </a:xfrm>
          <a:prstGeom prst="rect">
            <a:avLst/>
          </a:prstGeom>
          <a:noFill/>
          <a:ln>
            <a:noFill/>
          </a:ln>
        </p:spPr>
        <p:txBody>
          <a:bodyPr spcFirstLastPara="1" wrap="square" lIns="376200" tIns="188100" rIns="376200" bIns="188100" anchor="t" anchorCtr="0">
            <a:noAutofit/>
          </a:bodyPr>
          <a:lstStyle>
            <a:lvl1pPr marL="304815" lvl="0" indent="-254013" algn="l">
              <a:spcBef>
                <a:spcPts val="320"/>
              </a:spcBef>
              <a:spcAft>
                <a:spcPts val="0"/>
              </a:spcAft>
              <a:buClr>
                <a:schemeClr val="dk1"/>
              </a:buClr>
              <a:buSzPts val="2400"/>
              <a:buFont typeface="Arial"/>
              <a:buChar char="•"/>
              <a:defRPr sz="1600"/>
            </a:lvl1pPr>
            <a:lvl2pPr marL="609630" lvl="1" indent="-237079" algn="l">
              <a:spcBef>
                <a:spcPts val="267"/>
              </a:spcBef>
              <a:spcAft>
                <a:spcPts val="0"/>
              </a:spcAft>
              <a:buClr>
                <a:schemeClr val="dk1"/>
              </a:buClr>
              <a:buSzPts val="2000"/>
              <a:buFont typeface="Arial"/>
              <a:buChar char="–"/>
              <a:defRPr sz="1333"/>
            </a:lvl2pPr>
            <a:lvl3pPr marL="914446" lvl="2" indent="-228611" algn="l">
              <a:spcBef>
                <a:spcPts val="240"/>
              </a:spcBef>
              <a:spcAft>
                <a:spcPts val="0"/>
              </a:spcAft>
              <a:buClr>
                <a:schemeClr val="dk1"/>
              </a:buClr>
              <a:buSzPts val="1800"/>
              <a:buFont typeface="Arial"/>
              <a:buChar char="•"/>
              <a:defRPr sz="1200"/>
            </a:lvl3pPr>
            <a:lvl4pPr marL="1219261" lvl="3" indent="-220144" algn="l">
              <a:spcBef>
                <a:spcPts val="213"/>
              </a:spcBef>
              <a:spcAft>
                <a:spcPts val="0"/>
              </a:spcAft>
              <a:buClr>
                <a:schemeClr val="dk1"/>
              </a:buClr>
              <a:buSzPts val="1600"/>
              <a:buFont typeface="Arial"/>
              <a:buChar char="–"/>
              <a:defRPr sz="1067"/>
            </a:lvl4pPr>
            <a:lvl5pPr marL="1524076" lvl="4" indent="-220144" algn="l">
              <a:spcBef>
                <a:spcPts val="213"/>
              </a:spcBef>
              <a:spcAft>
                <a:spcPts val="0"/>
              </a:spcAft>
              <a:buClr>
                <a:schemeClr val="dk1"/>
              </a:buClr>
              <a:buSzPts val="1600"/>
              <a:buFont typeface="Arial"/>
              <a:buChar char="»"/>
              <a:defRPr sz="1067"/>
            </a:lvl5pPr>
            <a:lvl6pPr marL="1828891" lvl="5" indent="-220144" algn="l">
              <a:spcBef>
                <a:spcPts val="213"/>
              </a:spcBef>
              <a:spcAft>
                <a:spcPts val="0"/>
              </a:spcAft>
              <a:buClr>
                <a:schemeClr val="dk1"/>
              </a:buClr>
              <a:buSzPts val="1600"/>
              <a:buFont typeface="Arial"/>
              <a:buChar char="»"/>
              <a:defRPr sz="1067"/>
            </a:lvl6pPr>
            <a:lvl7pPr marL="2133707" lvl="6" indent="-220144" algn="l">
              <a:spcBef>
                <a:spcPts val="213"/>
              </a:spcBef>
              <a:spcAft>
                <a:spcPts val="0"/>
              </a:spcAft>
              <a:buClr>
                <a:schemeClr val="dk1"/>
              </a:buClr>
              <a:buSzPts val="1600"/>
              <a:buFont typeface="Arial"/>
              <a:buChar char="»"/>
              <a:defRPr sz="1067"/>
            </a:lvl7pPr>
            <a:lvl8pPr marL="2438522" lvl="7" indent="-220144" algn="l">
              <a:spcBef>
                <a:spcPts val="213"/>
              </a:spcBef>
              <a:spcAft>
                <a:spcPts val="0"/>
              </a:spcAft>
              <a:buClr>
                <a:schemeClr val="dk1"/>
              </a:buClr>
              <a:buSzPts val="1600"/>
              <a:buFont typeface="Arial"/>
              <a:buChar char="»"/>
              <a:defRPr sz="1067"/>
            </a:lvl8pPr>
            <a:lvl9pPr marL="2743337" lvl="8" indent="-220144" algn="l">
              <a:spcBef>
                <a:spcPts val="213"/>
              </a:spcBef>
              <a:spcAft>
                <a:spcPts val="0"/>
              </a:spcAft>
              <a:buClr>
                <a:schemeClr val="dk1"/>
              </a:buClr>
              <a:buSzPts val="1600"/>
              <a:buFont typeface="Arial"/>
              <a:buChar char="»"/>
              <a:defRPr sz="1067"/>
            </a:lvl9pPr>
          </a:lstStyle>
          <a:p>
            <a:endParaRPr/>
          </a:p>
        </p:txBody>
      </p:sp>
      <p:sp>
        <p:nvSpPr>
          <p:cNvPr id="55" name="Google Shape;55;p7"/>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645444" y="878417"/>
            <a:ext cx="29627513" cy="3657600"/>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8"/>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9"/>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1645444" y="874183"/>
            <a:ext cx="10829925" cy="3717925"/>
          </a:xfrm>
          <a:prstGeom prst="rect">
            <a:avLst/>
          </a:prstGeom>
          <a:noFill/>
          <a:ln>
            <a:noFill/>
          </a:ln>
        </p:spPr>
        <p:txBody>
          <a:bodyPr spcFirstLastPara="1" wrap="square" lIns="376200" tIns="188100" rIns="376200" bIns="188100" anchor="b" anchorCtr="0">
            <a:noAutofit/>
          </a:bodyPr>
          <a:lstStyle>
            <a:lvl1pPr lvl="0" algn="l">
              <a:spcBef>
                <a:spcPts val="0"/>
              </a:spcBef>
              <a:spcAft>
                <a:spcPts val="0"/>
              </a:spcAft>
              <a:buSzPts val="1400"/>
              <a:buNone/>
              <a:defRPr sz="133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10"/>
          <p:cNvSpPr txBox="1">
            <a:spLocks noGrp="1"/>
          </p:cNvSpPr>
          <p:nvPr>
            <p:ph type="body" idx="1"/>
          </p:nvPr>
        </p:nvSpPr>
        <p:spPr>
          <a:xfrm>
            <a:off x="12870656" y="874184"/>
            <a:ext cx="18402300" cy="18729325"/>
          </a:xfrm>
          <a:prstGeom prst="rect">
            <a:avLst/>
          </a:prstGeom>
          <a:noFill/>
          <a:ln>
            <a:noFill/>
          </a:ln>
        </p:spPr>
        <p:txBody>
          <a:bodyPr spcFirstLastPara="1" wrap="square" lIns="376200" tIns="188100" rIns="376200" bIns="188100" anchor="t" anchorCtr="0">
            <a:noAutofit/>
          </a:bodyPr>
          <a:lstStyle>
            <a:lvl1pPr marL="304815" lvl="0" indent="-287881" algn="l">
              <a:spcBef>
                <a:spcPts val="427"/>
              </a:spcBef>
              <a:spcAft>
                <a:spcPts val="0"/>
              </a:spcAft>
              <a:buClr>
                <a:schemeClr val="dk1"/>
              </a:buClr>
              <a:buSzPts val="3200"/>
              <a:buFont typeface="Arial"/>
              <a:buChar char="•"/>
              <a:defRPr sz="2133"/>
            </a:lvl1pPr>
            <a:lvl2pPr marL="609630" lvl="1" indent="-270947" algn="l">
              <a:spcBef>
                <a:spcPts val="373"/>
              </a:spcBef>
              <a:spcAft>
                <a:spcPts val="0"/>
              </a:spcAft>
              <a:buClr>
                <a:schemeClr val="dk1"/>
              </a:buClr>
              <a:buSzPts val="2800"/>
              <a:buFont typeface="Arial"/>
              <a:buChar char="–"/>
              <a:defRPr sz="1867"/>
            </a:lvl2pPr>
            <a:lvl3pPr marL="914446" lvl="2" indent="-254013" algn="l">
              <a:spcBef>
                <a:spcPts val="320"/>
              </a:spcBef>
              <a:spcAft>
                <a:spcPts val="0"/>
              </a:spcAft>
              <a:buClr>
                <a:schemeClr val="dk1"/>
              </a:buClr>
              <a:buSzPts val="2400"/>
              <a:buFont typeface="Arial"/>
              <a:buChar char="•"/>
              <a:defRPr sz="1600"/>
            </a:lvl3pPr>
            <a:lvl4pPr marL="1219261" lvl="3" indent="-237079" algn="l">
              <a:spcBef>
                <a:spcPts val="267"/>
              </a:spcBef>
              <a:spcAft>
                <a:spcPts val="0"/>
              </a:spcAft>
              <a:buClr>
                <a:schemeClr val="dk1"/>
              </a:buClr>
              <a:buSzPts val="2000"/>
              <a:buFont typeface="Arial"/>
              <a:buChar char="–"/>
              <a:defRPr sz="1333"/>
            </a:lvl4pPr>
            <a:lvl5pPr marL="1524076" lvl="4" indent="-237079" algn="l">
              <a:spcBef>
                <a:spcPts val="267"/>
              </a:spcBef>
              <a:spcAft>
                <a:spcPts val="0"/>
              </a:spcAft>
              <a:buClr>
                <a:schemeClr val="dk1"/>
              </a:buClr>
              <a:buSzPts val="2000"/>
              <a:buFont typeface="Arial"/>
              <a:buChar char="»"/>
              <a:defRPr sz="1333"/>
            </a:lvl5pPr>
            <a:lvl6pPr marL="1828891" lvl="5" indent="-237079" algn="l">
              <a:spcBef>
                <a:spcPts val="267"/>
              </a:spcBef>
              <a:spcAft>
                <a:spcPts val="0"/>
              </a:spcAft>
              <a:buClr>
                <a:schemeClr val="dk1"/>
              </a:buClr>
              <a:buSzPts val="2000"/>
              <a:buFont typeface="Arial"/>
              <a:buChar char="»"/>
              <a:defRPr sz="1333"/>
            </a:lvl6pPr>
            <a:lvl7pPr marL="2133707" lvl="6" indent="-237079" algn="l">
              <a:spcBef>
                <a:spcPts val="267"/>
              </a:spcBef>
              <a:spcAft>
                <a:spcPts val="0"/>
              </a:spcAft>
              <a:buClr>
                <a:schemeClr val="dk1"/>
              </a:buClr>
              <a:buSzPts val="2000"/>
              <a:buFont typeface="Arial"/>
              <a:buChar char="»"/>
              <a:defRPr sz="1333"/>
            </a:lvl7pPr>
            <a:lvl8pPr marL="2438522" lvl="7" indent="-237079" algn="l">
              <a:spcBef>
                <a:spcPts val="267"/>
              </a:spcBef>
              <a:spcAft>
                <a:spcPts val="0"/>
              </a:spcAft>
              <a:buClr>
                <a:schemeClr val="dk1"/>
              </a:buClr>
              <a:buSzPts val="2000"/>
              <a:buFont typeface="Arial"/>
              <a:buChar char="»"/>
              <a:defRPr sz="1333"/>
            </a:lvl8pPr>
            <a:lvl9pPr marL="2743337" lvl="8" indent="-237079" algn="l">
              <a:spcBef>
                <a:spcPts val="267"/>
              </a:spcBef>
              <a:spcAft>
                <a:spcPts val="0"/>
              </a:spcAft>
              <a:buClr>
                <a:schemeClr val="dk1"/>
              </a:buClr>
              <a:buSzPts val="2000"/>
              <a:buFont typeface="Arial"/>
              <a:buChar char="»"/>
              <a:defRPr sz="1333"/>
            </a:lvl9pPr>
          </a:lstStyle>
          <a:p>
            <a:endParaRPr/>
          </a:p>
        </p:txBody>
      </p:sp>
      <p:sp>
        <p:nvSpPr>
          <p:cNvPr id="70" name="Google Shape;70;p10"/>
          <p:cNvSpPr txBox="1">
            <a:spLocks noGrp="1"/>
          </p:cNvSpPr>
          <p:nvPr>
            <p:ph type="body" idx="2"/>
          </p:nvPr>
        </p:nvSpPr>
        <p:spPr>
          <a:xfrm>
            <a:off x="1645444" y="4592109"/>
            <a:ext cx="10829925" cy="15011400"/>
          </a:xfrm>
          <a:prstGeom prst="rect">
            <a:avLst/>
          </a:prstGeom>
          <a:noFill/>
          <a:ln>
            <a:noFill/>
          </a:ln>
        </p:spPr>
        <p:txBody>
          <a:bodyPr spcFirstLastPara="1" wrap="square" lIns="376200" tIns="188100" rIns="376200" bIns="188100" anchor="t" anchorCtr="0">
            <a:noAutofit/>
          </a:bodyPr>
          <a:lstStyle>
            <a:lvl1pPr marL="304815" lvl="0" indent="-152408" algn="l">
              <a:spcBef>
                <a:spcPts val="187"/>
              </a:spcBef>
              <a:spcAft>
                <a:spcPts val="0"/>
              </a:spcAft>
              <a:buClr>
                <a:schemeClr val="dk1"/>
              </a:buClr>
              <a:buSzPts val="1400"/>
              <a:buFont typeface="Arial"/>
              <a:buNone/>
              <a:defRPr sz="933"/>
            </a:lvl1pPr>
            <a:lvl2pPr marL="609630" lvl="1" indent="-152408" algn="l">
              <a:spcBef>
                <a:spcPts val="160"/>
              </a:spcBef>
              <a:spcAft>
                <a:spcPts val="0"/>
              </a:spcAft>
              <a:buClr>
                <a:schemeClr val="dk1"/>
              </a:buClr>
              <a:buSzPts val="1200"/>
              <a:buFont typeface="Arial"/>
              <a:buNone/>
              <a:defRPr sz="800"/>
            </a:lvl2pPr>
            <a:lvl3pPr marL="914446" lvl="2" indent="-152408" algn="l">
              <a:spcBef>
                <a:spcPts val="133"/>
              </a:spcBef>
              <a:spcAft>
                <a:spcPts val="0"/>
              </a:spcAft>
              <a:buClr>
                <a:schemeClr val="dk1"/>
              </a:buClr>
              <a:buSzPts val="1000"/>
              <a:buFont typeface="Arial"/>
              <a:buNone/>
              <a:defRPr sz="667"/>
            </a:lvl3pPr>
            <a:lvl4pPr marL="1219261" lvl="3" indent="-152408" algn="l">
              <a:spcBef>
                <a:spcPts val="120"/>
              </a:spcBef>
              <a:spcAft>
                <a:spcPts val="0"/>
              </a:spcAft>
              <a:buClr>
                <a:schemeClr val="dk1"/>
              </a:buClr>
              <a:buSzPts val="900"/>
              <a:buFont typeface="Arial"/>
              <a:buNone/>
              <a:defRPr sz="600"/>
            </a:lvl4pPr>
            <a:lvl5pPr marL="1524076" lvl="4" indent="-152408" algn="l">
              <a:spcBef>
                <a:spcPts val="120"/>
              </a:spcBef>
              <a:spcAft>
                <a:spcPts val="0"/>
              </a:spcAft>
              <a:buClr>
                <a:schemeClr val="dk1"/>
              </a:buClr>
              <a:buSzPts val="900"/>
              <a:buFont typeface="Arial"/>
              <a:buNone/>
              <a:defRPr sz="600"/>
            </a:lvl5pPr>
            <a:lvl6pPr marL="1828891" lvl="5" indent="-152408" algn="l">
              <a:spcBef>
                <a:spcPts val="120"/>
              </a:spcBef>
              <a:spcAft>
                <a:spcPts val="0"/>
              </a:spcAft>
              <a:buClr>
                <a:schemeClr val="dk1"/>
              </a:buClr>
              <a:buSzPts val="900"/>
              <a:buFont typeface="Arial"/>
              <a:buNone/>
              <a:defRPr sz="600"/>
            </a:lvl6pPr>
            <a:lvl7pPr marL="2133707" lvl="6" indent="-152408" algn="l">
              <a:spcBef>
                <a:spcPts val="120"/>
              </a:spcBef>
              <a:spcAft>
                <a:spcPts val="0"/>
              </a:spcAft>
              <a:buClr>
                <a:schemeClr val="dk1"/>
              </a:buClr>
              <a:buSzPts val="900"/>
              <a:buFont typeface="Arial"/>
              <a:buNone/>
              <a:defRPr sz="600"/>
            </a:lvl7pPr>
            <a:lvl8pPr marL="2438522" lvl="7" indent="-152408" algn="l">
              <a:spcBef>
                <a:spcPts val="120"/>
              </a:spcBef>
              <a:spcAft>
                <a:spcPts val="0"/>
              </a:spcAft>
              <a:buClr>
                <a:schemeClr val="dk1"/>
              </a:buClr>
              <a:buSzPts val="900"/>
              <a:buFont typeface="Arial"/>
              <a:buNone/>
              <a:defRPr sz="600"/>
            </a:lvl8pPr>
            <a:lvl9pPr marL="2743337" lvl="8" indent="-152408" algn="l">
              <a:spcBef>
                <a:spcPts val="120"/>
              </a:spcBef>
              <a:spcAft>
                <a:spcPts val="0"/>
              </a:spcAft>
              <a:buClr>
                <a:schemeClr val="dk1"/>
              </a:buClr>
              <a:buSzPts val="900"/>
              <a:buFont typeface="Arial"/>
              <a:buNone/>
              <a:defRPr sz="600"/>
            </a:lvl9pPr>
          </a:lstStyle>
          <a:p>
            <a:endParaRPr/>
          </a:p>
        </p:txBody>
      </p:sp>
      <p:sp>
        <p:nvSpPr>
          <p:cNvPr id="71" name="Google Shape;71;p10"/>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6451999" y="15361712"/>
            <a:ext cx="19751279" cy="1813983"/>
          </a:xfrm>
          <a:prstGeom prst="rect">
            <a:avLst/>
          </a:prstGeom>
          <a:noFill/>
          <a:ln>
            <a:noFill/>
          </a:ln>
        </p:spPr>
        <p:txBody>
          <a:bodyPr spcFirstLastPara="1" wrap="square" lIns="376200" tIns="188100" rIns="376200" bIns="188100" anchor="b" anchorCtr="0">
            <a:noAutofit/>
          </a:bodyPr>
          <a:lstStyle>
            <a:lvl1pPr lvl="0" algn="l">
              <a:spcBef>
                <a:spcPts val="0"/>
              </a:spcBef>
              <a:spcAft>
                <a:spcPts val="0"/>
              </a:spcAft>
              <a:buSzPts val="1400"/>
              <a:buNone/>
              <a:defRPr sz="133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11"/>
          <p:cNvSpPr>
            <a:spLocks noGrp="1"/>
          </p:cNvSpPr>
          <p:nvPr>
            <p:ph type="pic" idx="2"/>
          </p:nvPr>
        </p:nvSpPr>
        <p:spPr>
          <a:xfrm>
            <a:off x="6451999" y="1961092"/>
            <a:ext cx="19751279" cy="13166725"/>
          </a:xfrm>
          <a:prstGeom prst="rect">
            <a:avLst/>
          </a:prstGeom>
          <a:noFill/>
          <a:ln>
            <a:noFill/>
          </a:ln>
        </p:spPr>
      </p:sp>
      <p:sp>
        <p:nvSpPr>
          <p:cNvPr id="77" name="Google Shape;77;p11"/>
          <p:cNvSpPr txBox="1">
            <a:spLocks noGrp="1"/>
          </p:cNvSpPr>
          <p:nvPr>
            <p:ph type="body" idx="1"/>
          </p:nvPr>
        </p:nvSpPr>
        <p:spPr>
          <a:xfrm>
            <a:off x="6451999" y="17175695"/>
            <a:ext cx="19751279" cy="2574925"/>
          </a:xfrm>
          <a:prstGeom prst="rect">
            <a:avLst/>
          </a:prstGeom>
          <a:noFill/>
          <a:ln>
            <a:noFill/>
          </a:ln>
        </p:spPr>
        <p:txBody>
          <a:bodyPr spcFirstLastPara="1" wrap="square" lIns="376200" tIns="188100" rIns="376200" bIns="188100" anchor="t" anchorCtr="0">
            <a:noAutofit/>
          </a:bodyPr>
          <a:lstStyle>
            <a:lvl1pPr marL="304815" lvl="0" indent="-152408" algn="l">
              <a:spcBef>
                <a:spcPts val="187"/>
              </a:spcBef>
              <a:spcAft>
                <a:spcPts val="0"/>
              </a:spcAft>
              <a:buClr>
                <a:schemeClr val="dk1"/>
              </a:buClr>
              <a:buSzPts val="1400"/>
              <a:buFont typeface="Arial"/>
              <a:buNone/>
              <a:defRPr sz="933"/>
            </a:lvl1pPr>
            <a:lvl2pPr marL="609630" lvl="1" indent="-152408" algn="l">
              <a:spcBef>
                <a:spcPts val="160"/>
              </a:spcBef>
              <a:spcAft>
                <a:spcPts val="0"/>
              </a:spcAft>
              <a:buClr>
                <a:schemeClr val="dk1"/>
              </a:buClr>
              <a:buSzPts val="1200"/>
              <a:buFont typeface="Arial"/>
              <a:buNone/>
              <a:defRPr sz="800"/>
            </a:lvl2pPr>
            <a:lvl3pPr marL="914446" lvl="2" indent="-152408" algn="l">
              <a:spcBef>
                <a:spcPts val="133"/>
              </a:spcBef>
              <a:spcAft>
                <a:spcPts val="0"/>
              </a:spcAft>
              <a:buClr>
                <a:schemeClr val="dk1"/>
              </a:buClr>
              <a:buSzPts val="1000"/>
              <a:buFont typeface="Arial"/>
              <a:buNone/>
              <a:defRPr sz="667"/>
            </a:lvl3pPr>
            <a:lvl4pPr marL="1219261" lvl="3" indent="-152408" algn="l">
              <a:spcBef>
                <a:spcPts val="120"/>
              </a:spcBef>
              <a:spcAft>
                <a:spcPts val="0"/>
              </a:spcAft>
              <a:buClr>
                <a:schemeClr val="dk1"/>
              </a:buClr>
              <a:buSzPts val="900"/>
              <a:buFont typeface="Arial"/>
              <a:buNone/>
              <a:defRPr sz="600"/>
            </a:lvl4pPr>
            <a:lvl5pPr marL="1524076" lvl="4" indent="-152408" algn="l">
              <a:spcBef>
                <a:spcPts val="120"/>
              </a:spcBef>
              <a:spcAft>
                <a:spcPts val="0"/>
              </a:spcAft>
              <a:buClr>
                <a:schemeClr val="dk1"/>
              </a:buClr>
              <a:buSzPts val="900"/>
              <a:buFont typeface="Arial"/>
              <a:buNone/>
              <a:defRPr sz="600"/>
            </a:lvl5pPr>
            <a:lvl6pPr marL="1828891" lvl="5" indent="-152408" algn="l">
              <a:spcBef>
                <a:spcPts val="120"/>
              </a:spcBef>
              <a:spcAft>
                <a:spcPts val="0"/>
              </a:spcAft>
              <a:buClr>
                <a:schemeClr val="dk1"/>
              </a:buClr>
              <a:buSzPts val="900"/>
              <a:buFont typeface="Arial"/>
              <a:buNone/>
              <a:defRPr sz="600"/>
            </a:lvl6pPr>
            <a:lvl7pPr marL="2133707" lvl="6" indent="-152408" algn="l">
              <a:spcBef>
                <a:spcPts val="120"/>
              </a:spcBef>
              <a:spcAft>
                <a:spcPts val="0"/>
              </a:spcAft>
              <a:buClr>
                <a:schemeClr val="dk1"/>
              </a:buClr>
              <a:buSzPts val="900"/>
              <a:buFont typeface="Arial"/>
              <a:buNone/>
              <a:defRPr sz="600"/>
            </a:lvl7pPr>
            <a:lvl8pPr marL="2438522" lvl="7" indent="-152408" algn="l">
              <a:spcBef>
                <a:spcPts val="120"/>
              </a:spcBef>
              <a:spcAft>
                <a:spcPts val="0"/>
              </a:spcAft>
              <a:buClr>
                <a:schemeClr val="dk1"/>
              </a:buClr>
              <a:buSzPts val="900"/>
              <a:buFont typeface="Arial"/>
              <a:buNone/>
              <a:defRPr sz="600"/>
            </a:lvl8pPr>
            <a:lvl9pPr marL="2743337" lvl="8" indent="-152408" algn="l">
              <a:spcBef>
                <a:spcPts val="120"/>
              </a:spcBef>
              <a:spcAft>
                <a:spcPts val="0"/>
              </a:spcAft>
              <a:buClr>
                <a:schemeClr val="dk1"/>
              </a:buClr>
              <a:buSzPts val="900"/>
              <a:buFont typeface="Arial"/>
              <a:buNone/>
              <a:defRPr sz="600"/>
            </a:lvl9pPr>
          </a:lstStyle>
          <a:p>
            <a:endParaRPr/>
          </a:p>
        </p:txBody>
      </p:sp>
      <p:sp>
        <p:nvSpPr>
          <p:cNvPr id="78" name="Google Shape;78;p11"/>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a:off x="1645444" y="878417"/>
            <a:ext cx="29627513" cy="3657600"/>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3" name="Google Shape;83;p12"/>
          <p:cNvSpPr txBox="1">
            <a:spLocks noGrp="1"/>
          </p:cNvSpPr>
          <p:nvPr>
            <p:ph type="body" idx="1"/>
          </p:nvPr>
        </p:nvSpPr>
        <p:spPr>
          <a:xfrm rot="5400000">
            <a:off x="9217026" y="-2451365"/>
            <a:ext cx="14484350" cy="29627513"/>
          </a:xfrm>
          <a:prstGeom prst="rect">
            <a:avLst/>
          </a:prstGeom>
          <a:noFill/>
          <a:ln>
            <a:noFill/>
          </a:ln>
        </p:spPr>
        <p:txBody>
          <a:bodyPr spcFirstLastPara="1" wrap="square" lIns="376200" tIns="188100" rIns="376200" bIns="188100" anchor="t" anchorCtr="0">
            <a:no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84" name="Google Shape;84;p12"/>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rot="5400000">
            <a:off x="18206445" y="6538053"/>
            <a:ext cx="18726150" cy="7406878"/>
          </a:xfrm>
          <a:prstGeom prst="rect">
            <a:avLst/>
          </a:prstGeom>
          <a:noFill/>
          <a:ln>
            <a:noFill/>
          </a:ln>
        </p:spPr>
        <p:txBody>
          <a:bodyPr spcFirstLastPara="1" wrap="square" lIns="376200" tIns="188100" rIns="376200" bIns="1881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9" name="Google Shape;89;p13"/>
          <p:cNvSpPr txBox="1">
            <a:spLocks noGrp="1"/>
          </p:cNvSpPr>
          <p:nvPr>
            <p:ph type="body" idx="1"/>
          </p:nvPr>
        </p:nvSpPr>
        <p:spPr>
          <a:xfrm rot="5400000">
            <a:off x="3335536" y="-811675"/>
            <a:ext cx="18726150" cy="22106334"/>
          </a:xfrm>
          <a:prstGeom prst="rect">
            <a:avLst/>
          </a:prstGeom>
          <a:noFill/>
          <a:ln>
            <a:noFill/>
          </a:ln>
        </p:spPr>
        <p:txBody>
          <a:bodyPr spcFirstLastPara="1" wrap="square" lIns="376200" tIns="188100" rIns="376200" bIns="188100" anchor="t" anchorCtr="0">
            <a:no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90" name="Google Shape;90;p13"/>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3"/>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3"/>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DDA9A9"/>
            </a:gs>
            <a:gs pos="50000">
              <a:srgbClr val="990000"/>
            </a:gs>
            <a:gs pos="100000">
              <a:srgbClr val="DDA9A9"/>
            </a:gs>
          </a:gsLst>
          <a:lin ang="540000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645444" y="878417"/>
            <a:ext cx="29627513" cy="3657600"/>
          </a:xfrm>
          <a:prstGeom prst="rect">
            <a:avLst/>
          </a:prstGeom>
          <a:noFill/>
          <a:ln>
            <a:noFill/>
          </a:ln>
        </p:spPr>
        <p:txBody>
          <a:bodyPr spcFirstLastPara="1" wrap="square" lIns="376200" tIns="188100" rIns="376200" bIns="188100" anchor="ctr" anchorCtr="0">
            <a:noAutofit/>
          </a:bodyPr>
          <a:lstStyle>
            <a:lvl1pPr marR="0" lvl="0" algn="ctr" rtl="0">
              <a:spcBef>
                <a:spcPts val="0"/>
              </a:spcBef>
              <a:spcAft>
                <a:spcPts val="0"/>
              </a:spcAft>
              <a:buSzPts val="1400"/>
              <a:buNone/>
              <a:defRPr sz="18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8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8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8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8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8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8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8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82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645444" y="5120217"/>
            <a:ext cx="29627513" cy="14484350"/>
          </a:xfrm>
          <a:prstGeom prst="rect">
            <a:avLst/>
          </a:prstGeom>
          <a:noFill/>
          <a:ln>
            <a:noFill/>
          </a:ln>
        </p:spPr>
        <p:txBody>
          <a:bodyPr spcFirstLastPara="1" wrap="square" lIns="376200" tIns="188100" rIns="376200" bIns="188100" anchor="t" anchorCtr="0">
            <a:noAutofit/>
          </a:bodyPr>
          <a:lstStyle>
            <a:lvl1pPr marL="457200" marR="0" lvl="0" indent="-1066800" algn="l" rtl="0">
              <a:spcBef>
                <a:spcPts val="2640"/>
              </a:spcBef>
              <a:spcAft>
                <a:spcPts val="0"/>
              </a:spcAft>
              <a:buClr>
                <a:schemeClr val="dk1"/>
              </a:buClr>
              <a:buSzPts val="13200"/>
              <a:buFont typeface="Arial"/>
              <a:buChar char="•"/>
              <a:defRPr sz="13200" b="0" i="0" u="none" strike="noStrike" cap="none">
                <a:solidFill>
                  <a:schemeClr val="dk1"/>
                </a:solidFill>
                <a:latin typeface="Arial"/>
                <a:ea typeface="Arial"/>
                <a:cs typeface="Arial"/>
                <a:sym typeface="Arial"/>
              </a:defRPr>
            </a:lvl1pPr>
            <a:lvl2pPr marL="914400" marR="0" lvl="1" indent="-958850" algn="l" rtl="0">
              <a:spcBef>
                <a:spcPts val="2300"/>
              </a:spcBef>
              <a:spcAft>
                <a:spcPts val="0"/>
              </a:spcAft>
              <a:buClr>
                <a:schemeClr val="dk1"/>
              </a:buClr>
              <a:buSzPts val="11500"/>
              <a:buFont typeface="Arial"/>
              <a:buChar char="–"/>
              <a:defRPr sz="11500" b="0" i="0" u="none" strike="noStrike" cap="none">
                <a:solidFill>
                  <a:schemeClr val="dk1"/>
                </a:solidFill>
                <a:latin typeface="Arial"/>
                <a:ea typeface="Arial"/>
                <a:cs typeface="Arial"/>
                <a:sym typeface="Arial"/>
              </a:defRPr>
            </a:lvl2pPr>
            <a:lvl3pPr marL="1371600" marR="0" lvl="2" indent="-857250" algn="l" rtl="0">
              <a:spcBef>
                <a:spcPts val="1980"/>
              </a:spcBef>
              <a:spcAft>
                <a:spcPts val="0"/>
              </a:spcAft>
              <a:buClr>
                <a:schemeClr val="dk1"/>
              </a:buClr>
              <a:buSzPts val="9900"/>
              <a:buFont typeface="Arial"/>
              <a:buChar char="•"/>
              <a:defRPr sz="9900" b="0" i="0" u="none" strike="noStrike" cap="none">
                <a:solidFill>
                  <a:schemeClr val="dk1"/>
                </a:solidFill>
                <a:latin typeface="Arial"/>
                <a:ea typeface="Arial"/>
                <a:cs typeface="Arial"/>
                <a:sym typeface="Arial"/>
              </a:defRPr>
            </a:lvl3pPr>
            <a:lvl4pPr marL="1828800" marR="0" lvl="3" indent="-749300" algn="l" rtl="0">
              <a:spcBef>
                <a:spcPts val="1640"/>
              </a:spcBef>
              <a:spcAft>
                <a:spcPts val="0"/>
              </a:spcAft>
              <a:buClr>
                <a:schemeClr val="dk1"/>
              </a:buClr>
              <a:buSzPts val="8200"/>
              <a:buFont typeface="Arial"/>
              <a:buChar char="–"/>
              <a:defRPr sz="8200" b="0" i="0" u="none" strike="noStrike" cap="none">
                <a:solidFill>
                  <a:schemeClr val="dk1"/>
                </a:solidFill>
                <a:latin typeface="Arial"/>
                <a:ea typeface="Arial"/>
                <a:cs typeface="Arial"/>
                <a:sym typeface="Arial"/>
              </a:defRPr>
            </a:lvl4pPr>
            <a:lvl5pPr marL="2286000" marR="0" lvl="4" indent="-749300" algn="l" rtl="0">
              <a:spcBef>
                <a:spcPts val="1640"/>
              </a:spcBef>
              <a:spcAft>
                <a:spcPts val="0"/>
              </a:spcAft>
              <a:buClr>
                <a:schemeClr val="dk1"/>
              </a:buClr>
              <a:buSzPts val="8200"/>
              <a:buFont typeface="Arial"/>
              <a:buChar char="»"/>
              <a:defRPr sz="8200" b="0" i="0" u="none" strike="noStrike" cap="none">
                <a:solidFill>
                  <a:schemeClr val="dk1"/>
                </a:solidFill>
                <a:latin typeface="Arial"/>
                <a:ea typeface="Arial"/>
                <a:cs typeface="Arial"/>
                <a:sym typeface="Arial"/>
              </a:defRPr>
            </a:lvl5pPr>
            <a:lvl6pPr marL="2743200" marR="0" lvl="5" indent="-749300" algn="l" rtl="0">
              <a:spcBef>
                <a:spcPts val="1640"/>
              </a:spcBef>
              <a:spcAft>
                <a:spcPts val="0"/>
              </a:spcAft>
              <a:buClr>
                <a:schemeClr val="dk1"/>
              </a:buClr>
              <a:buSzPts val="8200"/>
              <a:buFont typeface="Arial"/>
              <a:buChar char="»"/>
              <a:defRPr sz="8200" b="0" i="0" u="none" strike="noStrike" cap="none">
                <a:solidFill>
                  <a:schemeClr val="dk1"/>
                </a:solidFill>
                <a:latin typeface="Arial"/>
                <a:ea typeface="Arial"/>
                <a:cs typeface="Arial"/>
                <a:sym typeface="Arial"/>
              </a:defRPr>
            </a:lvl6pPr>
            <a:lvl7pPr marL="3200400" marR="0" lvl="6" indent="-749300" algn="l" rtl="0">
              <a:spcBef>
                <a:spcPts val="1640"/>
              </a:spcBef>
              <a:spcAft>
                <a:spcPts val="0"/>
              </a:spcAft>
              <a:buClr>
                <a:schemeClr val="dk1"/>
              </a:buClr>
              <a:buSzPts val="8200"/>
              <a:buFont typeface="Arial"/>
              <a:buChar char="»"/>
              <a:defRPr sz="8200" b="0" i="0" u="none" strike="noStrike" cap="none">
                <a:solidFill>
                  <a:schemeClr val="dk1"/>
                </a:solidFill>
                <a:latin typeface="Arial"/>
                <a:ea typeface="Arial"/>
                <a:cs typeface="Arial"/>
                <a:sym typeface="Arial"/>
              </a:defRPr>
            </a:lvl7pPr>
            <a:lvl8pPr marL="3657600" marR="0" lvl="7" indent="-749300" algn="l" rtl="0">
              <a:spcBef>
                <a:spcPts val="1640"/>
              </a:spcBef>
              <a:spcAft>
                <a:spcPts val="0"/>
              </a:spcAft>
              <a:buClr>
                <a:schemeClr val="dk1"/>
              </a:buClr>
              <a:buSzPts val="8200"/>
              <a:buFont typeface="Arial"/>
              <a:buChar char="»"/>
              <a:defRPr sz="8200" b="0" i="0" u="none" strike="noStrike" cap="none">
                <a:solidFill>
                  <a:schemeClr val="dk1"/>
                </a:solidFill>
                <a:latin typeface="Arial"/>
                <a:ea typeface="Arial"/>
                <a:cs typeface="Arial"/>
                <a:sym typeface="Arial"/>
              </a:defRPr>
            </a:lvl8pPr>
            <a:lvl9pPr marL="4114800" marR="0" lvl="8" indent="-749300" algn="l" rtl="0">
              <a:spcBef>
                <a:spcPts val="1640"/>
              </a:spcBef>
              <a:spcAft>
                <a:spcPts val="0"/>
              </a:spcAft>
              <a:buClr>
                <a:schemeClr val="dk1"/>
              </a:buClr>
              <a:buSzPts val="8200"/>
              <a:buFont typeface="Arial"/>
              <a:buChar char="»"/>
              <a:defRPr sz="82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1645443" y="19985567"/>
            <a:ext cx="7681913" cy="1524000"/>
          </a:xfrm>
          <a:prstGeom prst="rect">
            <a:avLst/>
          </a:prstGeom>
          <a:noFill/>
          <a:ln>
            <a:noFill/>
          </a:ln>
        </p:spPr>
        <p:txBody>
          <a:bodyPr spcFirstLastPara="1" wrap="square" lIns="376200" tIns="188100" rIns="376200" bIns="188100" anchor="t" anchorCtr="0">
            <a:noAutofit/>
          </a:bodyPr>
          <a:lstStyle>
            <a:lvl1pPr marR="0" lvl="0" algn="l" rtl="0">
              <a:spcBef>
                <a:spcPts val="0"/>
              </a:spcBef>
              <a:spcAft>
                <a:spcPts val="0"/>
              </a:spcAft>
              <a:buSzPts val="1400"/>
              <a:buNone/>
              <a:defRPr sz="3800" b="0" i="0" u="none" strike="noStrike" cap="none">
                <a:solidFill>
                  <a:schemeClr val="dk1"/>
                </a:solidFill>
                <a:latin typeface="Arial"/>
                <a:ea typeface="Arial"/>
                <a:cs typeface="Arial"/>
                <a:sym typeface="Arial"/>
              </a:defRPr>
            </a:lvl1pPr>
            <a:lvl2pPr marR="0" lvl="1" algn="ctr" rtl="0">
              <a:spcBef>
                <a:spcPts val="0"/>
              </a:spcBef>
              <a:spcAft>
                <a:spcPts val="0"/>
              </a:spcAft>
              <a:buSzPts val="1400"/>
              <a:buNone/>
              <a:defRPr sz="2867" b="1" i="0" u="none" strike="noStrike" cap="none">
                <a:solidFill>
                  <a:srgbClr val="FF9900"/>
                </a:solidFill>
                <a:latin typeface="Arial"/>
                <a:ea typeface="Arial"/>
                <a:cs typeface="Arial"/>
                <a:sym typeface="Arial"/>
              </a:defRPr>
            </a:lvl2pPr>
            <a:lvl3pPr marR="0" lvl="2" algn="ctr" rtl="0">
              <a:spcBef>
                <a:spcPts val="0"/>
              </a:spcBef>
              <a:spcAft>
                <a:spcPts val="0"/>
              </a:spcAft>
              <a:buSzPts val="1400"/>
              <a:buNone/>
              <a:defRPr sz="2867" b="1" i="0" u="none" strike="noStrike" cap="none">
                <a:solidFill>
                  <a:srgbClr val="FF9900"/>
                </a:solidFill>
                <a:latin typeface="Arial"/>
                <a:ea typeface="Arial"/>
                <a:cs typeface="Arial"/>
                <a:sym typeface="Arial"/>
              </a:defRPr>
            </a:lvl3pPr>
            <a:lvl4pPr marR="0" lvl="3" algn="ctr" rtl="0">
              <a:spcBef>
                <a:spcPts val="0"/>
              </a:spcBef>
              <a:spcAft>
                <a:spcPts val="0"/>
              </a:spcAft>
              <a:buSzPts val="1400"/>
              <a:buNone/>
              <a:defRPr sz="2867" b="1" i="0" u="none" strike="noStrike" cap="none">
                <a:solidFill>
                  <a:srgbClr val="FF9900"/>
                </a:solidFill>
                <a:latin typeface="Arial"/>
                <a:ea typeface="Arial"/>
                <a:cs typeface="Arial"/>
                <a:sym typeface="Arial"/>
              </a:defRPr>
            </a:lvl4pPr>
            <a:lvl5pPr marR="0" lvl="4" algn="ctr" rtl="0">
              <a:spcBef>
                <a:spcPts val="0"/>
              </a:spcBef>
              <a:spcAft>
                <a:spcPts val="0"/>
              </a:spcAft>
              <a:buSzPts val="1400"/>
              <a:buNone/>
              <a:defRPr sz="2867" b="1" i="0" u="none" strike="noStrike" cap="none">
                <a:solidFill>
                  <a:srgbClr val="FF9900"/>
                </a:solidFill>
                <a:latin typeface="Arial"/>
                <a:ea typeface="Arial"/>
                <a:cs typeface="Arial"/>
                <a:sym typeface="Arial"/>
              </a:defRPr>
            </a:lvl5pPr>
            <a:lvl6pPr marR="0" lvl="5" algn="l" rtl="0">
              <a:spcBef>
                <a:spcPts val="0"/>
              </a:spcBef>
              <a:spcAft>
                <a:spcPts val="0"/>
              </a:spcAft>
              <a:buSzPts val="1400"/>
              <a:buNone/>
              <a:defRPr sz="2867" b="1" i="0" u="none" strike="noStrike" cap="none">
                <a:solidFill>
                  <a:srgbClr val="FF9900"/>
                </a:solidFill>
                <a:latin typeface="Arial"/>
                <a:ea typeface="Arial"/>
                <a:cs typeface="Arial"/>
                <a:sym typeface="Arial"/>
              </a:defRPr>
            </a:lvl6pPr>
            <a:lvl7pPr marR="0" lvl="6" algn="l" rtl="0">
              <a:spcBef>
                <a:spcPts val="0"/>
              </a:spcBef>
              <a:spcAft>
                <a:spcPts val="0"/>
              </a:spcAft>
              <a:buSzPts val="1400"/>
              <a:buNone/>
              <a:defRPr sz="2867" b="1" i="0" u="none" strike="noStrike" cap="none">
                <a:solidFill>
                  <a:srgbClr val="FF9900"/>
                </a:solidFill>
                <a:latin typeface="Arial"/>
                <a:ea typeface="Arial"/>
                <a:cs typeface="Arial"/>
                <a:sym typeface="Arial"/>
              </a:defRPr>
            </a:lvl7pPr>
            <a:lvl8pPr marR="0" lvl="7" algn="l" rtl="0">
              <a:spcBef>
                <a:spcPts val="0"/>
              </a:spcBef>
              <a:spcAft>
                <a:spcPts val="0"/>
              </a:spcAft>
              <a:buSzPts val="1400"/>
              <a:buNone/>
              <a:defRPr sz="2867" b="1" i="0" u="none" strike="noStrike" cap="none">
                <a:solidFill>
                  <a:srgbClr val="FF9900"/>
                </a:solidFill>
                <a:latin typeface="Arial"/>
                <a:ea typeface="Arial"/>
                <a:cs typeface="Arial"/>
                <a:sym typeface="Arial"/>
              </a:defRPr>
            </a:lvl8pPr>
            <a:lvl9pPr marR="0" lvl="8" algn="l" rtl="0">
              <a:spcBef>
                <a:spcPts val="0"/>
              </a:spcBef>
              <a:spcAft>
                <a:spcPts val="0"/>
              </a:spcAft>
              <a:buSzPts val="1400"/>
              <a:buNone/>
              <a:defRPr sz="2867" b="1" i="0" u="none" strike="noStrike" cap="none">
                <a:solidFill>
                  <a:srgbClr val="FF9900"/>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11246644" y="19985567"/>
            <a:ext cx="10425113" cy="1524000"/>
          </a:xfrm>
          <a:prstGeom prst="rect">
            <a:avLst/>
          </a:prstGeom>
          <a:noFill/>
          <a:ln>
            <a:noFill/>
          </a:ln>
        </p:spPr>
        <p:txBody>
          <a:bodyPr spcFirstLastPara="1" wrap="square" lIns="376200" tIns="188100" rIns="376200" bIns="188100" anchor="t" anchorCtr="0">
            <a:noAutofit/>
          </a:bodyPr>
          <a:lstStyle>
            <a:lvl1pPr marR="0" lvl="0" algn="ctr" rtl="0">
              <a:spcBef>
                <a:spcPts val="0"/>
              </a:spcBef>
              <a:spcAft>
                <a:spcPts val="0"/>
              </a:spcAft>
              <a:buSzPts val="1400"/>
              <a:buNone/>
              <a:defRPr sz="3800" b="0" i="0" u="none" strike="noStrike" cap="none">
                <a:solidFill>
                  <a:schemeClr val="dk1"/>
                </a:solidFill>
                <a:latin typeface="Arial"/>
                <a:ea typeface="Arial"/>
                <a:cs typeface="Arial"/>
                <a:sym typeface="Arial"/>
              </a:defRPr>
            </a:lvl1pPr>
            <a:lvl2pPr marR="0" lvl="1" algn="ctr" rtl="0">
              <a:spcBef>
                <a:spcPts val="0"/>
              </a:spcBef>
              <a:spcAft>
                <a:spcPts val="0"/>
              </a:spcAft>
              <a:buSzPts val="1400"/>
              <a:buNone/>
              <a:defRPr sz="2867" b="1" i="0" u="none" strike="noStrike" cap="none">
                <a:solidFill>
                  <a:srgbClr val="FF9900"/>
                </a:solidFill>
                <a:latin typeface="Arial"/>
                <a:ea typeface="Arial"/>
                <a:cs typeface="Arial"/>
                <a:sym typeface="Arial"/>
              </a:defRPr>
            </a:lvl2pPr>
            <a:lvl3pPr marR="0" lvl="2" algn="ctr" rtl="0">
              <a:spcBef>
                <a:spcPts val="0"/>
              </a:spcBef>
              <a:spcAft>
                <a:spcPts val="0"/>
              </a:spcAft>
              <a:buSzPts val="1400"/>
              <a:buNone/>
              <a:defRPr sz="2867" b="1" i="0" u="none" strike="noStrike" cap="none">
                <a:solidFill>
                  <a:srgbClr val="FF9900"/>
                </a:solidFill>
                <a:latin typeface="Arial"/>
                <a:ea typeface="Arial"/>
                <a:cs typeface="Arial"/>
                <a:sym typeface="Arial"/>
              </a:defRPr>
            </a:lvl3pPr>
            <a:lvl4pPr marR="0" lvl="3" algn="ctr" rtl="0">
              <a:spcBef>
                <a:spcPts val="0"/>
              </a:spcBef>
              <a:spcAft>
                <a:spcPts val="0"/>
              </a:spcAft>
              <a:buSzPts val="1400"/>
              <a:buNone/>
              <a:defRPr sz="2867" b="1" i="0" u="none" strike="noStrike" cap="none">
                <a:solidFill>
                  <a:srgbClr val="FF9900"/>
                </a:solidFill>
                <a:latin typeface="Arial"/>
                <a:ea typeface="Arial"/>
                <a:cs typeface="Arial"/>
                <a:sym typeface="Arial"/>
              </a:defRPr>
            </a:lvl4pPr>
            <a:lvl5pPr marR="0" lvl="4" algn="ctr" rtl="0">
              <a:spcBef>
                <a:spcPts val="0"/>
              </a:spcBef>
              <a:spcAft>
                <a:spcPts val="0"/>
              </a:spcAft>
              <a:buSzPts val="1400"/>
              <a:buNone/>
              <a:defRPr sz="2867" b="1" i="0" u="none" strike="noStrike" cap="none">
                <a:solidFill>
                  <a:srgbClr val="FF9900"/>
                </a:solidFill>
                <a:latin typeface="Arial"/>
                <a:ea typeface="Arial"/>
                <a:cs typeface="Arial"/>
                <a:sym typeface="Arial"/>
              </a:defRPr>
            </a:lvl5pPr>
            <a:lvl6pPr marR="0" lvl="5" algn="l" rtl="0">
              <a:spcBef>
                <a:spcPts val="0"/>
              </a:spcBef>
              <a:spcAft>
                <a:spcPts val="0"/>
              </a:spcAft>
              <a:buSzPts val="1400"/>
              <a:buNone/>
              <a:defRPr sz="2867" b="1" i="0" u="none" strike="noStrike" cap="none">
                <a:solidFill>
                  <a:srgbClr val="FF9900"/>
                </a:solidFill>
                <a:latin typeface="Arial"/>
                <a:ea typeface="Arial"/>
                <a:cs typeface="Arial"/>
                <a:sym typeface="Arial"/>
              </a:defRPr>
            </a:lvl6pPr>
            <a:lvl7pPr marR="0" lvl="6" algn="l" rtl="0">
              <a:spcBef>
                <a:spcPts val="0"/>
              </a:spcBef>
              <a:spcAft>
                <a:spcPts val="0"/>
              </a:spcAft>
              <a:buSzPts val="1400"/>
              <a:buNone/>
              <a:defRPr sz="2867" b="1" i="0" u="none" strike="noStrike" cap="none">
                <a:solidFill>
                  <a:srgbClr val="FF9900"/>
                </a:solidFill>
                <a:latin typeface="Arial"/>
                <a:ea typeface="Arial"/>
                <a:cs typeface="Arial"/>
                <a:sym typeface="Arial"/>
              </a:defRPr>
            </a:lvl7pPr>
            <a:lvl8pPr marR="0" lvl="7" algn="l" rtl="0">
              <a:spcBef>
                <a:spcPts val="0"/>
              </a:spcBef>
              <a:spcAft>
                <a:spcPts val="0"/>
              </a:spcAft>
              <a:buSzPts val="1400"/>
              <a:buNone/>
              <a:defRPr sz="2867" b="1" i="0" u="none" strike="noStrike" cap="none">
                <a:solidFill>
                  <a:srgbClr val="FF9900"/>
                </a:solidFill>
                <a:latin typeface="Arial"/>
                <a:ea typeface="Arial"/>
                <a:cs typeface="Arial"/>
                <a:sym typeface="Arial"/>
              </a:defRPr>
            </a:lvl8pPr>
            <a:lvl9pPr marR="0" lvl="8" algn="l" rtl="0">
              <a:spcBef>
                <a:spcPts val="0"/>
              </a:spcBef>
              <a:spcAft>
                <a:spcPts val="0"/>
              </a:spcAft>
              <a:buSzPts val="1400"/>
              <a:buNone/>
              <a:defRPr sz="2867" b="1" i="0" u="none" strike="noStrike" cap="none">
                <a:solidFill>
                  <a:srgbClr val="FF9900"/>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23591044" y="19985567"/>
            <a:ext cx="7681913" cy="1524000"/>
          </a:xfrm>
          <a:prstGeom prst="rect">
            <a:avLst/>
          </a:prstGeom>
          <a:noFill/>
          <a:ln>
            <a:noFill/>
          </a:ln>
        </p:spPr>
        <p:txBody>
          <a:bodyPr spcFirstLastPara="1" wrap="square" lIns="376200" tIns="188100" rIns="376200" bIns="188100" anchor="t" anchorCtr="0">
            <a:noAutofit/>
          </a:bodyPr>
          <a:lstStyle>
            <a:lvl1pPr marL="0" marR="0" lvl="0" indent="0" algn="r" rtl="0">
              <a:spcBef>
                <a:spcPts val="0"/>
              </a:spcBef>
              <a:spcAft>
                <a:spcPts val="0"/>
              </a:spcAft>
              <a:buNone/>
              <a:defRPr sz="38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38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38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38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38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38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38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38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38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pic>
        <p:nvPicPr>
          <p:cNvPr id="11" name="Google Shape;11;p1"/>
          <p:cNvPicPr preferRelativeResize="0"/>
          <p:nvPr/>
        </p:nvPicPr>
        <p:blipFill rotWithShape="1">
          <a:blip r:embed="rId14">
            <a:alphaModFix/>
          </a:blip>
          <a:srcRect/>
          <a:stretch/>
        </p:blipFill>
        <p:spPr>
          <a:xfrm rot="-5400000">
            <a:off x="-7711017" y="10808758"/>
            <a:ext cx="9516533" cy="2952750"/>
          </a:xfrm>
          <a:prstGeom prst="rect">
            <a:avLst/>
          </a:prstGeom>
          <a:noFill/>
          <a:ln>
            <a:noFill/>
          </a:ln>
        </p:spPr>
      </p:pic>
      <p:pic>
        <p:nvPicPr>
          <p:cNvPr id="12" name="Google Shape;12;p1"/>
          <p:cNvPicPr preferRelativeResize="0"/>
          <p:nvPr/>
        </p:nvPicPr>
        <p:blipFill rotWithShape="1">
          <a:blip r:embed="rId14">
            <a:alphaModFix/>
          </a:blip>
          <a:srcRect/>
          <a:stretch/>
        </p:blipFill>
        <p:spPr>
          <a:xfrm rot="5400000">
            <a:off x="31112884" y="10808758"/>
            <a:ext cx="9516533" cy="2952750"/>
          </a:xfrm>
          <a:prstGeom prst="rect">
            <a:avLst/>
          </a:prstGeom>
          <a:noFill/>
          <a:ln>
            <a:noFill/>
          </a:ln>
        </p:spPr>
      </p:pic>
      <p:pic>
        <p:nvPicPr>
          <p:cNvPr id="13" name="Google Shape;13;p1"/>
          <p:cNvPicPr preferRelativeResize="0"/>
          <p:nvPr/>
        </p:nvPicPr>
        <p:blipFill rotWithShape="1">
          <a:blip r:embed="rId15">
            <a:alphaModFix/>
          </a:blip>
          <a:srcRect/>
          <a:stretch/>
        </p:blipFill>
        <p:spPr>
          <a:xfrm>
            <a:off x="5210175" y="22284267"/>
            <a:ext cx="22498050" cy="965200"/>
          </a:xfrm>
          <a:prstGeom prst="rect">
            <a:avLst/>
          </a:prstGeom>
          <a:noFill/>
          <a:ln>
            <a:noFill/>
          </a:ln>
        </p:spPr>
      </p:pic>
      <p:sp>
        <p:nvSpPr>
          <p:cNvPr id="14" name="Google Shape;14;p1"/>
          <p:cNvSpPr/>
          <p:nvPr/>
        </p:nvSpPr>
        <p:spPr>
          <a:xfrm>
            <a:off x="5210175" y="22665267"/>
            <a:ext cx="16459200" cy="846667"/>
          </a:xfrm>
          <a:prstGeom prst="rect">
            <a:avLst/>
          </a:prstGeom>
          <a:noFill/>
          <a:ln>
            <a:noFill/>
          </a:ln>
        </p:spPr>
        <p:txBody>
          <a:bodyPr spcFirstLastPara="1" wrap="square" lIns="60950" tIns="30467" rIns="60950" bIns="30467" anchor="ctr" anchorCtr="0">
            <a:noAutofit/>
          </a:bodyPr>
          <a:lstStyle/>
          <a:p>
            <a:pPr marL="0" marR="0" lvl="0" indent="0" algn="l" rtl="0">
              <a:spcBef>
                <a:spcPts val="0"/>
              </a:spcBef>
              <a:spcAft>
                <a:spcPts val="0"/>
              </a:spcAft>
              <a:buNone/>
            </a:pPr>
            <a:r>
              <a:rPr lang="en-US" sz="3040" b="1" i="0" u="none" strike="noStrike" cap="none">
                <a:solidFill>
                  <a:srgbClr val="808080"/>
                </a:solidFill>
                <a:latin typeface="Arial"/>
                <a:ea typeface="Arial"/>
                <a:cs typeface="Arial"/>
                <a:sym typeface="Arial"/>
              </a:rPr>
              <a:t>Template ID: perceptualpewter  Size: 48x36</a:t>
            </a:r>
            <a:endParaRPr sz="667"/>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rgbClr val="C8C8C8"/>
            </a:gs>
          </a:gsLst>
          <a:lin ang="5400012" scaled="0"/>
        </a:gradFill>
        <a:effectLst/>
      </p:bgPr>
    </p:bg>
    <p:spTree>
      <p:nvGrpSpPr>
        <p:cNvPr id="1" name="Shape 96"/>
        <p:cNvGrpSpPr/>
        <p:nvPr/>
      </p:nvGrpSpPr>
      <p:grpSpPr>
        <a:xfrm>
          <a:off x="0" y="0"/>
          <a:ext cx="0" cy="0"/>
          <a:chOff x="0" y="0"/>
          <a:chExt cx="0" cy="0"/>
        </a:xfrm>
      </p:grpSpPr>
      <p:sp>
        <p:nvSpPr>
          <p:cNvPr id="97" name="Google Shape;97;p14"/>
          <p:cNvSpPr>
            <a:spLocks noGrp="1"/>
          </p:cNvSpPr>
          <p:nvPr>
            <p:ph type="title"/>
          </p:nvPr>
        </p:nvSpPr>
        <p:spPr>
          <a:xfrm>
            <a:off x="914399" y="355599"/>
            <a:ext cx="31247255" cy="3893521"/>
          </a:xfrm>
          <a:prstGeom prst="roundRect">
            <a:avLst>
              <a:gd name="adj" fmla="val 6990"/>
            </a:avLst>
          </a:prstGeom>
          <a:solidFill>
            <a:srgbClr val="2D3C50"/>
          </a:solidFill>
          <a:ln w="9525" cap="flat" cmpd="sng">
            <a:solidFill>
              <a:schemeClr val="dk1"/>
            </a:solidFill>
            <a:prstDash val="solid"/>
            <a:miter lim="800000"/>
            <a:headEnd type="none" w="sm" len="sm"/>
            <a:tailEnd type="none" w="sm" len="sm"/>
          </a:ln>
        </p:spPr>
        <p:txBody>
          <a:bodyPr spcFirstLastPara="1" wrap="square" lIns="250800" tIns="125400" rIns="250800" bIns="125400" anchor="ctr" anchorCtr="0">
            <a:noAutofit/>
          </a:bodyPr>
          <a:lstStyle/>
          <a:p>
            <a:endParaRPr sz="2667" i="1" dirty="0"/>
          </a:p>
        </p:txBody>
      </p:sp>
      <p:sp>
        <p:nvSpPr>
          <p:cNvPr id="98" name="Google Shape;98;p14"/>
          <p:cNvSpPr/>
          <p:nvPr/>
        </p:nvSpPr>
        <p:spPr>
          <a:xfrm>
            <a:off x="914399" y="4809242"/>
            <a:ext cx="16557000" cy="609600"/>
          </a:xfrm>
          <a:prstGeom prst="roundRect">
            <a:avLst>
              <a:gd name="adj" fmla="val 16667"/>
            </a:avLst>
          </a:prstGeom>
          <a:solidFill>
            <a:srgbClr val="E64B3C"/>
          </a:solidFill>
          <a:ln>
            <a:noFill/>
          </a:ln>
        </p:spPr>
        <p:txBody>
          <a:bodyPr spcFirstLastPara="1" wrap="square" lIns="91433" tIns="45717" rIns="91433" bIns="45717" anchor="ctr" anchorCtr="0">
            <a:noAutofit/>
          </a:bodyPr>
          <a:lstStyle/>
          <a:p>
            <a:pPr algn="ctr"/>
            <a:r>
              <a:rPr lang="en-US" sz="3734" b="1">
                <a:solidFill>
                  <a:schemeClr val="lt1"/>
                </a:solidFill>
                <a:latin typeface="Nunito"/>
                <a:ea typeface="Nunito"/>
                <a:cs typeface="Nunito"/>
                <a:sym typeface="Nunito"/>
              </a:rPr>
              <a:t>Introduction</a:t>
            </a:r>
            <a:endParaRPr sz="2267"/>
          </a:p>
        </p:txBody>
      </p:sp>
      <p:sp>
        <p:nvSpPr>
          <p:cNvPr id="99" name="Google Shape;99;p14"/>
          <p:cNvSpPr txBox="1"/>
          <p:nvPr/>
        </p:nvSpPr>
        <p:spPr>
          <a:xfrm>
            <a:off x="4572000" y="852434"/>
            <a:ext cx="24384000" cy="1958200"/>
          </a:xfrm>
          <a:prstGeom prst="rect">
            <a:avLst/>
          </a:prstGeom>
          <a:noFill/>
          <a:ln>
            <a:noFill/>
          </a:ln>
        </p:spPr>
        <p:txBody>
          <a:bodyPr spcFirstLastPara="1" wrap="square" lIns="0" tIns="0" rIns="0" bIns="0" anchor="t" anchorCtr="0">
            <a:noAutofit/>
          </a:bodyPr>
          <a:lstStyle/>
          <a:p>
            <a:pPr algn="ctr">
              <a:spcBef>
                <a:spcPts val="1133"/>
              </a:spcBef>
            </a:pPr>
            <a:r>
              <a:rPr lang="en-US" sz="5400" b="1" dirty="0">
                <a:solidFill>
                  <a:schemeClr val="lt1"/>
                </a:solidFill>
                <a:latin typeface="Nunito"/>
                <a:ea typeface="Nunito"/>
                <a:cs typeface="Nunito"/>
                <a:sym typeface="Nunito"/>
              </a:rPr>
              <a:t>Influenza B–Induced Pericarditis with Pericardial Effusion and Early Tamponade Physiology: A Case Report</a:t>
            </a:r>
            <a:endParaRPr sz="600" dirty="0"/>
          </a:p>
        </p:txBody>
      </p:sp>
      <p:sp>
        <p:nvSpPr>
          <p:cNvPr id="100" name="Google Shape;100;p14"/>
          <p:cNvSpPr txBox="1"/>
          <p:nvPr/>
        </p:nvSpPr>
        <p:spPr>
          <a:xfrm>
            <a:off x="4267200" y="2955232"/>
            <a:ext cx="24384000" cy="1149289"/>
          </a:xfrm>
          <a:prstGeom prst="rect">
            <a:avLst/>
          </a:prstGeom>
          <a:noFill/>
          <a:ln>
            <a:noFill/>
          </a:ln>
        </p:spPr>
        <p:txBody>
          <a:bodyPr spcFirstLastPara="1" wrap="square" lIns="0" tIns="0" rIns="0" bIns="0" anchor="t" anchorCtr="0">
            <a:spAutoFit/>
          </a:bodyPr>
          <a:lstStyle/>
          <a:p>
            <a:pPr algn="ctr"/>
            <a:r>
              <a:rPr lang="en-US" sz="3734">
                <a:solidFill>
                  <a:schemeClr val="lt1"/>
                </a:solidFill>
                <a:latin typeface="Open Sans"/>
                <a:ea typeface="Open Sans"/>
                <a:cs typeface="Open Sans"/>
                <a:sym typeface="Open Sans"/>
              </a:rPr>
              <a:t>Tyler Stinson MD FAWM, Don Ha DO, Ashley Garispe DO</a:t>
            </a:r>
            <a:endParaRPr sz="667"/>
          </a:p>
          <a:p>
            <a:pPr algn="ctr"/>
            <a:r>
              <a:rPr lang="en-US" sz="3734">
                <a:solidFill>
                  <a:schemeClr val="lt1"/>
                </a:solidFill>
                <a:latin typeface="Open Sans"/>
                <a:ea typeface="Open Sans"/>
                <a:cs typeface="Open Sans"/>
                <a:sym typeface="Open Sans"/>
              </a:rPr>
              <a:t>Saint Agnes Medical Center</a:t>
            </a:r>
            <a:endParaRPr sz="667"/>
          </a:p>
        </p:txBody>
      </p:sp>
      <p:sp>
        <p:nvSpPr>
          <p:cNvPr id="101" name="Google Shape;101;p14"/>
          <p:cNvSpPr/>
          <p:nvPr/>
        </p:nvSpPr>
        <p:spPr>
          <a:xfrm>
            <a:off x="999439" y="7702908"/>
            <a:ext cx="16527000" cy="609600"/>
          </a:xfrm>
          <a:prstGeom prst="roundRect">
            <a:avLst>
              <a:gd name="adj" fmla="val 16667"/>
            </a:avLst>
          </a:prstGeom>
          <a:solidFill>
            <a:srgbClr val="E64B3C"/>
          </a:solidFill>
          <a:ln>
            <a:noFill/>
          </a:ln>
        </p:spPr>
        <p:txBody>
          <a:bodyPr spcFirstLastPara="1" wrap="square" lIns="91433" tIns="45717" rIns="91433" bIns="45717" anchor="ctr" anchorCtr="0">
            <a:noAutofit/>
          </a:bodyPr>
          <a:lstStyle/>
          <a:p>
            <a:pPr algn="ctr"/>
            <a:r>
              <a:rPr lang="en-US" sz="3734" b="1">
                <a:solidFill>
                  <a:schemeClr val="lt1"/>
                </a:solidFill>
                <a:latin typeface="Nunito"/>
                <a:ea typeface="Nunito"/>
                <a:cs typeface="Nunito"/>
                <a:sym typeface="Nunito"/>
              </a:rPr>
              <a:t>Clinical Course</a:t>
            </a:r>
            <a:endParaRPr sz="3734"/>
          </a:p>
        </p:txBody>
      </p:sp>
      <p:sp>
        <p:nvSpPr>
          <p:cNvPr id="102" name="Google Shape;102;p14"/>
          <p:cNvSpPr/>
          <p:nvPr/>
        </p:nvSpPr>
        <p:spPr>
          <a:xfrm>
            <a:off x="18580533" y="13752392"/>
            <a:ext cx="13641182" cy="609600"/>
          </a:xfrm>
          <a:prstGeom prst="roundRect">
            <a:avLst>
              <a:gd name="adj" fmla="val 16667"/>
            </a:avLst>
          </a:prstGeom>
          <a:solidFill>
            <a:srgbClr val="E64B3C"/>
          </a:solidFill>
          <a:ln>
            <a:noFill/>
          </a:ln>
        </p:spPr>
        <p:txBody>
          <a:bodyPr spcFirstLastPara="1" wrap="square" lIns="91433" tIns="45717" rIns="91433" bIns="45717" anchor="ctr" anchorCtr="0">
            <a:noAutofit/>
          </a:bodyPr>
          <a:lstStyle/>
          <a:p>
            <a:pPr algn="ctr"/>
            <a:r>
              <a:rPr lang="en-US" sz="3734" b="1">
                <a:solidFill>
                  <a:schemeClr val="lt1"/>
                </a:solidFill>
                <a:latin typeface="Nunito"/>
                <a:ea typeface="Nunito"/>
                <a:cs typeface="Nunito"/>
                <a:sym typeface="Nunito"/>
              </a:rPr>
              <a:t>Discussion</a:t>
            </a:r>
            <a:endParaRPr sz="3734"/>
          </a:p>
        </p:txBody>
      </p:sp>
      <p:sp>
        <p:nvSpPr>
          <p:cNvPr id="103" name="Google Shape;103;p14"/>
          <p:cNvSpPr/>
          <p:nvPr/>
        </p:nvSpPr>
        <p:spPr>
          <a:xfrm>
            <a:off x="18580533" y="19851462"/>
            <a:ext cx="13581120" cy="609600"/>
          </a:xfrm>
          <a:prstGeom prst="roundRect">
            <a:avLst>
              <a:gd name="adj" fmla="val 16667"/>
            </a:avLst>
          </a:prstGeom>
          <a:solidFill>
            <a:srgbClr val="E64B3C"/>
          </a:solidFill>
          <a:ln>
            <a:noFill/>
          </a:ln>
        </p:spPr>
        <p:txBody>
          <a:bodyPr spcFirstLastPara="1" wrap="square" lIns="91433" tIns="45717" rIns="91433" bIns="45717" anchor="ctr" anchorCtr="0">
            <a:noAutofit/>
          </a:bodyPr>
          <a:lstStyle/>
          <a:p>
            <a:pPr algn="ctr"/>
            <a:r>
              <a:rPr lang="en-US" sz="3734" b="1">
                <a:solidFill>
                  <a:schemeClr val="lt1"/>
                </a:solidFill>
                <a:latin typeface="Nunito"/>
                <a:ea typeface="Nunito"/>
                <a:cs typeface="Nunito"/>
                <a:sym typeface="Nunito"/>
              </a:rPr>
              <a:t>References</a:t>
            </a:r>
            <a:r>
              <a:rPr lang="en-US" sz="2400" b="1">
                <a:solidFill>
                  <a:schemeClr val="lt1"/>
                </a:solidFill>
                <a:latin typeface="Nunito"/>
                <a:ea typeface="Nunito"/>
                <a:cs typeface="Nunito"/>
                <a:sym typeface="Nunito"/>
              </a:rPr>
              <a:t> </a:t>
            </a:r>
            <a:endParaRPr sz="667">
              <a:solidFill>
                <a:schemeClr val="dk1"/>
              </a:solidFill>
              <a:highlight>
                <a:srgbClr val="FFFF00"/>
              </a:highlight>
            </a:endParaRPr>
          </a:p>
        </p:txBody>
      </p:sp>
      <p:sp>
        <p:nvSpPr>
          <p:cNvPr id="104" name="Google Shape;104;p14"/>
          <p:cNvSpPr txBox="1"/>
          <p:nvPr/>
        </p:nvSpPr>
        <p:spPr>
          <a:xfrm>
            <a:off x="21819800" y="19301117"/>
            <a:ext cx="8812600" cy="164186"/>
          </a:xfrm>
          <a:prstGeom prst="rect">
            <a:avLst/>
          </a:prstGeom>
          <a:noFill/>
          <a:ln>
            <a:noFill/>
          </a:ln>
        </p:spPr>
        <p:txBody>
          <a:bodyPr spcFirstLastPara="1" wrap="square" lIns="60933" tIns="30467" rIns="60933" bIns="30467" anchor="t" anchorCtr="0">
            <a:spAutoFit/>
          </a:bodyPr>
          <a:lstStyle/>
          <a:p>
            <a:endParaRPr sz="667"/>
          </a:p>
        </p:txBody>
      </p:sp>
      <p:sp>
        <p:nvSpPr>
          <p:cNvPr id="105" name="Google Shape;105;p14"/>
          <p:cNvSpPr txBox="1"/>
          <p:nvPr/>
        </p:nvSpPr>
        <p:spPr>
          <a:xfrm>
            <a:off x="944399" y="5616260"/>
            <a:ext cx="16527000" cy="2036109"/>
          </a:xfrm>
          <a:prstGeom prst="rect">
            <a:avLst/>
          </a:prstGeom>
          <a:noFill/>
          <a:ln>
            <a:noFill/>
          </a:ln>
        </p:spPr>
        <p:txBody>
          <a:bodyPr spcFirstLastPara="1" wrap="square" lIns="60950" tIns="30467" rIns="60950" bIns="30467" anchor="t" anchorCtr="0">
            <a:spAutoFit/>
          </a:bodyPr>
          <a:lstStyle/>
          <a:p>
            <a:pPr>
              <a:buSzPts val="1100"/>
            </a:pPr>
            <a:r>
              <a:rPr lang="en-US" sz="2133" dirty="0">
                <a:solidFill>
                  <a:schemeClr val="dk1"/>
                </a:solidFill>
                <a:latin typeface="Open Sans"/>
                <a:ea typeface="Open Sans"/>
                <a:cs typeface="Open Sans"/>
                <a:sym typeface="Open Sans"/>
              </a:rPr>
              <a:t>Viral pericarditis is a common cause of pericardial inflammation, with enteroviruses and influenza viruses frequently implicated.</a:t>
            </a:r>
            <a:r>
              <a:rPr lang="en-US" sz="2133" baseline="30000" dirty="0">
                <a:solidFill>
                  <a:schemeClr val="dk1"/>
                </a:solidFill>
                <a:latin typeface="Open Sans"/>
                <a:ea typeface="Open Sans"/>
                <a:cs typeface="Open Sans"/>
                <a:sym typeface="Open Sans"/>
              </a:rPr>
              <a:t>1  </a:t>
            </a:r>
            <a:r>
              <a:rPr lang="en-US" sz="2133" dirty="0">
                <a:solidFill>
                  <a:schemeClr val="dk1"/>
                </a:solidFill>
                <a:latin typeface="Open Sans"/>
                <a:ea typeface="Open Sans"/>
                <a:cs typeface="Open Sans"/>
                <a:sym typeface="Open Sans"/>
              </a:rPr>
              <a:t>Influenza B, although less common than Influenza A in causing extrapulmonary manifestations, can result in pericardial involvement, including effusion and cardiac tamponade, particularly in immunocompromised or otherwise vulnerable patients.</a:t>
            </a:r>
            <a:r>
              <a:rPr lang="en-US" sz="2133" baseline="30000" dirty="0">
                <a:solidFill>
                  <a:schemeClr val="dk1"/>
                </a:solidFill>
                <a:latin typeface="Open Sans"/>
                <a:ea typeface="Open Sans"/>
                <a:cs typeface="Open Sans"/>
                <a:sym typeface="Open Sans"/>
              </a:rPr>
              <a:t>1</a:t>
            </a:r>
            <a:endParaRPr sz="2133" dirty="0">
              <a:solidFill>
                <a:schemeClr val="dk1"/>
              </a:solidFill>
              <a:latin typeface="Open Sans"/>
              <a:ea typeface="Open Sans"/>
              <a:cs typeface="Open Sans"/>
              <a:sym typeface="Open Sans"/>
            </a:endParaRPr>
          </a:p>
          <a:p>
            <a:pPr>
              <a:spcBef>
                <a:spcPts val="1333"/>
              </a:spcBef>
              <a:spcAft>
                <a:spcPts val="1333"/>
              </a:spcAft>
              <a:buSzPts val="1100"/>
            </a:pPr>
            <a:r>
              <a:rPr lang="en-US" sz="2133" dirty="0">
                <a:solidFill>
                  <a:schemeClr val="dk1"/>
                </a:solidFill>
                <a:latin typeface="Open Sans"/>
                <a:ea typeface="Open Sans"/>
                <a:cs typeface="Open Sans"/>
                <a:sym typeface="Open Sans"/>
              </a:rPr>
              <a:t>Early recognition of tamponade physiology is critical to prevent hemodynamic compromise and subsequent morbidity and mortality.</a:t>
            </a:r>
            <a:endParaRPr sz="2800" dirty="0">
              <a:solidFill>
                <a:srgbClr val="424242"/>
              </a:solidFill>
              <a:latin typeface="Open Sans"/>
              <a:ea typeface="Open Sans"/>
              <a:cs typeface="Open Sans"/>
              <a:sym typeface="Open Sans"/>
            </a:endParaRPr>
          </a:p>
        </p:txBody>
      </p:sp>
      <p:sp>
        <p:nvSpPr>
          <p:cNvPr id="106" name="Google Shape;106;p14"/>
          <p:cNvSpPr txBox="1"/>
          <p:nvPr/>
        </p:nvSpPr>
        <p:spPr>
          <a:xfrm>
            <a:off x="999439" y="8628698"/>
            <a:ext cx="16557000" cy="3251698"/>
          </a:xfrm>
          <a:prstGeom prst="rect">
            <a:avLst/>
          </a:prstGeom>
          <a:noFill/>
          <a:ln>
            <a:noFill/>
          </a:ln>
        </p:spPr>
        <p:txBody>
          <a:bodyPr spcFirstLastPara="1" wrap="square" lIns="60950" tIns="30467" rIns="60950" bIns="30467" anchor="t" anchorCtr="0">
            <a:spAutoFit/>
          </a:bodyPr>
          <a:lstStyle/>
          <a:p>
            <a:r>
              <a:rPr lang="en-US" sz="2133" dirty="0">
                <a:solidFill>
                  <a:schemeClr val="dk1"/>
                </a:solidFill>
                <a:latin typeface="Open Sans"/>
                <a:ea typeface="Open Sans"/>
                <a:cs typeface="Open Sans"/>
                <a:sym typeface="Open Sans"/>
              </a:rPr>
              <a:t>35 year old female with past medical history significant for hypothyroidism presented with cough, nausea, vomiting, generalized weakness and body aches for one week. She reported all members of her household had similar cold-like symptoms for the same duration. Due to her nausea and vomiting she had been unable to tolerate any oral intake including her home levothyroxine. Prior to presentation in the emergency department (ED) she endorsed two near-syncopal events (one with urinary incontinence) after forceful episodes of vomiting. </a:t>
            </a:r>
            <a:endParaRPr sz="2133" dirty="0">
              <a:solidFill>
                <a:schemeClr val="dk1"/>
              </a:solidFill>
              <a:latin typeface="Open Sans"/>
              <a:ea typeface="Open Sans"/>
              <a:cs typeface="Open Sans"/>
              <a:sym typeface="Open Sans"/>
            </a:endParaRPr>
          </a:p>
          <a:p>
            <a:endParaRPr sz="2067" dirty="0">
              <a:solidFill>
                <a:schemeClr val="dk1"/>
              </a:solidFill>
              <a:latin typeface="Open Sans"/>
              <a:ea typeface="Open Sans"/>
              <a:cs typeface="Open Sans"/>
              <a:sym typeface="Open Sans"/>
            </a:endParaRPr>
          </a:p>
          <a:p>
            <a:r>
              <a:rPr lang="en-US" sz="2133" b="1" u="sng" dirty="0">
                <a:solidFill>
                  <a:schemeClr val="dk1"/>
                </a:solidFill>
                <a:latin typeface="Open Sans"/>
                <a:ea typeface="Open Sans"/>
                <a:cs typeface="Open Sans"/>
                <a:sym typeface="Open Sans"/>
              </a:rPr>
              <a:t>Triage Vitals</a:t>
            </a:r>
            <a:r>
              <a:rPr lang="en-US" sz="2133" dirty="0">
                <a:solidFill>
                  <a:schemeClr val="dk1"/>
                </a:solidFill>
                <a:latin typeface="Open Sans"/>
                <a:ea typeface="Open Sans"/>
                <a:cs typeface="Open Sans"/>
                <a:sym typeface="Open Sans"/>
              </a:rPr>
              <a:t>: </a:t>
            </a:r>
            <a:br>
              <a:rPr lang="en-US" sz="2133" dirty="0">
                <a:solidFill>
                  <a:schemeClr val="dk1"/>
                </a:solidFill>
                <a:latin typeface="Open Sans"/>
                <a:ea typeface="Open Sans"/>
                <a:cs typeface="Open Sans"/>
                <a:sym typeface="Open Sans"/>
              </a:rPr>
            </a:br>
            <a:endParaRPr sz="2133" dirty="0">
              <a:solidFill>
                <a:schemeClr val="dk1"/>
              </a:solidFill>
              <a:latin typeface="Open Sans"/>
              <a:ea typeface="Open Sans"/>
              <a:cs typeface="Open Sans"/>
              <a:sym typeface="Open Sans"/>
            </a:endParaRPr>
          </a:p>
          <a:p>
            <a:r>
              <a:rPr lang="en-US" sz="2133" dirty="0">
                <a:solidFill>
                  <a:schemeClr val="dk1"/>
                </a:solidFill>
                <a:latin typeface="Open Sans"/>
                <a:ea typeface="Open Sans"/>
                <a:cs typeface="Open Sans"/>
                <a:sym typeface="Open Sans"/>
              </a:rPr>
              <a:t>HR 106, BP 103/79, RR 20, Temp 36.5C, SpO2 99% on room air</a:t>
            </a:r>
            <a:endParaRPr sz="2133" dirty="0">
              <a:solidFill>
                <a:schemeClr val="dk1"/>
              </a:solidFill>
              <a:latin typeface="Open Sans"/>
              <a:ea typeface="Open Sans"/>
              <a:cs typeface="Open Sans"/>
              <a:sym typeface="Open Sans"/>
            </a:endParaRPr>
          </a:p>
          <a:p>
            <a:endParaRPr sz="1600" dirty="0">
              <a:solidFill>
                <a:schemeClr val="dk1"/>
              </a:solidFill>
              <a:latin typeface="Open Sans"/>
              <a:ea typeface="Open Sans"/>
              <a:cs typeface="Open Sans"/>
              <a:sym typeface="Open Sans"/>
            </a:endParaRPr>
          </a:p>
        </p:txBody>
      </p:sp>
      <p:pic>
        <p:nvPicPr>
          <p:cNvPr id="108" name="Google Shape;108;p14" title="IMG_7619.jpeg"/>
          <p:cNvPicPr preferRelativeResize="0"/>
          <p:nvPr/>
        </p:nvPicPr>
        <p:blipFill rotWithShape="1">
          <a:blip r:embed="rId3">
            <a:alphaModFix/>
          </a:blip>
          <a:srcRect t="5177"/>
          <a:stretch/>
        </p:blipFill>
        <p:spPr>
          <a:xfrm>
            <a:off x="18766368" y="5704807"/>
            <a:ext cx="5619268" cy="3996201"/>
          </a:xfrm>
          <a:prstGeom prst="rect">
            <a:avLst/>
          </a:prstGeom>
          <a:noFill/>
          <a:ln>
            <a:noFill/>
          </a:ln>
        </p:spPr>
      </p:pic>
      <p:pic>
        <p:nvPicPr>
          <p:cNvPr id="109" name="Google Shape;109;p14" title="IMG_7629.jpeg"/>
          <p:cNvPicPr preferRelativeResize="0"/>
          <p:nvPr/>
        </p:nvPicPr>
        <p:blipFill>
          <a:blip r:embed="rId4">
            <a:alphaModFix/>
          </a:blip>
          <a:stretch>
            <a:fillRect/>
          </a:stretch>
        </p:blipFill>
        <p:spPr>
          <a:xfrm>
            <a:off x="27027520" y="9615864"/>
            <a:ext cx="4966649" cy="3724984"/>
          </a:xfrm>
          <a:prstGeom prst="rect">
            <a:avLst/>
          </a:prstGeom>
          <a:noFill/>
          <a:ln>
            <a:noFill/>
          </a:ln>
        </p:spPr>
      </p:pic>
      <p:sp>
        <p:nvSpPr>
          <p:cNvPr id="110" name="Google Shape;110;p14"/>
          <p:cNvSpPr txBox="1"/>
          <p:nvPr/>
        </p:nvSpPr>
        <p:spPr>
          <a:xfrm>
            <a:off x="18559413" y="14485142"/>
            <a:ext cx="13444588" cy="5303092"/>
          </a:xfrm>
          <a:prstGeom prst="rect">
            <a:avLst/>
          </a:prstGeom>
          <a:noFill/>
          <a:ln>
            <a:noFill/>
          </a:ln>
        </p:spPr>
        <p:txBody>
          <a:bodyPr spcFirstLastPara="1" wrap="square" lIns="60950" tIns="30467" rIns="60950" bIns="30467" anchor="t" anchorCtr="0">
            <a:spAutoFit/>
          </a:bodyPr>
          <a:lstStyle/>
          <a:p>
            <a:r>
              <a:rPr lang="en-US" sz="2133" dirty="0">
                <a:solidFill>
                  <a:schemeClr val="dk1"/>
                </a:solidFill>
                <a:latin typeface="Open Sans"/>
                <a:ea typeface="Open Sans"/>
                <a:cs typeface="Open Sans"/>
                <a:sym typeface="Open Sans"/>
              </a:rPr>
              <a:t>Mainstay treatment of pericarditis include aspirin and ibuprofen, along with colchicine which has shown to reduce the rate of recurrent episodes.</a:t>
            </a:r>
            <a:r>
              <a:rPr lang="en-US" sz="2133" baseline="30000" dirty="0">
                <a:solidFill>
                  <a:schemeClr val="dk1"/>
                </a:solidFill>
                <a:latin typeface="Open Sans"/>
                <a:ea typeface="Open Sans"/>
                <a:cs typeface="Open Sans"/>
                <a:sym typeface="Open Sans"/>
              </a:rPr>
              <a:t>1</a:t>
            </a:r>
            <a:r>
              <a:rPr lang="en-US" sz="2133" dirty="0">
                <a:solidFill>
                  <a:schemeClr val="dk1"/>
                </a:solidFill>
                <a:latin typeface="Open Sans"/>
                <a:ea typeface="Open Sans"/>
                <a:cs typeface="Open Sans"/>
                <a:sym typeface="Open Sans"/>
              </a:rPr>
              <a:t> In rare circumstances where there is intolerance to aspirin and ibuprofen, low dose prednisone can be considered as higher doses are associated with more side effects, recurrence, and hospitalizations.</a:t>
            </a:r>
            <a:r>
              <a:rPr lang="en-US" sz="2133" baseline="30000" dirty="0">
                <a:solidFill>
                  <a:schemeClr val="dk1"/>
                </a:solidFill>
                <a:latin typeface="Open Sans"/>
                <a:ea typeface="Open Sans"/>
                <a:cs typeface="Open Sans"/>
                <a:sym typeface="Open Sans"/>
              </a:rPr>
              <a:t>2</a:t>
            </a:r>
            <a:r>
              <a:rPr lang="en-US" sz="2133" dirty="0">
                <a:solidFill>
                  <a:schemeClr val="dk1"/>
                </a:solidFill>
                <a:latin typeface="Open Sans"/>
                <a:ea typeface="Open Sans"/>
                <a:cs typeface="Open Sans"/>
                <a:sym typeface="Open Sans"/>
              </a:rPr>
              <a:t> </a:t>
            </a:r>
            <a:endParaRPr sz="2133" dirty="0">
              <a:solidFill>
                <a:schemeClr val="dk1"/>
              </a:solidFill>
              <a:latin typeface="Open Sans"/>
              <a:ea typeface="Open Sans"/>
              <a:cs typeface="Open Sans"/>
              <a:sym typeface="Open Sans"/>
            </a:endParaRPr>
          </a:p>
          <a:p>
            <a:endParaRPr sz="2133" dirty="0">
              <a:solidFill>
                <a:schemeClr val="dk1"/>
              </a:solidFill>
              <a:latin typeface="Open Sans"/>
              <a:ea typeface="Open Sans"/>
              <a:cs typeface="Open Sans"/>
              <a:sym typeface="Open Sans"/>
            </a:endParaRPr>
          </a:p>
          <a:p>
            <a:r>
              <a:rPr lang="en-US" sz="2133" dirty="0">
                <a:solidFill>
                  <a:schemeClr val="dk1"/>
                </a:solidFill>
                <a:latin typeface="Open Sans"/>
                <a:ea typeface="Open Sans"/>
                <a:cs typeface="Open Sans"/>
                <a:sym typeface="Open Sans"/>
              </a:rPr>
              <a:t>However, when medical management does not suffice, a pericardiocentesis is useful in both the diagnosis and treatment of a pericardial effusion, with literature demonstrating that this procedure can be performed rapidly and safely with echo-guidance with low incidence of complications.</a:t>
            </a:r>
            <a:r>
              <a:rPr lang="en-US" sz="2133" baseline="30000" dirty="0">
                <a:solidFill>
                  <a:schemeClr val="dk1"/>
                </a:solidFill>
                <a:latin typeface="Open Sans"/>
                <a:ea typeface="Open Sans"/>
                <a:cs typeface="Open Sans"/>
                <a:sym typeface="Open Sans"/>
              </a:rPr>
              <a:t>3,5</a:t>
            </a:r>
            <a:r>
              <a:rPr lang="en-US" sz="2133" dirty="0">
                <a:solidFill>
                  <a:schemeClr val="dk1"/>
                </a:solidFill>
                <a:latin typeface="Open Sans"/>
                <a:ea typeface="Open Sans"/>
                <a:cs typeface="Open Sans"/>
                <a:sym typeface="Open Sans"/>
              </a:rPr>
              <a:t> In emergent situations with impending hemodynamic collapse, a blind approach can be considered and the literature has recognized a subxiphoid approach with the needle directed to the left mid clavicle at a 30° angle resulting in the highest success rate while reducing complication rates.</a:t>
            </a:r>
            <a:r>
              <a:rPr lang="en-US" sz="2133" baseline="30000" dirty="0">
                <a:solidFill>
                  <a:schemeClr val="dk1"/>
                </a:solidFill>
                <a:latin typeface="Open Sans"/>
                <a:ea typeface="Open Sans"/>
                <a:cs typeface="Open Sans"/>
                <a:sym typeface="Open Sans"/>
              </a:rPr>
              <a:t>4</a:t>
            </a:r>
            <a:endParaRPr sz="2133" baseline="30000" dirty="0">
              <a:solidFill>
                <a:schemeClr val="dk1"/>
              </a:solidFill>
              <a:latin typeface="Open Sans"/>
              <a:ea typeface="Open Sans"/>
              <a:cs typeface="Open Sans"/>
              <a:sym typeface="Open Sans"/>
            </a:endParaRPr>
          </a:p>
          <a:p>
            <a:endParaRPr sz="2133" dirty="0">
              <a:solidFill>
                <a:schemeClr val="dk1"/>
              </a:solidFill>
              <a:latin typeface="Open Sans"/>
              <a:ea typeface="Open Sans"/>
              <a:cs typeface="Open Sans"/>
              <a:sym typeface="Open Sans"/>
            </a:endParaRPr>
          </a:p>
          <a:p>
            <a:r>
              <a:rPr lang="en-US" sz="2133" dirty="0">
                <a:solidFill>
                  <a:schemeClr val="dk1"/>
                </a:solidFill>
                <a:latin typeface="Open Sans"/>
                <a:ea typeface="Open Sans"/>
                <a:cs typeface="Open Sans"/>
                <a:sym typeface="Open Sans"/>
              </a:rPr>
              <a:t>In conclusion, this case demonstrates the importance of including pericarditis with subsequent effusion on the differential diagnosis in patients with viral symptoms. While rare, pericardial tamponade can develop which requires early intervention to prevent morbidity and mortality. </a:t>
            </a:r>
            <a:endParaRPr sz="2133" dirty="0">
              <a:solidFill>
                <a:schemeClr val="dk1"/>
              </a:solidFill>
              <a:latin typeface="Open Sans"/>
              <a:ea typeface="Open Sans"/>
              <a:cs typeface="Open Sans"/>
              <a:sym typeface="Open Sans"/>
            </a:endParaRPr>
          </a:p>
          <a:p>
            <a:r>
              <a:rPr lang="en-US" sz="2067" dirty="0">
                <a:solidFill>
                  <a:schemeClr val="dk1"/>
                </a:solidFill>
                <a:latin typeface="Open Sans"/>
                <a:ea typeface="Open Sans"/>
                <a:cs typeface="Open Sans"/>
                <a:sym typeface="Open Sans"/>
              </a:rPr>
              <a:t>    </a:t>
            </a:r>
            <a:endParaRPr sz="1600" dirty="0">
              <a:solidFill>
                <a:schemeClr val="dk1"/>
              </a:solidFill>
              <a:latin typeface="Open Sans"/>
              <a:ea typeface="Open Sans"/>
              <a:cs typeface="Open Sans"/>
              <a:sym typeface="Open Sans"/>
            </a:endParaRPr>
          </a:p>
        </p:txBody>
      </p:sp>
      <p:sp>
        <p:nvSpPr>
          <p:cNvPr id="114" name="Google Shape;114;p14"/>
          <p:cNvSpPr/>
          <p:nvPr/>
        </p:nvSpPr>
        <p:spPr>
          <a:xfrm>
            <a:off x="18580533" y="4809242"/>
            <a:ext cx="13641182" cy="670020"/>
          </a:xfrm>
          <a:prstGeom prst="roundRect">
            <a:avLst>
              <a:gd name="adj" fmla="val 16667"/>
            </a:avLst>
          </a:prstGeom>
          <a:solidFill>
            <a:srgbClr val="E64B3C"/>
          </a:solidFill>
          <a:ln>
            <a:noFill/>
          </a:ln>
        </p:spPr>
        <p:txBody>
          <a:bodyPr spcFirstLastPara="1" wrap="square" lIns="91433" tIns="45717" rIns="91433" bIns="45717" anchor="ctr" anchorCtr="0">
            <a:noAutofit/>
          </a:bodyPr>
          <a:lstStyle/>
          <a:p>
            <a:pPr algn="ctr"/>
            <a:r>
              <a:rPr lang="en-US" sz="3734" b="1" dirty="0">
                <a:solidFill>
                  <a:schemeClr val="lt1"/>
                </a:solidFill>
                <a:latin typeface="Nunito"/>
                <a:ea typeface="Nunito"/>
                <a:cs typeface="Nunito"/>
                <a:sym typeface="Nunito"/>
              </a:rPr>
              <a:t>Transthoracic </a:t>
            </a:r>
            <a:r>
              <a:rPr lang="en-US" sz="3734" b="1" dirty="0" err="1">
                <a:solidFill>
                  <a:schemeClr val="lt1"/>
                </a:solidFill>
                <a:latin typeface="Nunito"/>
                <a:ea typeface="Nunito"/>
                <a:cs typeface="Nunito"/>
                <a:sym typeface="Nunito"/>
              </a:rPr>
              <a:t>Echographies</a:t>
            </a:r>
            <a:endParaRPr sz="3734" b="1" dirty="0">
              <a:solidFill>
                <a:schemeClr val="lt1"/>
              </a:solidFill>
              <a:latin typeface="Nunito"/>
              <a:ea typeface="Nunito"/>
              <a:cs typeface="Nunito"/>
              <a:sym typeface="Nunito"/>
            </a:endParaRPr>
          </a:p>
        </p:txBody>
      </p:sp>
      <p:grpSp>
        <p:nvGrpSpPr>
          <p:cNvPr id="2" name="Group 1">
            <a:extLst>
              <a:ext uri="{FF2B5EF4-FFF2-40B4-BE49-F238E27FC236}">
                <a16:creationId xmlns:a16="http://schemas.microsoft.com/office/drawing/2014/main" id="{4E7481D4-345C-E4EA-280D-5022EE96799E}"/>
              </a:ext>
            </a:extLst>
          </p:cNvPr>
          <p:cNvGrpSpPr/>
          <p:nvPr/>
        </p:nvGrpSpPr>
        <p:grpSpPr>
          <a:xfrm>
            <a:off x="1111013" y="11868354"/>
            <a:ext cx="16467300" cy="9190768"/>
            <a:chOff x="2286000" y="12004842"/>
            <a:chExt cx="16467300" cy="9190768"/>
          </a:xfrm>
        </p:grpSpPr>
        <p:sp>
          <p:nvSpPr>
            <p:cNvPr id="107" name="Google Shape;107;p14"/>
            <p:cNvSpPr txBox="1"/>
            <p:nvPr/>
          </p:nvSpPr>
          <p:spPr>
            <a:xfrm>
              <a:off x="2286000" y="12752200"/>
              <a:ext cx="7486000" cy="770605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30467" rIns="60950" bIns="30467" anchor="t" anchorCtr="0">
              <a:spAutoFit/>
            </a:bodyPr>
            <a:lstStyle/>
            <a:p>
              <a:pPr algn="ctr"/>
              <a:r>
                <a:rPr lang="en-US" sz="2133" b="1" u="sng" dirty="0">
                  <a:solidFill>
                    <a:schemeClr val="dk1"/>
                  </a:solidFill>
                  <a:latin typeface="Open Sans"/>
                  <a:ea typeface="Open Sans"/>
                  <a:cs typeface="Open Sans"/>
                  <a:sym typeface="Open Sans"/>
                </a:rPr>
                <a:t>Day 1: ED Course</a:t>
              </a:r>
              <a:endParaRPr sz="2133" b="1" u="sng" dirty="0">
                <a:solidFill>
                  <a:schemeClr val="dk1"/>
                </a:solidFill>
                <a:latin typeface="Open Sans"/>
                <a:ea typeface="Open Sans"/>
                <a:cs typeface="Open Sans"/>
                <a:sym typeface="Open Sans"/>
              </a:endParaRPr>
            </a:p>
            <a:p>
              <a:endParaRPr sz="2067" dirty="0">
                <a:solidFill>
                  <a:schemeClr val="dk1"/>
                </a:solidFill>
                <a:latin typeface="Open Sans"/>
                <a:ea typeface="Open Sans"/>
                <a:cs typeface="Open Sans"/>
                <a:sym typeface="Open Sans"/>
              </a:endParaRPr>
            </a:p>
            <a:p>
              <a:r>
                <a:rPr lang="en-US" sz="2067" dirty="0">
                  <a:solidFill>
                    <a:schemeClr val="dk1"/>
                  </a:solidFill>
                  <a:latin typeface="Open Sans"/>
                  <a:ea typeface="Open Sans"/>
                  <a:cs typeface="Open Sans"/>
                  <a:sym typeface="Open Sans"/>
                </a:rPr>
                <a:t>In the ED, the patient had an additional episode of vomiting with a near syncopal event. She experienced a second acute episode of nausea; shortly afterward, she became bradycardic to the 40’s and hypotensive. Fluid resuscitation was unsuccessful at reversing hypotension and she was started on peripheral norepinephrine. Bedside ultrasound demonstrated pericardial effusion with plethoric IVC concerning for cardiac tamponade physiology.</a:t>
              </a:r>
              <a:endParaRPr sz="2067" dirty="0">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dirty="0">
                  <a:solidFill>
                    <a:schemeClr val="dk1"/>
                  </a:solidFill>
                  <a:latin typeface="Open Sans"/>
                  <a:ea typeface="Open Sans"/>
                  <a:cs typeface="Open Sans"/>
                  <a:sym typeface="Open Sans"/>
                </a:rPr>
                <a:t>CT angiography of the chest, abdomen, and pelvis was negative for aortic dissection. EKG was without electrical alternans. Labs were largely unremarkable.</a:t>
              </a:r>
              <a:endParaRPr sz="2067" dirty="0">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dirty="0">
                  <a:solidFill>
                    <a:schemeClr val="dk1"/>
                  </a:solidFill>
                  <a:latin typeface="Open Sans"/>
                  <a:ea typeface="Open Sans"/>
                  <a:cs typeface="Open Sans"/>
                  <a:sym typeface="Open Sans"/>
                </a:rPr>
                <a:t>Cardiology was consulted for formal stat transthoracic echocardiogram (TTE) which revealed a small anterior and moderate posterior pericardial effusion without obvious tamponade physiology </a:t>
              </a:r>
              <a:r>
                <a:rPr lang="en-US" sz="2067" b="1" dirty="0">
                  <a:solidFill>
                    <a:schemeClr val="dk1"/>
                  </a:solidFill>
                  <a:latin typeface="Open Sans"/>
                  <a:ea typeface="Open Sans"/>
                  <a:cs typeface="Open Sans"/>
                  <a:sym typeface="Open Sans"/>
                </a:rPr>
                <a:t>(Figure 1)</a:t>
              </a:r>
              <a:r>
                <a:rPr lang="en-US" sz="2067" dirty="0">
                  <a:solidFill>
                    <a:schemeClr val="dk1"/>
                  </a:solidFill>
                  <a:latin typeface="Open Sans"/>
                  <a:ea typeface="Open Sans"/>
                  <a:cs typeface="Open Sans"/>
                  <a:sym typeface="Open Sans"/>
                </a:rPr>
                <a:t>.</a:t>
              </a:r>
              <a:endParaRPr sz="2067" dirty="0">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dirty="0">
                  <a:solidFill>
                    <a:schemeClr val="dk1"/>
                  </a:solidFill>
                  <a:latin typeface="Open Sans"/>
                  <a:ea typeface="Open Sans"/>
                  <a:cs typeface="Open Sans"/>
                  <a:sym typeface="Open Sans"/>
                </a:rPr>
                <a:t>Empirically started on vancomycin and piperacillin/tazobactam. Levothyroxine IV initiated due to lack of oral tolerance.</a:t>
              </a:r>
              <a:endParaRPr sz="2067" dirty="0">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dirty="0">
                  <a:solidFill>
                    <a:schemeClr val="dk1"/>
                  </a:solidFill>
                  <a:latin typeface="Open Sans"/>
                  <a:ea typeface="Open Sans"/>
                  <a:cs typeface="Open Sans"/>
                  <a:sym typeface="Open Sans"/>
                </a:rPr>
                <a:t>After admission to MICU, Flu B resulted as positive making viral induced pericarditis with effusion the most likely diagnosis; the patient was started on oseltamivir and colchicine 0.6mg BID.</a:t>
              </a:r>
              <a:endParaRPr sz="1600" dirty="0">
                <a:solidFill>
                  <a:schemeClr val="dk1"/>
                </a:solidFill>
                <a:latin typeface="Open Sans"/>
                <a:ea typeface="Open Sans"/>
                <a:cs typeface="Open Sans"/>
                <a:sym typeface="Open Sans"/>
              </a:endParaRPr>
            </a:p>
          </p:txBody>
        </p:sp>
        <p:sp>
          <p:nvSpPr>
            <p:cNvPr id="111" name="Google Shape;111;p14"/>
            <p:cNvSpPr txBox="1"/>
            <p:nvPr/>
          </p:nvSpPr>
          <p:spPr>
            <a:xfrm>
              <a:off x="10753100" y="16301051"/>
              <a:ext cx="8000200" cy="2226481"/>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30467" rIns="60950" bIns="30467" anchor="t" anchorCtr="0">
              <a:spAutoFit/>
            </a:bodyPr>
            <a:lstStyle/>
            <a:p>
              <a:pPr algn="ctr"/>
              <a:r>
                <a:rPr lang="en-US" sz="2133" b="1" u="sng">
                  <a:solidFill>
                    <a:schemeClr val="dk1"/>
                  </a:solidFill>
                  <a:latin typeface="Open Sans"/>
                  <a:ea typeface="Open Sans"/>
                  <a:cs typeface="Open Sans"/>
                  <a:sym typeface="Open Sans"/>
                </a:rPr>
                <a:t>Day 3: Medicine Course</a:t>
              </a:r>
              <a:endParaRPr sz="2133" b="1" u="sng">
                <a:solidFill>
                  <a:schemeClr val="dk1"/>
                </a:solidFill>
                <a:latin typeface="Open Sans"/>
                <a:ea typeface="Open Sans"/>
                <a:cs typeface="Open Sans"/>
                <a:sym typeface="Open Sans"/>
              </a:endParaRPr>
            </a:p>
            <a:p>
              <a:endParaRPr sz="2067">
                <a:solidFill>
                  <a:schemeClr val="dk1"/>
                </a:solidFill>
                <a:latin typeface="Open Sans"/>
                <a:ea typeface="Open Sans"/>
                <a:cs typeface="Open Sans"/>
                <a:sym typeface="Open Sans"/>
              </a:endParaRPr>
            </a:p>
            <a:p>
              <a:r>
                <a:rPr lang="en-US" sz="2067">
                  <a:solidFill>
                    <a:schemeClr val="dk1"/>
                  </a:solidFill>
                  <a:latin typeface="Open Sans"/>
                  <a:ea typeface="Open Sans"/>
                  <a:cs typeface="Open Sans"/>
                  <a:sym typeface="Open Sans"/>
                </a:rPr>
                <a:t>She was successfully weaned off norepinephrine and stable for downgrade to telemetry.</a:t>
              </a:r>
              <a:endParaRPr sz="2067">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a:solidFill>
                    <a:schemeClr val="dk1"/>
                  </a:solidFill>
                  <a:latin typeface="Open Sans"/>
                  <a:ea typeface="Open Sans"/>
                  <a:cs typeface="Open Sans"/>
                  <a:sym typeface="Open Sans"/>
                </a:rPr>
                <a:t>Repeat TEE demonstrated resolution of pericardial effusion without reaccumulation </a:t>
              </a:r>
              <a:r>
                <a:rPr lang="en-US" sz="2067" b="1">
                  <a:solidFill>
                    <a:schemeClr val="dk1"/>
                  </a:solidFill>
                  <a:latin typeface="Open Sans"/>
                  <a:ea typeface="Open Sans"/>
                  <a:cs typeface="Open Sans"/>
                  <a:sym typeface="Open Sans"/>
                </a:rPr>
                <a:t>(Figure 2)</a:t>
              </a:r>
              <a:r>
                <a:rPr lang="en-US" sz="2067">
                  <a:solidFill>
                    <a:schemeClr val="dk1"/>
                  </a:solidFill>
                  <a:latin typeface="Open Sans"/>
                  <a:ea typeface="Open Sans"/>
                  <a:cs typeface="Open Sans"/>
                  <a:sym typeface="Open Sans"/>
                </a:rPr>
                <a:t>.</a:t>
              </a:r>
              <a:endParaRPr sz="2067">
                <a:solidFill>
                  <a:schemeClr val="dk1"/>
                </a:solidFill>
                <a:latin typeface="Open Sans"/>
                <a:ea typeface="Open Sans"/>
                <a:cs typeface="Open Sans"/>
                <a:sym typeface="Open Sans"/>
              </a:endParaRPr>
            </a:p>
            <a:p>
              <a:endParaRPr sz="1600">
                <a:solidFill>
                  <a:schemeClr val="dk1"/>
                </a:solidFill>
                <a:latin typeface="Open Sans"/>
                <a:ea typeface="Open Sans"/>
                <a:cs typeface="Open Sans"/>
                <a:sym typeface="Open Sans"/>
              </a:endParaRPr>
            </a:p>
          </p:txBody>
        </p:sp>
        <p:sp>
          <p:nvSpPr>
            <p:cNvPr id="112" name="Google Shape;112;p14"/>
            <p:cNvSpPr txBox="1"/>
            <p:nvPr/>
          </p:nvSpPr>
          <p:spPr>
            <a:xfrm>
              <a:off x="10753100" y="12004842"/>
              <a:ext cx="8000200" cy="3252659"/>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30467" rIns="60950" bIns="30467" anchor="t" anchorCtr="0">
              <a:spAutoFit/>
            </a:bodyPr>
            <a:lstStyle/>
            <a:p>
              <a:pPr algn="ctr"/>
              <a:r>
                <a:rPr lang="en-US" sz="2133" b="1" u="sng" dirty="0">
                  <a:solidFill>
                    <a:schemeClr val="dk1"/>
                  </a:solidFill>
                  <a:latin typeface="Open Sans"/>
                  <a:ea typeface="Open Sans"/>
                  <a:cs typeface="Open Sans"/>
                  <a:sym typeface="Open Sans"/>
                </a:rPr>
                <a:t>Day 2: MICU Course</a:t>
              </a:r>
              <a:endParaRPr sz="2133" dirty="0">
                <a:solidFill>
                  <a:schemeClr val="dk1"/>
                </a:solidFill>
                <a:latin typeface="Open Sans"/>
                <a:ea typeface="Open Sans"/>
                <a:cs typeface="Open Sans"/>
                <a:sym typeface="Open Sans"/>
              </a:endParaRPr>
            </a:p>
            <a:p>
              <a:endParaRPr sz="2067" dirty="0">
                <a:solidFill>
                  <a:schemeClr val="dk1"/>
                </a:solidFill>
                <a:latin typeface="Open Sans"/>
                <a:ea typeface="Open Sans"/>
                <a:cs typeface="Open Sans"/>
                <a:sym typeface="Open Sans"/>
              </a:endParaRPr>
            </a:p>
            <a:p>
              <a:r>
                <a:rPr lang="en-US" sz="2067" dirty="0">
                  <a:solidFill>
                    <a:schemeClr val="dk1"/>
                  </a:solidFill>
                  <a:latin typeface="Open Sans"/>
                  <a:ea typeface="Open Sans"/>
                  <a:cs typeface="Open Sans"/>
                  <a:sym typeface="Open Sans"/>
                </a:rPr>
                <a:t>Patient had increasing norepinephrine requirements overnight and repeat TTE was performed.</a:t>
              </a:r>
              <a:endParaRPr sz="2067" dirty="0">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dirty="0">
                  <a:solidFill>
                    <a:schemeClr val="dk1"/>
                  </a:solidFill>
                  <a:latin typeface="Open Sans"/>
                  <a:ea typeface="Open Sans"/>
                  <a:cs typeface="Open Sans"/>
                  <a:sym typeface="Open Sans"/>
                </a:rPr>
                <a:t>Repeat TEE with moderate pericardial effusion and borderline tamponade physiology with diastolic right ventricular collapse.</a:t>
              </a:r>
              <a:endParaRPr sz="2067" dirty="0">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dirty="0">
                  <a:solidFill>
                    <a:schemeClr val="dk1"/>
                  </a:solidFill>
                  <a:latin typeface="Open Sans"/>
                  <a:ea typeface="Open Sans"/>
                  <a:cs typeface="Open Sans"/>
                  <a:sym typeface="Open Sans"/>
                </a:rPr>
                <a:t>She was taken to the </a:t>
              </a:r>
              <a:r>
                <a:rPr lang="en-US" sz="2067" dirty="0" err="1">
                  <a:solidFill>
                    <a:schemeClr val="dk1"/>
                  </a:solidFill>
                  <a:latin typeface="Open Sans"/>
                  <a:ea typeface="Open Sans"/>
                  <a:cs typeface="Open Sans"/>
                  <a:sym typeface="Open Sans"/>
                </a:rPr>
                <a:t>cath</a:t>
              </a:r>
              <a:r>
                <a:rPr lang="en-US" sz="2067" dirty="0">
                  <a:solidFill>
                    <a:schemeClr val="dk1"/>
                  </a:solidFill>
                  <a:latin typeface="Open Sans"/>
                  <a:ea typeface="Open Sans"/>
                  <a:cs typeface="Open Sans"/>
                  <a:sym typeface="Open Sans"/>
                </a:rPr>
                <a:t> lab and pericardiocentesis was performed.</a:t>
              </a:r>
              <a:endParaRPr sz="2067" dirty="0">
                <a:solidFill>
                  <a:schemeClr val="dk1"/>
                </a:solidFill>
                <a:latin typeface="Open Sans"/>
                <a:ea typeface="Open Sans"/>
                <a:cs typeface="Open Sans"/>
                <a:sym typeface="Open Sans"/>
              </a:endParaRPr>
            </a:p>
            <a:p>
              <a:pPr marL="304815" indent="-283648">
                <a:buClr>
                  <a:schemeClr val="dk1"/>
                </a:buClr>
                <a:buSzPts val="3100"/>
                <a:buFont typeface="Open Sans"/>
                <a:buChar char="●"/>
              </a:pPr>
              <a:r>
                <a:rPr lang="en-US" sz="2067" dirty="0">
                  <a:solidFill>
                    <a:schemeClr val="dk1"/>
                  </a:solidFill>
                  <a:latin typeface="Open Sans"/>
                  <a:ea typeface="Open Sans"/>
                  <a:cs typeface="Open Sans"/>
                  <a:sym typeface="Open Sans"/>
                </a:rPr>
                <a:t>300mL of serous fluid was removed.</a:t>
              </a:r>
              <a:endParaRPr sz="1600" dirty="0">
                <a:solidFill>
                  <a:schemeClr val="dk1"/>
                </a:solidFill>
                <a:latin typeface="Open Sans"/>
                <a:ea typeface="Open Sans"/>
                <a:cs typeface="Open Sans"/>
                <a:sym typeface="Open Sans"/>
              </a:endParaRPr>
            </a:p>
          </p:txBody>
        </p:sp>
        <p:sp>
          <p:nvSpPr>
            <p:cNvPr id="113" name="Google Shape;113;p14"/>
            <p:cNvSpPr txBox="1"/>
            <p:nvPr/>
          </p:nvSpPr>
          <p:spPr>
            <a:xfrm>
              <a:off x="10753100" y="19533450"/>
              <a:ext cx="8000200" cy="166216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30467" rIns="60950" bIns="30467" anchor="t" anchorCtr="0">
              <a:spAutoFit/>
            </a:bodyPr>
            <a:lstStyle/>
            <a:p>
              <a:pPr algn="ctr"/>
              <a:r>
                <a:rPr lang="en-US" sz="2133" b="1" u="sng">
                  <a:solidFill>
                    <a:schemeClr val="dk1"/>
                  </a:solidFill>
                  <a:latin typeface="Open Sans"/>
                  <a:ea typeface="Open Sans"/>
                  <a:cs typeface="Open Sans"/>
                  <a:sym typeface="Open Sans"/>
                </a:rPr>
                <a:t>Day 4: Discharge &amp; Outpatient Follow-up</a:t>
              </a:r>
              <a:endParaRPr sz="2133" b="1" u="sng">
                <a:solidFill>
                  <a:schemeClr val="dk1"/>
                </a:solidFill>
                <a:latin typeface="Open Sans"/>
                <a:ea typeface="Open Sans"/>
                <a:cs typeface="Open Sans"/>
                <a:sym typeface="Open Sans"/>
              </a:endParaRPr>
            </a:p>
            <a:p>
              <a:endParaRPr sz="2067">
                <a:solidFill>
                  <a:schemeClr val="dk1"/>
                </a:solidFill>
                <a:latin typeface="Open Sans"/>
                <a:ea typeface="Open Sans"/>
                <a:cs typeface="Open Sans"/>
                <a:sym typeface="Open Sans"/>
              </a:endParaRPr>
            </a:p>
            <a:p>
              <a:r>
                <a:rPr lang="en-US" sz="2067">
                  <a:solidFill>
                    <a:schemeClr val="dk1"/>
                  </a:solidFill>
                  <a:latin typeface="Open Sans"/>
                  <a:ea typeface="Open Sans"/>
                  <a:cs typeface="Open Sans"/>
                  <a:sym typeface="Open Sans"/>
                </a:rPr>
                <a:t>Clinical course continued to improve and she was stable for discharge home with instructions to take colchicine 0.6mg BID x3 months and cardiology follow-up in one week.</a:t>
              </a:r>
              <a:endParaRPr sz="1600">
                <a:solidFill>
                  <a:schemeClr val="dk1"/>
                </a:solidFill>
                <a:latin typeface="Open Sans"/>
                <a:ea typeface="Open Sans"/>
                <a:cs typeface="Open Sans"/>
                <a:sym typeface="Open Sans"/>
              </a:endParaRPr>
            </a:p>
          </p:txBody>
        </p:sp>
        <p:sp>
          <p:nvSpPr>
            <p:cNvPr id="115" name="Google Shape;115;p14"/>
            <p:cNvSpPr/>
            <p:nvPr/>
          </p:nvSpPr>
          <p:spPr>
            <a:xfrm>
              <a:off x="14391200" y="15418050"/>
              <a:ext cx="724000" cy="750000"/>
            </a:xfrm>
            <a:prstGeom prst="downArrow">
              <a:avLst>
                <a:gd name="adj1" fmla="val 50000"/>
                <a:gd name="adj2" fmla="val 50000"/>
              </a:avLst>
            </a:prstGeom>
            <a:solidFill>
              <a:srgbClr val="FFFF00"/>
            </a:solidFill>
            <a:ln w="9525" cap="flat" cmpd="sng">
              <a:solidFill>
                <a:schemeClr val="accent1"/>
              </a:solidFill>
              <a:prstDash val="solid"/>
              <a:round/>
              <a:headEnd type="none" w="sm" len="sm"/>
              <a:tailEnd type="none" w="sm" len="sm"/>
            </a:ln>
          </p:spPr>
          <p:txBody>
            <a:bodyPr spcFirstLastPara="1" wrap="square" lIns="60950" tIns="60950" rIns="60950" bIns="60950" anchor="ctr" anchorCtr="0">
              <a:noAutofit/>
            </a:bodyPr>
            <a:lstStyle/>
            <a:p>
              <a:pPr algn="ctr"/>
              <a:endParaRPr sz="667"/>
            </a:p>
          </p:txBody>
        </p:sp>
        <p:sp>
          <p:nvSpPr>
            <p:cNvPr id="116" name="Google Shape;116;p14"/>
            <p:cNvSpPr/>
            <p:nvPr/>
          </p:nvSpPr>
          <p:spPr>
            <a:xfrm>
              <a:off x="14391200" y="18650450"/>
              <a:ext cx="724000" cy="750000"/>
            </a:xfrm>
            <a:prstGeom prst="downArrow">
              <a:avLst>
                <a:gd name="adj1" fmla="val 50000"/>
                <a:gd name="adj2" fmla="val 50000"/>
              </a:avLst>
            </a:prstGeom>
            <a:solidFill>
              <a:srgbClr val="FFFF00"/>
            </a:solidFill>
            <a:ln w="9525" cap="flat" cmpd="sng">
              <a:solidFill>
                <a:schemeClr val="accent1"/>
              </a:solidFill>
              <a:prstDash val="solid"/>
              <a:round/>
              <a:headEnd type="none" w="sm" len="sm"/>
              <a:tailEnd type="none" w="sm" len="sm"/>
            </a:ln>
          </p:spPr>
          <p:txBody>
            <a:bodyPr spcFirstLastPara="1" wrap="square" lIns="60950" tIns="60950" rIns="60950" bIns="60950" anchor="ctr" anchorCtr="0">
              <a:noAutofit/>
            </a:bodyPr>
            <a:lstStyle/>
            <a:p>
              <a:pPr algn="ctr"/>
              <a:endParaRPr sz="667"/>
            </a:p>
          </p:txBody>
        </p:sp>
        <p:sp>
          <p:nvSpPr>
            <p:cNvPr id="117" name="Google Shape;117;p14"/>
            <p:cNvSpPr/>
            <p:nvPr/>
          </p:nvSpPr>
          <p:spPr>
            <a:xfrm rot="-7156189">
              <a:off x="9914086" y="12129048"/>
              <a:ext cx="724041" cy="750013"/>
            </a:xfrm>
            <a:prstGeom prst="downArrow">
              <a:avLst>
                <a:gd name="adj1" fmla="val 50000"/>
                <a:gd name="adj2" fmla="val 50000"/>
              </a:avLst>
            </a:prstGeom>
            <a:solidFill>
              <a:srgbClr val="FFFF00"/>
            </a:solidFill>
            <a:ln w="9525" cap="flat" cmpd="sng">
              <a:solidFill>
                <a:schemeClr val="accent1"/>
              </a:solidFill>
              <a:prstDash val="solid"/>
              <a:round/>
              <a:headEnd type="none" w="sm" len="sm"/>
              <a:tailEnd type="none" w="sm" len="sm"/>
            </a:ln>
          </p:spPr>
          <p:txBody>
            <a:bodyPr spcFirstLastPara="1" wrap="square" lIns="60950" tIns="60950" rIns="60950" bIns="60950" anchor="ctr" anchorCtr="0">
              <a:noAutofit/>
            </a:bodyPr>
            <a:lstStyle/>
            <a:p>
              <a:pPr algn="ctr"/>
              <a:endParaRPr sz="667"/>
            </a:p>
          </p:txBody>
        </p:sp>
      </p:grpSp>
      <p:sp>
        <p:nvSpPr>
          <p:cNvPr id="118" name="Google Shape;118;p14"/>
          <p:cNvSpPr txBox="1"/>
          <p:nvPr/>
        </p:nvSpPr>
        <p:spPr>
          <a:xfrm>
            <a:off x="25551130" y="5831730"/>
            <a:ext cx="6610523" cy="3828907"/>
          </a:xfrm>
          <a:prstGeom prst="rect">
            <a:avLst/>
          </a:prstGeom>
          <a:noFill/>
          <a:ln>
            <a:noFill/>
          </a:ln>
        </p:spPr>
        <p:txBody>
          <a:bodyPr spcFirstLastPara="1" wrap="square" lIns="60950" tIns="30467" rIns="60950" bIns="30467" anchor="t" anchorCtr="0">
            <a:spAutoFit/>
          </a:bodyPr>
          <a:lstStyle/>
          <a:p>
            <a:pPr>
              <a:buSzPts val="1100"/>
            </a:pPr>
            <a:r>
              <a:rPr lang="en-US" sz="2133" b="1" u="sng" dirty="0">
                <a:solidFill>
                  <a:schemeClr val="dk1"/>
                </a:solidFill>
                <a:latin typeface="Open Sans"/>
                <a:ea typeface="Open Sans"/>
                <a:cs typeface="Open Sans"/>
                <a:sym typeface="Open Sans"/>
              </a:rPr>
              <a:t>Figure 1 (Left):</a:t>
            </a:r>
            <a:endParaRPr sz="2133" b="1" u="sng" baseline="30000" dirty="0">
              <a:solidFill>
                <a:schemeClr val="dk1"/>
              </a:solidFill>
              <a:latin typeface="Open Sans"/>
              <a:ea typeface="Open Sans"/>
              <a:cs typeface="Open Sans"/>
              <a:sym typeface="Open Sans"/>
            </a:endParaRPr>
          </a:p>
          <a:p>
            <a:pPr>
              <a:spcBef>
                <a:spcPts val="1333"/>
              </a:spcBef>
              <a:buSzPts val="1100"/>
            </a:pPr>
            <a:r>
              <a:rPr lang="en-US" sz="2133" dirty="0">
                <a:solidFill>
                  <a:schemeClr val="dk1"/>
                </a:solidFill>
                <a:latin typeface="Open Sans"/>
                <a:ea typeface="Open Sans"/>
                <a:cs typeface="Open Sans"/>
                <a:sym typeface="Open Sans"/>
              </a:rPr>
              <a:t>Initial TEE (parasternal long view) demonstrating small anterior and moderation posterior </a:t>
            </a:r>
            <a:r>
              <a:rPr lang="en-US" sz="2133" dirty="0" err="1">
                <a:solidFill>
                  <a:schemeClr val="dk1"/>
                </a:solidFill>
                <a:latin typeface="Open Sans"/>
                <a:ea typeface="Open Sans"/>
                <a:cs typeface="Open Sans"/>
                <a:sym typeface="Open Sans"/>
              </a:rPr>
              <a:t>pericaridal</a:t>
            </a:r>
            <a:r>
              <a:rPr lang="en-US" sz="2133" dirty="0">
                <a:solidFill>
                  <a:schemeClr val="dk1"/>
                </a:solidFill>
                <a:latin typeface="Open Sans"/>
                <a:ea typeface="Open Sans"/>
                <a:cs typeface="Open Sans"/>
                <a:sym typeface="Open Sans"/>
              </a:rPr>
              <a:t> effusions (arrows). No definitive findings of tamponade physiology.</a:t>
            </a:r>
            <a:endParaRPr sz="2133" dirty="0">
              <a:solidFill>
                <a:schemeClr val="dk1"/>
              </a:solidFill>
              <a:latin typeface="Open Sans"/>
              <a:ea typeface="Open Sans"/>
              <a:cs typeface="Open Sans"/>
              <a:sym typeface="Open Sans"/>
            </a:endParaRPr>
          </a:p>
          <a:p>
            <a:pPr>
              <a:spcBef>
                <a:spcPts val="1333"/>
              </a:spcBef>
              <a:buSzPts val="1100"/>
            </a:pPr>
            <a:endParaRPr sz="2133" dirty="0">
              <a:solidFill>
                <a:schemeClr val="dk1"/>
              </a:solidFill>
              <a:latin typeface="Open Sans"/>
              <a:ea typeface="Open Sans"/>
              <a:cs typeface="Open Sans"/>
              <a:sym typeface="Open Sans"/>
            </a:endParaRPr>
          </a:p>
          <a:p>
            <a:pPr>
              <a:spcBef>
                <a:spcPts val="1333"/>
              </a:spcBef>
              <a:buSzPts val="1100"/>
            </a:pPr>
            <a:r>
              <a:rPr lang="en-US" sz="2067" b="1" dirty="0">
                <a:solidFill>
                  <a:schemeClr val="dk1"/>
                </a:solidFill>
                <a:latin typeface="Open Sans"/>
                <a:ea typeface="Open Sans"/>
                <a:cs typeface="Open Sans"/>
                <a:sym typeface="Open Sans"/>
              </a:rPr>
              <a:t>Key</a:t>
            </a:r>
            <a:r>
              <a:rPr lang="en-US" sz="2067" dirty="0">
                <a:solidFill>
                  <a:schemeClr val="dk1"/>
                </a:solidFill>
                <a:latin typeface="Open Sans"/>
                <a:ea typeface="Open Sans"/>
                <a:cs typeface="Open Sans"/>
                <a:sym typeface="Open Sans"/>
              </a:rPr>
              <a:t>: LA = left atrium; LV = left ventricle; RV = right ventricle</a:t>
            </a:r>
            <a:endParaRPr sz="2067" dirty="0">
              <a:solidFill>
                <a:schemeClr val="dk1"/>
              </a:solidFill>
              <a:latin typeface="Open Sans"/>
              <a:ea typeface="Open Sans"/>
              <a:cs typeface="Open Sans"/>
              <a:sym typeface="Open Sans"/>
            </a:endParaRPr>
          </a:p>
          <a:p>
            <a:pPr>
              <a:spcBef>
                <a:spcPts val="1333"/>
              </a:spcBef>
              <a:spcAft>
                <a:spcPts val="1333"/>
              </a:spcAft>
              <a:buSzPts val="1100"/>
            </a:pPr>
            <a:endParaRPr sz="2133" dirty="0">
              <a:solidFill>
                <a:schemeClr val="dk1"/>
              </a:solidFill>
              <a:latin typeface="Open Sans"/>
              <a:ea typeface="Open Sans"/>
              <a:cs typeface="Open Sans"/>
              <a:sym typeface="Open Sans"/>
            </a:endParaRPr>
          </a:p>
        </p:txBody>
      </p:sp>
      <p:sp>
        <p:nvSpPr>
          <p:cNvPr id="119" name="Google Shape;119;p14"/>
          <p:cNvSpPr txBox="1"/>
          <p:nvPr/>
        </p:nvSpPr>
        <p:spPr>
          <a:xfrm>
            <a:off x="18766368" y="10218301"/>
            <a:ext cx="7178222" cy="3172445"/>
          </a:xfrm>
          <a:prstGeom prst="rect">
            <a:avLst/>
          </a:prstGeom>
          <a:noFill/>
          <a:ln>
            <a:noFill/>
          </a:ln>
        </p:spPr>
        <p:txBody>
          <a:bodyPr spcFirstLastPara="1" wrap="square" lIns="60950" tIns="30467" rIns="60950" bIns="30467" anchor="t" anchorCtr="0">
            <a:spAutoFit/>
          </a:bodyPr>
          <a:lstStyle/>
          <a:p>
            <a:pPr>
              <a:buSzPts val="1100"/>
            </a:pPr>
            <a:r>
              <a:rPr lang="en-US" sz="2133" b="1" u="sng" dirty="0">
                <a:solidFill>
                  <a:schemeClr val="dk1"/>
                </a:solidFill>
                <a:latin typeface="Open Sans"/>
                <a:ea typeface="Open Sans"/>
                <a:cs typeface="Open Sans"/>
                <a:sym typeface="Open Sans"/>
              </a:rPr>
              <a:t>Figure 2 (Right): </a:t>
            </a:r>
            <a:endParaRPr sz="2133" b="1" u="sng" baseline="30000" dirty="0">
              <a:solidFill>
                <a:schemeClr val="dk1"/>
              </a:solidFill>
              <a:latin typeface="Open Sans"/>
              <a:ea typeface="Open Sans"/>
              <a:cs typeface="Open Sans"/>
              <a:sym typeface="Open Sans"/>
            </a:endParaRPr>
          </a:p>
          <a:p>
            <a:pPr>
              <a:spcBef>
                <a:spcPts val="1333"/>
              </a:spcBef>
              <a:buSzPts val="1100"/>
            </a:pPr>
            <a:r>
              <a:rPr lang="en-US" sz="2133" dirty="0">
                <a:solidFill>
                  <a:schemeClr val="dk1"/>
                </a:solidFill>
                <a:latin typeface="Open Sans"/>
                <a:ea typeface="Open Sans"/>
                <a:cs typeface="Open Sans"/>
                <a:sym typeface="Open Sans"/>
              </a:rPr>
              <a:t>Final TEE (parasternal long view) demonstrating resolution of previously seen effusions (see Figure 1).</a:t>
            </a:r>
            <a:endParaRPr sz="2133" dirty="0">
              <a:solidFill>
                <a:schemeClr val="dk1"/>
              </a:solidFill>
              <a:latin typeface="Open Sans"/>
              <a:ea typeface="Open Sans"/>
              <a:cs typeface="Open Sans"/>
              <a:sym typeface="Open Sans"/>
            </a:endParaRPr>
          </a:p>
          <a:p>
            <a:pPr>
              <a:spcBef>
                <a:spcPts val="1333"/>
              </a:spcBef>
              <a:buSzPts val="1100"/>
            </a:pPr>
            <a:endParaRPr sz="2133" dirty="0">
              <a:solidFill>
                <a:schemeClr val="dk1"/>
              </a:solidFill>
              <a:latin typeface="Open Sans"/>
              <a:ea typeface="Open Sans"/>
              <a:cs typeface="Open Sans"/>
              <a:sym typeface="Open Sans"/>
            </a:endParaRPr>
          </a:p>
          <a:p>
            <a:pPr>
              <a:spcBef>
                <a:spcPts val="1333"/>
              </a:spcBef>
              <a:buClr>
                <a:schemeClr val="dk1"/>
              </a:buClr>
              <a:buSzPts val="1100"/>
            </a:pPr>
            <a:r>
              <a:rPr lang="en-US" sz="2067" b="1" dirty="0">
                <a:solidFill>
                  <a:schemeClr val="dk1"/>
                </a:solidFill>
                <a:latin typeface="Open Sans"/>
                <a:ea typeface="Open Sans"/>
                <a:cs typeface="Open Sans"/>
                <a:sym typeface="Open Sans"/>
              </a:rPr>
              <a:t>Key</a:t>
            </a:r>
            <a:r>
              <a:rPr lang="en-US" sz="2067" dirty="0">
                <a:solidFill>
                  <a:schemeClr val="dk1"/>
                </a:solidFill>
                <a:latin typeface="Open Sans"/>
                <a:ea typeface="Open Sans"/>
                <a:cs typeface="Open Sans"/>
                <a:sym typeface="Open Sans"/>
              </a:rPr>
              <a:t>: LA = left atrium; LV = left ventricle; RV = right ventricle</a:t>
            </a:r>
            <a:endParaRPr sz="2133" dirty="0">
              <a:solidFill>
                <a:schemeClr val="dk1"/>
              </a:solidFill>
              <a:latin typeface="Open Sans"/>
              <a:ea typeface="Open Sans"/>
              <a:cs typeface="Open Sans"/>
              <a:sym typeface="Open Sans"/>
            </a:endParaRPr>
          </a:p>
          <a:p>
            <a:pPr>
              <a:spcBef>
                <a:spcPts val="1333"/>
              </a:spcBef>
              <a:spcAft>
                <a:spcPts val="1333"/>
              </a:spcAft>
              <a:buSzPts val="1100"/>
            </a:pPr>
            <a:endParaRPr sz="2133" dirty="0">
              <a:solidFill>
                <a:schemeClr val="dk1"/>
              </a:solidFill>
              <a:latin typeface="Open Sans"/>
              <a:ea typeface="Open Sans"/>
              <a:cs typeface="Open Sans"/>
              <a:sym typeface="Open Sans"/>
            </a:endParaRPr>
          </a:p>
        </p:txBody>
      </p:sp>
      <p:sp>
        <p:nvSpPr>
          <p:cNvPr id="120" name="Google Shape;120;p14"/>
          <p:cNvSpPr txBox="1"/>
          <p:nvPr/>
        </p:nvSpPr>
        <p:spPr>
          <a:xfrm>
            <a:off x="23379750" y="7776783"/>
            <a:ext cx="585200" cy="556473"/>
          </a:xfrm>
          <a:prstGeom prst="rect">
            <a:avLst/>
          </a:prstGeom>
          <a:noFill/>
          <a:ln>
            <a:noFill/>
          </a:ln>
        </p:spPr>
        <p:txBody>
          <a:bodyPr spcFirstLastPara="1" wrap="square" lIns="60950" tIns="30467" rIns="60950" bIns="30467" anchor="t" anchorCtr="0">
            <a:spAutoFit/>
          </a:bodyPr>
          <a:lstStyle/>
          <a:p>
            <a:pPr>
              <a:spcAft>
                <a:spcPts val="1333"/>
              </a:spcAft>
              <a:buSzPts val="1100"/>
            </a:pPr>
            <a:r>
              <a:rPr lang="en-US" sz="2133" b="1">
                <a:solidFill>
                  <a:schemeClr val="lt1"/>
                </a:solidFill>
                <a:latin typeface="Open Sans"/>
                <a:ea typeface="Open Sans"/>
                <a:cs typeface="Open Sans"/>
                <a:sym typeface="Open Sans"/>
              </a:rPr>
              <a:t>LA</a:t>
            </a:r>
            <a:endParaRPr sz="2133">
              <a:solidFill>
                <a:schemeClr val="dk1"/>
              </a:solidFill>
              <a:latin typeface="Open Sans"/>
              <a:ea typeface="Open Sans"/>
              <a:cs typeface="Open Sans"/>
              <a:sym typeface="Open Sans"/>
            </a:endParaRPr>
          </a:p>
        </p:txBody>
      </p:sp>
      <p:sp>
        <p:nvSpPr>
          <p:cNvPr id="121" name="Google Shape;121;p14"/>
          <p:cNvSpPr txBox="1"/>
          <p:nvPr/>
        </p:nvSpPr>
        <p:spPr>
          <a:xfrm>
            <a:off x="21961725" y="7886583"/>
            <a:ext cx="585200" cy="556473"/>
          </a:xfrm>
          <a:prstGeom prst="rect">
            <a:avLst/>
          </a:prstGeom>
          <a:noFill/>
          <a:ln>
            <a:noFill/>
          </a:ln>
        </p:spPr>
        <p:txBody>
          <a:bodyPr spcFirstLastPara="1" wrap="square" lIns="60950" tIns="30467" rIns="60950" bIns="30467" anchor="t" anchorCtr="0">
            <a:spAutoFit/>
          </a:bodyPr>
          <a:lstStyle/>
          <a:p>
            <a:pPr>
              <a:spcAft>
                <a:spcPts val="1333"/>
              </a:spcAft>
              <a:buSzPts val="1100"/>
            </a:pPr>
            <a:r>
              <a:rPr lang="en-US" sz="2133" b="1">
                <a:solidFill>
                  <a:schemeClr val="lt1"/>
                </a:solidFill>
                <a:latin typeface="Open Sans"/>
                <a:ea typeface="Open Sans"/>
                <a:cs typeface="Open Sans"/>
                <a:sym typeface="Open Sans"/>
              </a:rPr>
              <a:t>LV</a:t>
            </a:r>
            <a:endParaRPr sz="2133">
              <a:solidFill>
                <a:schemeClr val="dk1"/>
              </a:solidFill>
              <a:latin typeface="Open Sans"/>
              <a:ea typeface="Open Sans"/>
              <a:cs typeface="Open Sans"/>
              <a:sym typeface="Open Sans"/>
            </a:endParaRPr>
          </a:p>
        </p:txBody>
      </p:sp>
      <p:sp>
        <p:nvSpPr>
          <p:cNvPr id="122" name="Google Shape;122;p14"/>
          <p:cNvSpPr txBox="1"/>
          <p:nvPr/>
        </p:nvSpPr>
        <p:spPr>
          <a:xfrm>
            <a:off x="22794542" y="7061083"/>
            <a:ext cx="585200" cy="556473"/>
          </a:xfrm>
          <a:prstGeom prst="rect">
            <a:avLst/>
          </a:prstGeom>
          <a:noFill/>
          <a:ln>
            <a:noFill/>
          </a:ln>
        </p:spPr>
        <p:txBody>
          <a:bodyPr spcFirstLastPara="1" wrap="square" lIns="60950" tIns="30467" rIns="60950" bIns="30467" anchor="t" anchorCtr="0">
            <a:spAutoFit/>
          </a:bodyPr>
          <a:lstStyle/>
          <a:p>
            <a:pPr>
              <a:spcAft>
                <a:spcPts val="1333"/>
              </a:spcAft>
              <a:buSzPts val="1100"/>
            </a:pPr>
            <a:r>
              <a:rPr lang="en-US" sz="2133" b="1">
                <a:solidFill>
                  <a:schemeClr val="lt1"/>
                </a:solidFill>
                <a:latin typeface="Open Sans"/>
                <a:ea typeface="Open Sans"/>
                <a:cs typeface="Open Sans"/>
                <a:sym typeface="Open Sans"/>
              </a:rPr>
              <a:t>RV</a:t>
            </a:r>
            <a:endParaRPr sz="2133">
              <a:solidFill>
                <a:schemeClr val="dk1"/>
              </a:solidFill>
              <a:latin typeface="Open Sans"/>
              <a:ea typeface="Open Sans"/>
              <a:cs typeface="Open Sans"/>
              <a:sym typeface="Open Sans"/>
            </a:endParaRPr>
          </a:p>
        </p:txBody>
      </p:sp>
      <p:sp>
        <p:nvSpPr>
          <p:cNvPr id="123" name="Google Shape;123;p14"/>
          <p:cNvSpPr/>
          <p:nvPr/>
        </p:nvSpPr>
        <p:spPr>
          <a:xfrm rot="3816388">
            <a:off x="21839762" y="6413487"/>
            <a:ext cx="507947" cy="205183"/>
          </a:xfrm>
          <a:prstGeom prst="rightArrow">
            <a:avLst>
              <a:gd name="adj1" fmla="val 50000"/>
              <a:gd name="adj2" fmla="val 50000"/>
            </a:avLst>
          </a:prstGeom>
          <a:solidFill>
            <a:schemeClr val="lt1"/>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r>
              <a:rPr lang="en-US" sz="667"/>
              <a:t>c</a:t>
            </a:r>
            <a:endParaRPr sz="667"/>
          </a:p>
        </p:txBody>
      </p:sp>
      <p:sp>
        <p:nvSpPr>
          <p:cNvPr id="124" name="Google Shape;124;p14"/>
          <p:cNvSpPr/>
          <p:nvPr/>
        </p:nvSpPr>
        <p:spPr>
          <a:xfrm rot="-1278675">
            <a:off x="18221685" y="8305324"/>
            <a:ext cx="507933" cy="205238"/>
          </a:xfrm>
          <a:prstGeom prst="rightArrow">
            <a:avLst>
              <a:gd name="adj1" fmla="val 50000"/>
              <a:gd name="adj2" fmla="val 50000"/>
            </a:avLst>
          </a:prstGeom>
          <a:solidFill>
            <a:schemeClr val="lt1"/>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endParaRPr sz="667"/>
          </a:p>
        </p:txBody>
      </p:sp>
      <p:pic>
        <p:nvPicPr>
          <p:cNvPr id="125" name="Google Shape;125;p14"/>
          <p:cNvPicPr preferRelativeResize="0"/>
          <p:nvPr/>
        </p:nvPicPr>
        <p:blipFill>
          <a:blip r:embed="rId5">
            <a:alphaModFix/>
          </a:blip>
          <a:stretch>
            <a:fillRect/>
          </a:stretch>
        </p:blipFill>
        <p:spPr>
          <a:xfrm>
            <a:off x="1433300" y="719149"/>
            <a:ext cx="2924600" cy="2924600"/>
          </a:xfrm>
          <a:prstGeom prst="rect">
            <a:avLst/>
          </a:prstGeom>
          <a:noFill/>
          <a:ln>
            <a:noFill/>
          </a:ln>
        </p:spPr>
      </p:pic>
      <p:sp>
        <p:nvSpPr>
          <p:cNvPr id="126" name="Google Shape;126;p14"/>
          <p:cNvSpPr txBox="1"/>
          <p:nvPr/>
        </p:nvSpPr>
        <p:spPr>
          <a:xfrm>
            <a:off x="28548650" y="12309050"/>
            <a:ext cx="585200" cy="556473"/>
          </a:xfrm>
          <a:prstGeom prst="rect">
            <a:avLst/>
          </a:prstGeom>
          <a:noFill/>
          <a:ln>
            <a:noFill/>
          </a:ln>
        </p:spPr>
        <p:txBody>
          <a:bodyPr spcFirstLastPara="1" wrap="square" lIns="60950" tIns="30467" rIns="60950" bIns="30467" anchor="t" anchorCtr="0">
            <a:spAutoFit/>
          </a:bodyPr>
          <a:lstStyle/>
          <a:p>
            <a:pPr>
              <a:spcAft>
                <a:spcPts val="1333"/>
              </a:spcAft>
              <a:buSzPts val="1100"/>
            </a:pPr>
            <a:r>
              <a:rPr lang="en-US" sz="2133" b="1">
                <a:solidFill>
                  <a:schemeClr val="lt1"/>
                </a:solidFill>
                <a:latin typeface="Open Sans"/>
                <a:ea typeface="Open Sans"/>
                <a:cs typeface="Open Sans"/>
                <a:sym typeface="Open Sans"/>
              </a:rPr>
              <a:t>LA</a:t>
            </a:r>
            <a:endParaRPr sz="2133">
              <a:solidFill>
                <a:schemeClr val="dk1"/>
              </a:solidFill>
              <a:latin typeface="Open Sans"/>
              <a:ea typeface="Open Sans"/>
              <a:cs typeface="Open Sans"/>
              <a:sym typeface="Open Sans"/>
            </a:endParaRPr>
          </a:p>
        </p:txBody>
      </p:sp>
      <p:sp>
        <p:nvSpPr>
          <p:cNvPr id="127" name="Google Shape;127;p14"/>
          <p:cNvSpPr txBox="1"/>
          <p:nvPr/>
        </p:nvSpPr>
        <p:spPr>
          <a:xfrm>
            <a:off x="26952825" y="11631459"/>
            <a:ext cx="585200" cy="556473"/>
          </a:xfrm>
          <a:prstGeom prst="rect">
            <a:avLst/>
          </a:prstGeom>
          <a:noFill/>
          <a:ln>
            <a:noFill/>
          </a:ln>
        </p:spPr>
        <p:txBody>
          <a:bodyPr spcFirstLastPara="1" wrap="square" lIns="60950" tIns="30467" rIns="60950" bIns="30467" anchor="t" anchorCtr="0">
            <a:spAutoFit/>
          </a:bodyPr>
          <a:lstStyle/>
          <a:p>
            <a:pPr>
              <a:spcAft>
                <a:spcPts val="1333"/>
              </a:spcAft>
              <a:buSzPts val="1100"/>
            </a:pPr>
            <a:r>
              <a:rPr lang="en-US" sz="2133" b="1">
                <a:solidFill>
                  <a:schemeClr val="lt1"/>
                </a:solidFill>
                <a:latin typeface="Open Sans"/>
                <a:ea typeface="Open Sans"/>
                <a:cs typeface="Open Sans"/>
                <a:sym typeface="Open Sans"/>
              </a:rPr>
              <a:t>LV</a:t>
            </a:r>
            <a:endParaRPr sz="2133">
              <a:solidFill>
                <a:schemeClr val="dk1"/>
              </a:solidFill>
              <a:latin typeface="Open Sans"/>
              <a:ea typeface="Open Sans"/>
              <a:cs typeface="Open Sans"/>
              <a:sym typeface="Open Sans"/>
            </a:endParaRPr>
          </a:p>
        </p:txBody>
      </p:sp>
      <p:sp>
        <p:nvSpPr>
          <p:cNvPr id="128" name="Google Shape;128;p14"/>
          <p:cNvSpPr txBox="1"/>
          <p:nvPr/>
        </p:nvSpPr>
        <p:spPr>
          <a:xfrm>
            <a:off x="28065992" y="10921883"/>
            <a:ext cx="585200" cy="556473"/>
          </a:xfrm>
          <a:prstGeom prst="rect">
            <a:avLst/>
          </a:prstGeom>
          <a:noFill/>
          <a:ln>
            <a:noFill/>
          </a:ln>
        </p:spPr>
        <p:txBody>
          <a:bodyPr spcFirstLastPara="1" wrap="square" lIns="60950" tIns="30467" rIns="60950" bIns="30467" anchor="t" anchorCtr="0">
            <a:spAutoFit/>
          </a:bodyPr>
          <a:lstStyle/>
          <a:p>
            <a:pPr>
              <a:spcAft>
                <a:spcPts val="1333"/>
              </a:spcAft>
              <a:buSzPts val="1100"/>
            </a:pPr>
            <a:r>
              <a:rPr lang="en-US" sz="2133" b="1">
                <a:solidFill>
                  <a:schemeClr val="lt1"/>
                </a:solidFill>
                <a:latin typeface="Open Sans"/>
                <a:ea typeface="Open Sans"/>
                <a:cs typeface="Open Sans"/>
                <a:sym typeface="Open Sans"/>
              </a:rPr>
              <a:t>RV</a:t>
            </a:r>
            <a:endParaRPr sz="2133">
              <a:solidFill>
                <a:schemeClr val="dk1"/>
              </a:solidFill>
              <a:latin typeface="Open Sans"/>
              <a:ea typeface="Open Sans"/>
              <a:cs typeface="Open Sans"/>
              <a:sym typeface="Open Sans"/>
            </a:endParaRPr>
          </a:p>
        </p:txBody>
      </p:sp>
      <p:pic>
        <p:nvPicPr>
          <p:cNvPr id="129" name="Google Shape;129;p14"/>
          <p:cNvPicPr preferRelativeResize="0"/>
          <p:nvPr/>
        </p:nvPicPr>
        <p:blipFill>
          <a:blip r:embed="rId6">
            <a:alphaModFix/>
          </a:blip>
          <a:stretch>
            <a:fillRect/>
          </a:stretch>
        </p:blipFill>
        <p:spPr>
          <a:xfrm>
            <a:off x="25080500" y="20657186"/>
            <a:ext cx="941260" cy="871960"/>
          </a:xfrm>
          <a:prstGeom prst="rect">
            <a:avLst/>
          </a:prstGeom>
          <a:solidFill>
            <a:srgbClr val="E64B3C"/>
          </a:solidFill>
          <a:ln>
            <a:noFill/>
          </a:ln>
        </p:spPr>
      </p:pic>
      <p:pic>
        <p:nvPicPr>
          <p:cNvPr id="130" name="Picture 129" descr="68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Pushpin">
      <a:dk1>
        <a:srgbClr val="000000"/>
      </a:dk1>
      <a:lt1>
        <a:srgbClr val="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1058</Words>
  <Application>Microsoft Macintosh PowerPoint</Application>
  <PresentationFormat>Custom</PresentationFormat>
  <Paragraphs>67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Open Sans</vt:lpstr>
      <vt:lpstr>Nunito</vt:lpstr>
      <vt:lpstr>Arial</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2025-04-26T00:29:25Z</dcterms:modified>
</cp:coreProperties>
</file>