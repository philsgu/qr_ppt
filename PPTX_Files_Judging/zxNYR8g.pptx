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Lst>
  <p:sldSz cy="21945600" cx="32918400"/>
  <p:notesSz cx="6808775" cy="8086725"/>
  <p:embeddedFontLst>
    <p:embeddedFont>
      <p:font typeface="Montserrat SemiBold"/>
      <p:regular r:id="rId7"/>
      <p:bold r:id="rId8"/>
      <p:italic r:id="rId9"/>
      <p:boldItalic r:id="rId10"/>
    </p:embeddedFont>
    <p:embeddedFont>
      <p:font typeface="Roboto"/>
      <p:regular r:id="rId11"/>
      <p:bold r:id="rId12"/>
      <p:italic r:id="rId13"/>
      <p:boldItalic r:id="rId14"/>
    </p:embeddedFont>
    <p:embeddedFont>
      <p:font typeface="Domine"/>
      <p:regular r:id="rId15"/>
      <p:bold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6912">
          <p15:clr>
            <a:srgbClr val="A4A3A4"/>
          </p15:clr>
        </p15:guide>
        <p15:guide id="2" pos="1036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6912" orient="horz"/>
        <p:guide pos="10368"/>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Roboto-regular.fntdata"/><Relationship Id="rId10" Type="http://schemas.openxmlformats.org/officeDocument/2006/relationships/font" Target="fonts/MontserratSemiBold-boldItalic.fntdata"/><Relationship Id="rId13" Type="http://schemas.openxmlformats.org/officeDocument/2006/relationships/font" Target="fonts/Roboto-italic.fntdata"/><Relationship Id="rId12" Type="http://schemas.openxmlformats.org/officeDocument/2006/relationships/font" Target="fonts/Roboto-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font" Target="fonts/MontserratSemiBold-italic.fntdata"/><Relationship Id="rId15" Type="http://schemas.openxmlformats.org/officeDocument/2006/relationships/font" Target="fonts/Domine-regular.fntdata"/><Relationship Id="rId14" Type="http://schemas.openxmlformats.org/officeDocument/2006/relationships/font" Target="fonts/Roboto-boldItalic.fntdata"/><Relationship Id="rId16" Type="http://schemas.openxmlformats.org/officeDocument/2006/relationships/font" Target="fonts/Domine-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font" Target="fonts/MontserratSemiBold-regular.fntdata"/><Relationship Id="rId8" Type="http://schemas.openxmlformats.org/officeDocument/2006/relationships/font" Target="fonts/Montserrat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51163" cy="404813"/>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2857"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2857"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2857"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2857"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2857"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2857"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2857"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2857"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56038" y="0"/>
            <a:ext cx="2951162" cy="404813"/>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2857"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2857"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2857"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2857"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2857"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2857"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2857"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2857"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1130300" y="606425"/>
            <a:ext cx="4548188" cy="3032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681038" y="3841750"/>
            <a:ext cx="5446712" cy="36385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57"/>
              </a:spcBef>
              <a:spcAft>
                <a:spcPts val="0"/>
              </a:spcAft>
              <a:buSzPts val="1400"/>
              <a:buNone/>
              <a:defRPr b="0" i="0" sz="857" u="none" cap="none" strike="noStrike">
                <a:solidFill>
                  <a:schemeClr val="dk1"/>
                </a:solidFill>
                <a:latin typeface="Arial"/>
                <a:ea typeface="Arial"/>
                <a:cs typeface="Arial"/>
                <a:sym typeface="Arial"/>
              </a:defRPr>
            </a:lvl1pPr>
            <a:lvl2pPr indent="-228600" lvl="1" marL="914400" marR="0" rtl="0" algn="l">
              <a:spcBef>
                <a:spcPts val="257"/>
              </a:spcBef>
              <a:spcAft>
                <a:spcPts val="0"/>
              </a:spcAft>
              <a:buSzPts val="1400"/>
              <a:buNone/>
              <a:defRPr b="0" i="0" sz="857" u="none" cap="none" strike="noStrike">
                <a:solidFill>
                  <a:schemeClr val="dk1"/>
                </a:solidFill>
                <a:latin typeface="Arial"/>
                <a:ea typeface="Arial"/>
                <a:cs typeface="Arial"/>
                <a:sym typeface="Arial"/>
              </a:defRPr>
            </a:lvl2pPr>
            <a:lvl3pPr indent="-228600" lvl="2" marL="1371600" marR="0" rtl="0" algn="l">
              <a:spcBef>
                <a:spcPts val="257"/>
              </a:spcBef>
              <a:spcAft>
                <a:spcPts val="0"/>
              </a:spcAft>
              <a:buSzPts val="1400"/>
              <a:buNone/>
              <a:defRPr b="0" i="0" sz="857" u="none" cap="none" strike="noStrike">
                <a:solidFill>
                  <a:schemeClr val="dk1"/>
                </a:solidFill>
                <a:latin typeface="Arial"/>
                <a:ea typeface="Arial"/>
                <a:cs typeface="Arial"/>
                <a:sym typeface="Arial"/>
              </a:defRPr>
            </a:lvl3pPr>
            <a:lvl4pPr indent="-228600" lvl="3" marL="1828800" marR="0" rtl="0" algn="l">
              <a:spcBef>
                <a:spcPts val="257"/>
              </a:spcBef>
              <a:spcAft>
                <a:spcPts val="0"/>
              </a:spcAft>
              <a:buSzPts val="1400"/>
              <a:buNone/>
              <a:defRPr b="0" i="0" sz="857" u="none" cap="none" strike="noStrike">
                <a:solidFill>
                  <a:schemeClr val="dk1"/>
                </a:solidFill>
                <a:latin typeface="Arial"/>
                <a:ea typeface="Arial"/>
                <a:cs typeface="Arial"/>
                <a:sym typeface="Arial"/>
              </a:defRPr>
            </a:lvl4pPr>
            <a:lvl5pPr indent="-228600" lvl="4" marL="2286000" marR="0" rtl="0" algn="l">
              <a:spcBef>
                <a:spcPts val="257"/>
              </a:spcBef>
              <a:spcAft>
                <a:spcPts val="0"/>
              </a:spcAft>
              <a:buSzPts val="1400"/>
              <a:buNone/>
              <a:defRPr b="0" i="0" sz="857"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857"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857"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857"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857"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7680325"/>
            <a:ext cx="2951163" cy="404813"/>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2857"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2857"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2857"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2857"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2857"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2857"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2857"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2857"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56038" y="7680325"/>
            <a:ext cx="2951162" cy="404813"/>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1:notes"/>
          <p:cNvSpPr txBox="1"/>
          <p:nvPr>
            <p:ph idx="12" type="sldNum"/>
          </p:nvPr>
        </p:nvSpPr>
        <p:spPr>
          <a:xfrm>
            <a:off x="3856038" y="7680325"/>
            <a:ext cx="2951162" cy="404813"/>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
        <p:nvSpPr>
          <p:cNvPr id="90" name="Google Shape;90;p1:notes"/>
          <p:cNvSpPr/>
          <p:nvPr>
            <p:ph idx="2" type="sldImg"/>
          </p:nvPr>
        </p:nvSpPr>
        <p:spPr>
          <a:xfrm>
            <a:off x="1130300" y="606425"/>
            <a:ext cx="4548188" cy="3032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91" name="Google Shape;91;p1:notes"/>
          <p:cNvSpPr txBox="1"/>
          <p:nvPr>
            <p:ph idx="1" type="body"/>
          </p:nvPr>
        </p:nvSpPr>
        <p:spPr>
          <a:xfrm>
            <a:off x="681038" y="3841750"/>
            <a:ext cx="5446712" cy="36385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857" u="none" cap="none" strike="noStrike">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9" name="Shape 19"/>
        <p:cNvGrpSpPr/>
        <p:nvPr/>
      </p:nvGrpSpPr>
      <p:grpSpPr>
        <a:xfrm>
          <a:off x="0" y="0"/>
          <a:ext cx="0" cy="0"/>
          <a:chOff x="0" y="0"/>
          <a:chExt cx="0" cy="0"/>
        </a:xfrm>
      </p:grpSpPr>
      <p:sp>
        <p:nvSpPr>
          <p:cNvPr id="20" name="Google Shape;20;p2"/>
          <p:cNvSpPr txBox="1"/>
          <p:nvPr>
            <p:ph type="ctrTitle"/>
          </p:nvPr>
        </p:nvSpPr>
        <p:spPr>
          <a:xfrm>
            <a:off x="2468337" y="6817179"/>
            <a:ext cx="27981728" cy="4704443"/>
          </a:xfrm>
          <a:prstGeom prst="rect">
            <a:avLst/>
          </a:prstGeom>
          <a:noFill/>
          <a:ln>
            <a:noFill/>
          </a:ln>
        </p:spPr>
        <p:txBody>
          <a:bodyPr anchorCtr="0" anchor="ctr" bIns="235125" lIns="470250" spcFirstLastPara="1" rIns="470250" wrap="square" tIns="2351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1" name="Google Shape;21;p2"/>
          <p:cNvSpPr txBox="1"/>
          <p:nvPr>
            <p:ph idx="1" type="subTitle"/>
          </p:nvPr>
        </p:nvSpPr>
        <p:spPr>
          <a:xfrm>
            <a:off x="4938033" y="12436022"/>
            <a:ext cx="23042336" cy="5607957"/>
          </a:xfrm>
          <a:prstGeom prst="rect">
            <a:avLst/>
          </a:prstGeom>
          <a:noFill/>
          <a:ln>
            <a:noFill/>
          </a:ln>
        </p:spPr>
        <p:txBody>
          <a:bodyPr anchorCtr="0" anchor="t" bIns="235125" lIns="470250" spcFirstLastPara="1" rIns="470250" wrap="square" tIns="235125">
            <a:noAutofit/>
          </a:bodyPr>
          <a:lstStyle>
            <a:lvl1pPr lvl="0" algn="ctr">
              <a:spcBef>
                <a:spcPts val="1886"/>
              </a:spcBef>
              <a:spcAft>
                <a:spcPts val="0"/>
              </a:spcAft>
              <a:buClr>
                <a:schemeClr val="dk1"/>
              </a:buClr>
              <a:buSzPts val="9428"/>
              <a:buFont typeface="Arial"/>
              <a:buNone/>
              <a:defRPr/>
            </a:lvl1pPr>
            <a:lvl2pPr lvl="1" algn="ctr">
              <a:spcBef>
                <a:spcPts val="1646"/>
              </a:spcBef>
              <a:spcAft>
                <a:spcPts val="0"/>
              </a:spcAft>
              <a:buClr>
                <a:schemeClr val="dk1"/>
              </a:buClr>
              <a:buSzPts val="8228"/>
              <a:buFont typeface="Arial"/>
              <a:buNone/>
              <a:defRPr/>
            </a:lvl2pPr>
            <a:lvl3pPr lvl="2" algn="ctr">
              <a:spcBef>
                <a:spcPts val="1406"/>
              </a:spcBef>
              <a:spcAft>
                <a:spcPts val="0"/>
              </a:spcAft>
              <a:buClr>
                <a:schemeClr val="dk1"/>
              </a:buClr>
              <a:buSzPts val="7028"/>
              <a:buFont typeface="Arial"/>
              <a:buNone/>
              <a:defRPr/>
            </a:lvl3pPr>
            <a:lvl4pPr lvl="3" algn="ctr">
              <a:spcBef>
                <a:spcPts val="1189"/>
              </a:spcBef>
              <a:spcAft>
                <a:spcPts val="0"/>
              </a:spcAft>
              <a:buClr>
                <a:schemeClr val="dk1"/>
              </a:buClr>
              <a:buSzPts val="5943"/>
              <a:buFont typeface="Arial"/>
              <a:buNone/>
              <a:defRPr/>
            </a:lvl4pPr>
            <a:lvl5pPr lvl="4" algn="ctr">
              <a:spcBef>
                <a:spcPts val="1189"/>
              </a:spcBef>
              <a:spcAft>
                <a:spcPts val="0"/>
              </a:spcAft>
              <a:buClr>
                <a:schemeClr val="dk1"/>
              </a:buClr>
              <a:buSzPts val="5943"/>
              <a:buFont typeface="Arial"/>
              <a:buNone/>
              <a:defRPr/>
            </a:lvl5pPr>
            <a:lvl6pPr lvl="5" algn="ctr">
              <a:spcBef>
                <a:spcPts val="1189"/>
              </a:spcBef>
              <a:spcAft>
                <a:spcPts val="0"/>
              </a:spcAft>
              <a:buClr>
                <a:schemeClr val="dk1"/>
              </a:buClr>
              <a:buSzPts val="5943"/>
              <a:buFont typeface="Arial"/>
              <a:buNone/>
              <a:defRPr/>
            </a:lvl6pPr>
            <a:lvl7pPr lvl="6" algn="ctr">
              <a:spcBef>
                <a:spcPts val="1189"/>
              </a:spcBef>
              <a:spcAft>
                <a:spcPts val="0"/>
              </a:spcAft>
              <a:buClr>
                <a:schemeClr val="dk1"/>
              </a:buClr>
              <a:buSzPts val="5943"/>
              <a:buFont typeface="Arial"/>
              <a:buNone/>
              <a:defRPr/>
            </a:lvl7pPr>
            <a:lvl8pPr lvl="7" algn="ctr">
              <a:spcBef>
                <a:spcPts val="1189"/>
              </a:spcBef>
              <a:spcAft>
                <a:spcPts val="0"/>
              </a:spcAft>
              <a:buClr>
                <a:schemeClr val="dk1"/>
              </a:buClr>
              <a:buSzPts val="5943"/>
              <a:buFont typeface="Arial"/>
              <a:buNone/>
              <a:defRPr/>
            </a:lvl8pPr>
            <a:lvl9pPr lvl="8" algn="ctr">
              <a:spcBef>
                <a:spcPts val="1189"/>
              </a:spcBef>
              <a:spcAft>
                <a:spcPts val="0"/>
              </a:spcAft>
              <a:buClr>
                <a:schemeClr val="dk1"/>
              </a:buClr>
              <a:buSzPts val="5943"/>
              <a:buFont typeface="Arial"/>
              <a:buNone/>
              <a:defRPr/>
            </a:lvl9pPr>
          </a:lstStyle>
          <a:p/>
        </p:txBody>
      </p:sp>
      <p:sp>
        <p:nvSpPr>
          <p:cNvPr id="22" name="Google Shape;22;p2"/>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2"/>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2"/>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5" name="Shape 25"/>
        <p:cNvGrpSpPr/>
        <p:nvPr/>
      </p:nvGrpSpPr>
      <p:grpSpPr>
        <a:xfrm>
          <a:off x="0" y="0"/>
          <a:ext cx="0" cy="0"/>
          <a:chOff x="0" y="0"/>
          <a:chExt cx="0" cy="0"/>
        </a:xfrm>
      </p:grpSpPr>
      <p:sp>
        <p:nvSpPr>
          <p:cNvPr id="26" name="Google Shape;26;p3"/>
          <p:cNvSpPr txBox="1"/>
          <p:nvPr>
            <p:ph type="title"/>
          </p:nvPr>
        </p:nvSpPr>
        <p:spPr>
          <a:xfrm>
            <a:off x="1646465" y="879929"/>
            <a:ext cx="29626833" cy="3657600"/>
          </a:xfrm>
          <a:prstGeom prst="rect">
            <a:avLst/>
          </a:prstGeom>
          <a:noFill/>
          <a:ln>
            <a:noFill/>
          </a:ln>
        </p:spPr>
        <p:txBody>
          <a:bodyPr anchorCtr="0" anchor="ctr" bIns="235125" lIns="470250" spcFirstLastPara="1" rIns="470250" wrap="square" tIns="2351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7" name="Google Shape;27;p3"/>
          <p:cNvSpPr txBox="1"/>
          <p:nvPr>
            <p:ph idx="1" type="body"/>
          </p:nvPr>
        </p:nvSpPr>
        <p:spPr>
          <a:xfrm>
            <a:off x="1646465" y="5121729"/>
            <a:ext cx="29626833" cy="14482536"/>
          </a:xfrm>
          <a:prstGeom prst="rect">
            <a:avLst/>
          </a:prstGeom>
          <a:noFill/>
          <a:ln>
            <a:noFill/>
          </a:ln>
        </p:spPr>
        <p:txBody>
          <a:bodyPr anchorCtr="0" anchor="t" bIns="235125" lIns="470250" spcFirstLastPara="1" rIns="470250" wrap="square" tIns="2351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8" name="Google Shape;28;p3"/>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3"/>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1" name="Shape 31"/>
        <p:cNvGrpSpPr/>
        <p:nvPr/>
      </p:nvGrpSpPr>
      <p:grpSpPr>
        <a:xfrm>
          <a:off x="0" y="0"/>
          <a:ext cx="0" cy="0"/>
          <a:chOff x="0" y="0"/>
          <a:chExt cx="0" cy="0"/>
        </a:xfrm>
      </p:grpSpPr>
      <p:sp>
        <p:nvSpPr>
          <p:cNvPr id="32" name="Google Shape;32;p4"/>
          <p:cNvSpPr txBox="1"/>
          <p:nvPr>
            <p:ph type="title"/>
          </p:nvPr>
        </p:nvSpPr>
        <p:spPr>
          <a:xfrm>
            <a:off x="2600325" y="14102445"/>
            <a:ext cx="27980367" cy="4357914"/>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b="1" sz="2285"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3" name="Google Shape;33;p4"/>
          <p:cNvSpPr txBox="1"/>
          <p:nvPr>
            <p:ph idx="1" type="body"/>
          </p:nvPr>
        </p:nvSpPr>
        <p:spPr>
          <a:xfrm>
            <a:off x="2600325" y="9301843"/>
            <a:ext cx="27980367" cy="4800600"/>
          </a:xfrm>
          <a:prstGeom prst="rect">
            <a:avLst/>
          </a:prstGeom>
          <a:noFill/>
          <a:ln>
            <a:noFill/>
          </a:ln>
        </p:spPr>
        <p:txBody>
          <a:bodyPr anchorCtr="0" anchor="b" bIns="235125" lIns="470250" spcFirstLastPara="1" rIns="470250" wrap="square" tIns="235125">
            <a:noAutofit/>
          </a:bodyPr>
          <a:lstStyle>
            <a:lvl1pPr indent="-228600" lvl="0" marL="457200" algn="l">
              <a:spcBef>
                <a:spcPts val="229"/>
              </a:spcBef>
              <a:spcAft>
                <a:spcPts val="0"/>
              </a:spcAft>
              <a:buClr>
                <a:schemeClr val="dk1"/>
              </a:buClr>
              <a:buSzPts val="1143"/>
              <a:buFont typeface="Arial"/>
              <a:buNone/>
              <a:defRPr sz="1143"/>
            </a:lvl1pPr>
            <a:lvl2pPr indent="-228600" lvl="1" marL="914400" algn="l">
              <a:spcBef>
                <a:spcPts val="206"/>
              </a:spcBef>
              <a:spcAft>
                <a:spcPts val="0"/>
              </a:spcAft>
              <a:buClr>
                <a:schemeClr val="dk1"/>
              </a:buClr>
              <a:buSzPts val="1029"/>
              <a:buFont typeface="Arial"/>
              <a:buNone/>
              <a:defRPr sz="1029"/>
            </a:lvl2pPr>
            <a:lvl3pPr indent="-228600" lvl="2" marL="1371600" algn="l">
              <a:spcBef>
                <a:spcPts val="183"/>
              </a:spcBef>
              <a:spcAft>
                <a:spcPts val="0"/>
              </a:spcAft>
              <a:buClr>
                <a:schemeClr val="dk1"/>
              </a:buClr>
              <a:buSzPts val="914"/>
              <a:buFont typeface="Arial"/>
              <a:buNone/>
              <a:defRPr sz="914"/>
            </a:lvl3pPr>
            <a:lvl4pPr indent="-228600" lvl="3" marL="1828800" algn="l">
              <a:spcBef>
                <a:spcPts val="160"/>
              </a:spcBef>
              <a:spcAft>
                <a:spcPts val="0"/>
              </a:spcAft>
              <a:buClr>
                <a:schemeClr val="dk1"/>
              </a:buClr>
              <a:buSzPts val="800"/>
              <a:buFont typeface="Arial"/>
              <a:buNone/>
              <a:defRPr sz="800"/>
            </a:lvl4pPr>
            <a:lvl5pPr indent="-228600" lvl="4" marL="2286000" algn="l">
              <a:spcBef>
                <a:spcPts val="160"/>
              </a:spcBef>
              <a:spcAft>
                <a:spcPts val="0"/>
              </a:spcAft>
              <a:buClr>
                <a:schemeClr val="dk1"/>
              </a:buClr>
              <a:buSzPts val="800"/>
              <a:buFont typeface="Arial"/>
              <a:buNone/>
              <a:defRPr sz="800"/>
            </a:lvl5pPr>
            <a:lvl6pPr indent="-228600" lvl="5" marL="2743200" algn="l">
              <a:spcBef>
                <a:spcPts val="160"/>
              </a:spcBef>
              <a:spcAft>
                <a:spcPts val="0"/>
              </a:spcAft>
              <a:buClr>
                <a:schemeClr val="dk1"/>
              </a:buClr>
              <a:buSzPts val="800"/>
              <a:buFont typeface="Arial"/>
              <a:buNone/>
              <a:defRPr sz="800"/>
            </a:lvl6pPr>
            <a:lvl7pPr indent="-228600" lvl="6" marL="3200400" algn="l">
              <a:spcBef>
                <a:spcPts val="160"/>
              </a:spcBef>
              <a:spcAft>
                <a:spcPts val="0"/>
              </a:spcAft>
              <a:buClr>
                <a:schemeClr val="dk1"/>
              </a:buClr>
              <a:buSzPts val="800"/>
              <a:buFont typeface="Arial"/>
              <a:buNone/>
              <a:defRPr sz="800"/>
            </a:lvl7pPr>
            <a:lvl8pPr indent="-228600" lvl="7" marL="3657600" algn="l">
              <a:spcBef>
                <a:spcPts val="160"/>
              </a:spcBef>
              <a:spcAft>
                <a:spcPts val="0"/>
              </a:spcAft>
              <a:buClr>
                <a:schemeClr val="dk1"/>
              </a:buClr>
              <a:buSzPts val="800"/>
              <a:buFont typeface="Arial"/>
              <a:buNone/>
              <a:defRPr sz="800"/>
            </a:lvl8pPr>
            <a:lvl9pPr indent="-228600" lvl="8" marL="4114800" algn="l">
              <a:spcBef>
                <a:spcPts val="160"/>
              </a:spcBef>
              <a:spcAft>
                <a:spcPts val="0"/>
              </a:spcAft>
              <a:buClr>
                <a:schemeClr val="dk1"/>
              </a:buClr>
              <a:buSzPts val="800"/>
              <a:buFont typeface="Arial"/>
              <a:buNone/>
              <a:defRPr sz="800"/>
            </a:lvl9pPr>
          </a:lstStyle>
          <a:p/>
        </p:txBody>
      </p:sp>
      <p:sp>
        <p:nvSpPr>
          <p:cNvPr id="34" name="Google Shape;34;p4"/>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4"/>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7" name="Shape 37"/>
        <p:cNvGrpSpPr/>
        <p:nvPr/>
      </p:nvGrpSpPr>
      <p:grpSpPr>
        <a:xfrm>
          <a:off x="0" y="0"/>
          <a:ext cx="0" cy="0"/>
          <a:chOff x="0" y="0"/>
          <a:chExt cx="0" cy="0"/>
        </a:xfrm>
      </p:grpSpPr>
      <p:sp>
        <p:nvSpPr>
          <p:cNvPr id="38" name="Google Shape;38;p5"/>
          <p:cNvSpPr txBox="1"/>
          <p:nvPr>
            <p:ph type="title"/>
          </p:nvPr>
        </p:nvSpPr>
        <p:spPr>
          <a:xfrm>
            <a:off x="1646465" y="879929"/>
            <a:ext cx="29626833" cy="3657600"/>
          </a:xfrm>
          <a:prstGeom prst="rect">
            <a:avLst/>
          </a:prstGeom>
          <a:noFill/>
          <a:ln>
            <a:noFill/>
          </a:ln>
        </p:spPr>
        <p:txBody>
          <a:bodyPr anchorCtr="0" anchor="ctr" bIns="235125" lIns="470250" spcFirstLastPara="1" rIns="470250" wrap="square" tIns="2351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9" name="Google Shape;39;p5"/>
          <p:cNvSpPr txBox="1"/>
          <p:nvPr>
            <p:ph idx="1" type="body"/>
          </p:nvPr>
        </p:nvSpPr>
        <p:spPr>
          <a:xfrm>
            <a:off x="1646465" y="5121729"/>
            <a:ext cx="14747422" cy="14482536"/>
          </a:xfrm>
          <a:prstGeom prst="rect">
            <a:avLst/>
          </a:prstGeom>
          <a:noFill/>
          <a:ln>
            <a:noFill/>
          </a:ln>
        </p:spPr>
        <p:txBody>
          <a:bodyPr anchorCtr="0" anchor="t" bIns="235125" lIns="470250" spcFirstLastPara="1" rIns="470250" wrap="square" tIns="235125">
            <a:noAutofit/>
          </a:bodyPr>
          <a:lstStyle>
            <a:lvl1pPr indent="-330200" lvl="0" marL="457200" algn="l">
              <a:spcBef>
                <a:spcPts val="320"/>
              </a:spcBef>
              <a:spcAft>
                <a:spcPts val="0"/>
              </a:spcAft>
              <a:buClr>
                <a:schemeClr val="dk1"/>
              </a:buClr>
              <a:buSzPts val="1600"/>
              <a:buFont typeface="Arial"/>
              <a:buChar char="•"/>
              <a:defRPr sz="1600"/>
            </a:lvl1pPr>
            <a:lvl2pPr indent="-315658" lvl="1" marL="914400" algn="l">
              <a:spcBef>
                <a:spcPts val="274"/>
              </a:spcBef>
              <a:spcAft>
                <a:spcPts val="0"/>
              </a:spcAft>
              <a:buClr>
                <a:schemeClr val="dk1"/>
              </a:buClr>
              <a:buSzPts val="1371"/>
              <a:buFont typeface="Arial"/>
              <a:buChar char="–"/>
              <a:defRPr sz="1371"/>
            </a:lvl2pPr>
            <a:lvl3pPr indent="-301180" lvl="2" marL="1371600" algn="l">
              <a:spcBef>
                <a:spcPts val="229"/>
              </a:spcBef>
              <a:spcAft>
                <a:spcPts val="0"/>
              </a:spcAft>
              <a:buClr>
                <a:schemeClr val="dk1"/>
              </a:buClr>
              <a:buSzPts val="1143"/>
              <a:buFont typeface="Arial"/>
              <a:buChar char="•"/>
              <a:defRPr sz="1143"/>
            </a:lvl3pPr>
            <a:lvl4pPr indent="-293941" lvl="3" marL="1828800" algn="l">
              <a:spcBef>
                <a:spcPts val="206"/>
              </a:spcBef>
              <a:spcAft>
                <a:spcPts val="0"/>
              </a:spcAft>
              <a:buClr>
                <a:schemeClr val="dk1"/>
              </a:buClr>
              <a:buSzPts val="1029"/>
              <a:buFont typeface="Arial"/>
              <a:buChar char="–"/>
              <a:defRPr sz="1029"/>
            </a:lvl4pPr>
            <a:lvl5pPr indent="-293941" lvl="4" marL="2286000" algn="l">
              <a:spcBef>
                <a:spcPts val="206"/>
              </a:spcBef>
              <a:spcAft>
                <a:spcPts val="0"/>
              </a:spcAft>
              <a:buClr>
                <a:schemeClr val="dk1"/>
              </a:buClr>
              <a:buSzPts val="1029"/>
              <a:buFont typeface="Arial"/>
              <a:buChar char="»"/>
              <a:defRPr sz="1029"/>
            </a:lvl5pPr>
            <a:lvl6pPr indent="-293941" lvl="5" marL="2743200" algn="l">
              <a:spcBef>
                <a:spcPts val="206"/>
              </a:spcBef>
              <a:spcAft>
                <a:spcPts val="0"/>
              </a:spcAft>
              <a:buClr>
                <a:schemeClr val="dk1"/>
              </a:buClr>
              <a:buSzPts val="1029"/>
              <a:buFont typeface="Arial"/>
              <a:buChar char="»"/>
              <a:defRPr sz="1029"/>
            </a:lvl6pPr>
            <a:lvl7pPr indent="-293941" lvl="6" marL="3200400" algn="l">
              <a:spcBef>
                <a:spcPts val="206"/>
              </a:spcBef>
              <a:spcAft>
                <a:spcPts val="0"/>
              </a:spcAft>
              <a:buClr>
                <a:schemeClr val="dk1"/>
              </a:buClr>
              <a:buSzPts val="1029"/>
              <a:buFont typeface="Arial"/>
              <a:buChar char="»"/>
              <a:defRPr sz="1029"/>
            </a:lvl7pPr>
            <a:lvl8pPr indent="-293941" lvl="7" marL="3657600" algn="l">
              <a:spcBef>
                <a:spcPts val="206"/>
              </a:spcBef>
              <a:spcAft>
                <a:spcPts val="0"/>
              </a:spcAft>
              <a:buClr>
                <a:schemeClr val="dk1"/>
              </a:buClr>
              <a:buSzPts val="1029"/>
              <a:buFont typeface="Arial"/>
              <a:buChar char="»"/>
              <a:defRPr sz="1029"/>
            </a:lvl8pPr>
            <a:lvl9pPr indent="-293941" lvl="8" marL="4114800" algn="l">
              <a:spcBef>
                <a:spcPts val="206"/>
              </a:spcBef>
              <a:spcAft>
                <a:spcPts val="0"/>
              </a:spcAft>
              <a:buClr>
                <a:schemeClr val="dk1"/>
              </a:buClr>
              <a:buSzPts val="1029"/>
              <a:buFont typeface="Arial"/>
              <a:buChar char="»"/>
              <a:defRPr sz="1029"/>
            </a:lvl9pPr>
          </a:lstStyle>
          <a:p/>
        </p:txBody>
      </p:sp>
      <p:sp>
        <p:nvSpPr>
          <p:cNvPr id="40" name="Google Shape;40;p5"/>
          <p:cNvSpPr txBox="1"/>
          <p:nvPr>
            <p:ph idx="2" type="body"/>
          </p:nvPr>
        </p:nvSpPr>
        <p:spPr>
          <a:xfrm>
            <a:off x="16524514" y="5121729"/>
            <a:ext cx="14748782" cy="14482536"/>
          </a:xfrm>
          <a:prstGeom prst="rect">
            <a:avLst/>
          </a:prstGeom>
          <a:noFill/>
          <a:ln>
            <a:noFill/>
          </a:ln>
        </p:spPr>
        <p:txBody>
          <a:bodyPr anchorCtr="0" anchor="t" bIns="235125" lIns="470250" spcFirstLastPara="1" rIns="470250" wrap="square" tIns="235125">
            <a:noAutofit/>
          </a:bodyPr>
          <a:lstStyle>
            <a:lvl1pPr indent="-330200" lvl="0" marL="457200" algn="l">
              <a:spcBef>
                <a:spcPts val="320"/>
              </a:spcBef>
              <a:spcAft>
                <a:spcPts val="0"/>
              </a:spcAft>
              <a:buClr>
                <a:schemeClr val="dk1"/>
              </a:buClr>
              <a:buSzPts val="1600"/>
              <a:buFont typeface="Arial"/>
              <a:buChar char="•"/>
              <a:defRPr sz="1600"/>
            </a:lvl1pPr>
            <a:lvl2pPr indent="-315658" lvl="1" marL="914400" algn="l">
              <a:spcBef>
                <a:spcPts val="274"/>
              </a:spcBef>
              <a:spcAft>
                <a:spcPts val="0"/>
              </a:spcAft>
              <a:buClr>
                <a:schemeClr val="dk1"/>
              </a:buClr>
              <a:buSzPts val="1371"/>
              <a:buFont typeface="Arial"/>
              <a:buChar char="–"/>
              <a:defRPr sz="1371"/>
            </a:lvl2pPr>
            <a:lvl3pPr indent="-301180" lvl="2" marL="1371600" algn="l">
              <a:spcBef>
                <a:spcPts val="229"/>
              </a:spcBef>
              <a:spcAft>
                <a:spcPts val="0"/>
              </a:spcAft>
              <a:buClr>
                <a:schemeClr val="dk1"/>
              </a:buClr>
              <a:buSzPts val="1143"/>
              <a:buFont typeface="Arial"/>
              <a:buChar char="•"/>
              <a:defRPr sz="1143"/>
            </a:lvl3pPr>
            <a:lvl4pPr indent="-293941" lvl="3" marL="1828800" algn="l">
              <a:spcBef>
                <a:spcPts val="206"/>
              </a:spcBef>
              <a:spcAft>
                <a:spcPts val="0"/>
              </a:spcAft>
              <a:buClr>
                <a:schemeClr val="dk1"/>
              </a:buClr>
              <a:buSzPts val="1029"/>
              <a:buFont typeface="Arial"/>
              <a:buChar char="–"/>
              <a:defRPr sz="1029"/>
            </a:lvl4pPr>
            <a:lvl5pPr indent="-293941" lvl="4" marL="2286000" algn="l">
              <a:spcBef>
                <a:spcPts val="206"/>
              </a:spcBef>
              <a:spcAft>
                <a:spcPts val="0"/>
              </a:spcAft>
              <a:buClr>
                <a:schemeClr val="dk1"/>
              </a:buClr>
              <a:buSzPts val="1029"/>
              <a:buFont typeface="Arial"/>
              <a:buChar char="»"/>
              <a:defRPr sz="1029"/>
            </a:lvl5pPr>
            <a:lvl6pPr indent="-293941" lvl="5" marL="2743200" algn="l">
              <a:spcBef>
                <a:spcPts val="206"/>
              </a:spcBef>
              <a:spcAft>
                <a:spcPts val="0"/>
              </a:spcAft>
              <a:buClr>
                <a:schemeClr val="dk1"/>
              </a:buClr>
              <a:buSzPts val="1029"/>
              <a:buFont typeface="Arial"/>
              <a:buChar char="»"/>
              <a:defRPr sz="1029"/>
            </a:lvl6pPr>
            <a:lvl7pPr indent="-293941" lvl="6" marL="3200400" algn="l">
              <a:spcBef>
                <a:spcPts val="206"/>
              </a:spcBef>
              <a:spcAft>
                <a:spcPts val="0"/>
              </a:spcAft>
              <a:buClr>
                <a:schemeClr val="dk1"/>
              </a:buClr>
              <a:buSzPts val="1029"/>
              <a:buFont typeface="Arial"/>
              <a:buChar char="»"/>
              <a:defRPr sz="1029"/>
            </a:lvl7pPr>
            <a:lvl8pPr indent="-293941" lvl="7" marL="3657600" algn="l">
              <a:spcBef>
                <a:spcPts val="206"/>
              </a:spcBef>
              <a:spcAft>
                <a:spcPts val="0"/>
              </a:spcAft>
              <a:buClr>
                <a:schemeClr val="dk1"/>
              </a:buClr>
              <a:buSzPts val="1029"/>
              <a:buFont typeface="Arial"/>
              <a:buChar char="»"/>
              <a:defRPr sz="1029"/>
            </a:lvl8pPr>
            <a:lvl9pPr indent="-293941" lvl="8" marL="4114800" algn="l">
              <a:spcBef>
                <a:spcPts val="206"/>
              </a:spcBef>
              <a:spcAft>
                <a:spcPts val="0"/>
              </a:spcAft>
              <a:buClr>
                <a:schemeClr val="dk1"/>
              </a:buClr>
              <a:buSzPts val="1029"/>
              <a:buFont typeface="Arial"/>
              <a:buChar char="»"/>
              <a:defRPr sz="1029"/>
            </a:lvl9pPr>
          </a:lstStyle>
          <a:p/>
        </p:txBody>
      </p:sp>
      <p:sp>
        <p:nvSpPr>
          <p:cNvPr id="41" name="Google Shape;41;p5"/>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5"/>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4" name="Shape 44"/>
        <p:cNvGrpSpPr/>
        <p:nvPr/>
      </p:nvGrpSpPr>
      <p:grpSpPr>
        <a:xfrm>
          <a:off x="0" y="0"/>
          <a:ext cx="0" cy="0"/>
          <a:chOff x="0" y="0"/>
          <a:chExt cx="0" cy="0"/>
        </a:xfrm>
      </p:grpSpPr>
      <p:sp>
        <p:nvSpPr>
          <p:cNvPr id="45" name="Google Shape;45;p6"/>
          <p:cNvSpPr txBox="1"/>
          <p:nvPr>
            <p:ph type="title"/>
          </p:nvPr>
        </p:nvSpPr>
        <p:spPr>
          <a:xfrm>
            <a:off x="1646465" y="879022"/>
            <a:ext cx="29625472" cy="3657600"/>
          </a:xfrm>
          <a:prstGeom prst="rect">
            <a:avLst/>
          </a:prstGeom>
          <a:noFill/>
          <a:ln>
            <a:noFill/>
          </a:ln>
        </p:spPr>
        <p:txBody>
          <a:bodyPr anchorCtr="0" anchor="ctr" bIns="235125" lIns="470250" spcFirstLastPara="1" rIns="470250" wrap="square" tIns="2351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6" name="Google Shape;46;p6"/>
          <p:cNvSpPr txBox="1"/>
          <p:nvPr>
            <p:ph idx="1" type="body"/>
          </p:nvPr>
        </p:nvSpPr>
        <p:spPr>
          <a:xfrm>
            <a:off x="1646464" y="4912180"/>
            <a:ext cx="14544677" cy="2047421"/>
          </a:xfrm>
          <a:prstGeom prst="rect">
            <a:avLst/>
          </a:prstGeom>
          <a:noFill/>
          <a:ln>
            <a:noFill/>
          </a:ln>
        </p:spPr>
        <p:txBody>
          <a:bodyPr anchorCtr="0" anchor="b" bIns="235125" lIns="470250" spcFirstLastPara="1" rIns="470250" wrap="square" tIns="235125">
            <a:noAutofit/>
          </a:bodyPr>
          <a:lstStyle>
            <a:lvl1pPr indent="-228600" lvl="0" marL="457200" algn="l">
              <a:spcBef>
                <a:spcPts val="274"/>
              </a:spcBef>
              <a:spcAft>
                <a:spcPts val="0"/>
              </a:spcAft>
              <a:buClr>
                <a:schemeClr val="dk1"/>
              </a:buClr>
              <a:buSzPts val="1371"/>
              <a:buFont typeface="Arial"/>
              <a:buNone/>
              <a:defRPr b="1" sz="1371"/>
            </a:lvl1pPr>
            <a:lvl2pPr indent="-228600" lvl="1" marL="914400" algn="l">
              <a:spcBef>
                <a:spcPts val="229"/>
              </a:spcBef>
              <a:spcAft>
                <a:spcPts val="0"/>
              </a:spcAft>
              <a:buClr>
                <a:schemeClr val="dk1"/>
              </a:buClr>
              <a:buSzPts val="1143"/>
              <a:buFont typeface="Arial"/>
              <a:buNone/>
              <a:defRPr b="1" sz="1143"/>
            </a:lvl2pPr>
            <a:lvl3pPr indent="-228600" lvl="2" marL="1371600" algn="l">
              <a:spcBef>
                <a:spcPts val="206"/>
              </a:spcBef>
              <a:spcAft>
                <a:spcPts val="0"/>
              </a:spcAft>
              <a:buClr>
                <a:schemeClr val="dk1"/>
              </a:buClr>
              <a:buSzPts val="1029"/>
              <a:buFont typeface="Arial"/>
              <a:buNone/>
              <a:defRPr b="1" sz="1029"/>
            </a:lvl3pPr>
            <a:lvl4pPr indent="-228600" lvl="3" marL="1828800" algn="l">
              <a:spcBef>
                <a:spcPts val="183"/>
              </a:spcBef>
              <a:spcAft>
                <a:spcPts val="0"/>
              </a:spcAft>
              <a:buClr>
                <a:schemeClr val="dk1"/>
              </a:buClr>
              <a:buSzPts val="914"/>
              <a:buFont typeface="Arial"/>
              <a:buNone/>
              <a:defRPr b="1" sz="914"/>
            </a:lvl4pPr>
            <a:lvl5pPr indent="-228600" lvl="4" marL="2286000" algn="l">
              <a:spcBef>
                <a:spcPts val="183"/>
              </a:spcBef>
              <a:spcAft>
                <a:spcPts val="0"/>
              </a:spcAft>
              <a:buClr>
                <a:schemeClr val="dk1"/>
              </a:buClr>
              <a:buSzPts val="914"/>
              <a:buFont typeface="Arial"/>
              <a:buNone/>
              <a:defRPr b="1" sz="914"/>
            </a:lvl5pPr>
            <a:lvl6pPr indent="-228600" lvl="5" marL="2743200" algn="l">
              <a:spcBef>
                <a:spcPts val="183"/>
              </a:spcBef>
              <a:spcAft>
                <a:spcPts val="0"/>
              </a:spcAft>
              <a:buClr>
                <a:schemeClr val="dk1"/>
              </a:buClr>
              <a:buSzPts val="914"/>
              <a:buFont typeface="Arial"/>
              <a:buNone/>
              <a:defRPr b="1" sz="914"/>
            </a:lvl6pPr>
            <a:lvl7pPr indent="-228600" lvl="6" marL="3200400" algn="l">
              <a:spcBef>
                <a:spcPts val="183"/>
              </a:spcBef>
              <a:spcAft>
                <a:spcPts val="0"/>
              </a:spcAft>
              <a:buClr>
                <a:schemeClr val="dk1"/>
              </a:buClr>
              <a:buSzPts val="914"/>
              <a:buFont typeface="Arial"/>
              <a:buNone/>
              <a:defRPr b="1" sz="914"/>
            </a:lvl7pPr>
            <a:lvl8pPr indent="-228600" lvl="7" marL="3657600" algn="l">
              <a:spcBef>
                <a:spcPts val="183"/>
              </a:spcBef>
              <a:spcAft>
                <a:spcPts val="0"/>
              </a:spcAft>
              <a:buClr>
                <a:schemeClr val="dk1"/>
              </a:buClr>
              <a:buSzPts val="914"/>
              <a:buFont typeface="Arial"/>
              <a:buNone/>
              <a:defRPr b="1" sz="914"/>
            </a:lvl8pPr>
            <a:lvl9pPr indent="-228600" lvl="8" marL="4114800" algn="l">
              <a:spcBef>
                <a:spcPts val="183"/>
              </a:spcBef>
              <a:spcAft>
                <a:spcPts val="0"/>
              </a:spcAft>
              <a:buClr>
                <a:schemeClr val="dk1"/>
              </a:buClr>
              <a:buSzPts val="914"/>
              <a:buFont typeface="Arial"/>
              <a:buNone/>
              <a:defRPr b="1" sz="914"/>
            </a:lvl9pPr>
          </a:lstStyle>
          <a:p/>
        </p:txBody>
      </p:sp>
      <p:sp>
        <p:nvSpPr>
          <p:cNvPr id="47" name="Google Shape;47;p6"/>
          <p:cNvSpPr txBox="1"/>
          <p:nvPr>
            <p:ph idx="2" type="body"/>
          </p:nvPr>
        </p:nvSpPr>
        <p:spPr>
          <a:xfrm>
            <a:off x="1646464" y="6959600"/>
            <a:ext cx="14544677" cy="12643757"/>
          </a:xfrm>
          <a:prstGeom prst="rect">
            <a:avLst/>
          </a:prstGeom>
          <a:noFill/>
          <a:ln>
            <a:noFill/>
          </a:ln>
        </p:spPr>
        <p:txBody>
          <a:bodyPr anchorCtr="0" anchor="t" bIns="235125" lIns="470250" spcFirstLastPara="1" rIns="470250" wrap="square" tIns="235125">
            <a:noAutofit/>
          </a:bodyPr>
          <a:lstStyle>
            <a:lvl1pPr indent="-315658" lvl="0" marL="457200" algn="l">
              <a:spcBef>
                <a:spcPts val="274"/>
              </a:spcBef>
              <a:spcAft>
                <a:spcPts val="0"/>
              </a:spcAft>
              <a:buClr>
                <a:schemeClr val="dk1"/>
              </a:buClr>
              <a:buSzPts val="1371"/>
              <a:buFont typeface="Arial"/>
              <a:buChar char="•"/>
              <a:defRPr sz="1371"/>
            </a:lvl1pPr>
            <a:lvl2pPr indent="-301180" lvl="1" marL="914400" algn="l">
              <a:spcBef>
                <a:spcPts val="229"/>
              </a:spcBef>
              <a:spcAft>
                <a:spcPts val="0"/>
              </a:spcAft>
              <a:buClr>
                <a:schemeClr val="dk1"/>
              </a:buClr>
              <a:buSzPts val="1143"/>
              <a:buFont typeface="Arial"/>
              <a:buChar char="–"/>
              <a:defRPr sz="1143"/>
            </a:lvl2pPr>
            <a:lvl3pPr indent="-293941" lvl="2" marL="1371600" algn="l">
              <a:spcBef>
                <a:spcPts val="206"/>
              </a:spcBef>
              <a:spcAft>
                <a:spcPts val="0"/>
              </a:spcAft>
              <a:buClr>
                <a:schemeClr val="dk1"/>
              </a:buClr>
              <a:buSzPts val="1029"/>
              <a:buFont typeface="Arial"/>
              <a:buChar char="•"/>
              <a:defRPr sz="1029"/>
            </a:lvl3pPr>
            <a:lvl4pPr indent="-286639" lvl="3" marL="1828800" algn="l">
              <a:spcBef>
                <a:spcPts val="183"/>
              </a:spcBef>
              <a:spcAft>
                <a:spcPts val="0"/>
              </a:spcAft>
              <a:buClr>
                <a:schemeClr val="dk1"/>
              </a:buClr>
              <a:buSzPts val="914"/>
              <a:buFont typeface="Arial"/>
              <a:buChar char="–"/>
              <a:defRPr sz="914"/>
            </a:lvl4pPr>
            <a:lvl5pPr indent="-286639" lvl="4" marL="2286000" algn="l">
              <a:spcBef>
                <a:spcPts val="183"/>
              </a:spcBef>
              <a:spcAft>
                <a:spcPts val="0"/>
              </a:spcAft>
              <a:buClr>
                <a:schemeClr val="dk1"/>
              </a:buClr>
              <a:buSzPts val="914"/>
              <a:buFont typeface="Arial"/>
              <a:buChar char="»"/>
              <a:defRPr sz="914"/>
            </a:lvl5pPr>
            <a:lvl6pPr indent="-286639" lvl="5" marL="2743200" algn="l">
              <a:spcBef>
                <a:spcPts val="183"/>
              </a:spcBef>
              <a:spcAft>
                <a:spcPts val="0"/>
              </a:spcAft>
              <a:buClr>
                <a:schemeClr val="dk1"/>
              </a:buClr>
              <a:buSzPts val="914"/>
              <a:buFont typeface="Arial"/>
              <a:buChar char="»"/>
              <a:defRPr sz="914"/>
            </a:lvl6pPr>
            <a:lvl7pPr indent="-286639" lvl="6" marL="3200400" algn="l">
              <a:spcBef>
                <a:spcPts val="183"/>
              </a:spcBef>
              <a:spcAft>
                <a:spcPts val="0"/>
              </a:spcAft>
              <a:buClr>
                <a:schemeClr val="dk1"/>
              </a:buClr>
              <a:buSzPts val="914"/>
              <a:buFont typeface="Arial"/>
              <a:buChar char="»"/>
              <a:defRPr sz="914"/>
            </a:lvl7pPr>
            <a:lvl8pPr indent="-286639" lvl="7" marL="3657600" algn="l">
              <a:spcBef>
                <a:spcPts val="183"/>
              </a:spcBef>
              <a:spcAft>
                <a:spcPts val="0"/>
              </a:spcAft>
              <a:buClr>
                <a:schemeClr val="dk1"/>
              </a:buClr>
              <a:buSzPts val="914"/>
              <a:buFont typeface="Arial"/>
              <a:buChar char="»"/>
              <a:defRPr sz="914"/>
            </a:lvl8pPr>
            <a:lvl9pPr indent="-286639" lvl="8" marL="4114800" algn="l">
              <a:spcBef>
                <a:spcPts val="183"/>
              </a:spcBef>
              <a:spcAft>
                <a:spcPts val="0"/>
              </a:spcAft>
              <a:buClr>
                <a:schemeClr val="dk1"/>
              </a:buClr>
              <a:buSzPts val="914"/>
              <a:buFont typeface="Arial"/>
              <a:buChar char="»"/>
              <a:defRPr sz="914"/>
            </a:lvl9pPr>
          </a:lstStyle>
          <a:p/>
        </p:txBody>
      </p:sp>
      <p:sp>
        <p:nvSpPr>
          <p:cNvPr id="48" name="Google Shape;48;p6"/>
          <p:cNvSpPr txBox="1"/>
          <p:nvPr>
            <p:ph idx="3" type="body"/>
          </p:nvPr>
        </p:nvSpPr>
        <p:spPr>
          <a:xfrm>
            <a:off x="16721818" y="4912180"/>
            <a:ext cx="14550120" cy="2047421"/>
          </a:xfrm>
          <a:prstGeom prst="rect">
            <a:avLst/>
          </a:prstGeom>
          <a:noFill/>
          <a:ln>
            <a:noFill/>
          </a:ln>
        </p:spPr>
        <p:txBody>
          <a:bodyPr anchorCtr="0" anchor="b" bIns="235125" lIns="470250" spcFirstLastPara="1" rIns="470250" wrap="square" tIns="235125">
            <a:noAutofit/>
          </a:bodyPr>
          <a:lstStyle>
            <a:lvl1pPr indent="-228600" lvl="0" marL="457200" algn="l">
              <a:spcBef>
                <a:spcPts val="274"/>
              </a:spcBef>
              <a:spcAft>
                <a:spcPts val="0"/>
              </a:spcAft>
              <a:buClr>
                <a:schemeClr val="dk1"/>
              </a:buClr>
              <a:buSzPts val="1371"/>
              <a:buFont typeface="Arial"/>
              <a:buNone/>
              <a:defRPr b="1" sz="1371"/>
            </a:lvl1pPr>
            <a:lvl2pPr indent="-228600" lvl="1" marL="914400" algn="l">
              <a:spcBef>
                <a:spcPts val="229"/>
              </a:spcBef>
              <a:spcAft>
                <a:spcPts val="0"/>
              </a:spcAft>
              <a:buClr>
                <a:schemeClr val="dk1"/>
              </a:buClr>
              <a:buSzPts val="1143"/>
              <a:buFont typeface="Arial"/>
              <a:buNone/>
              <a:defRPr b="1" sz="1143"/>
            </a:lvl2pPr>
            <a:lvl3pPr indent="-228600" lvl="2" marL="1371600" algn="l">
              <a:spcBef>
                <a:spcPts val="206"/>
              </a:spcBef>
              <a:spcAft>
                <a:spcPts val="0"/>
              </a:spcAft>
              <a:buClr>
                <a:schemeClr val="dk1"/>
              </a:buClr>
              <a:buSzPts val="1029"/>
              <a:buFont typeface="Arial"/>
              <a:buNone/>
              <a:defRPr b="1" sz="1029"/>
            </a:lvl3pPr>
            <a:lvl4pPr indent="-228600" lvl="3" marL="1828800" algn="l">
              <a:spcBef>
                <a:spcPts val="183"/>
              </a:spcBef>
              <a:spcAft>
                <a:spcPts val="0"/>
              </a:spcAft>
              <a:buClr>
                <a:schemeClr val="dk1"/>
              </a:buClr>
              <a:buSzPts val="914"/>
              <a:buFont typeface="Arial"/>
              <a:buNone/>
              <a:defRPr b="1" sz="914"/>
            </a:lvl4pPr>
            <a:lvl5pPr indent="-228600" lvl="4" marL="2286000" algn="l">
              <a:spcBef>
                <a:spcPts val="183"/>
              </a:spcBef>
              <a:spcAft>
                <a:spcPts val="0"/>
              </a:spcAft>
              <a:buClr>
                <a:schemeClr val="dk1"/>
              </a:buClr>
              <a:buSzPts val="914"/>
              <a:buFont typeface="Arial"/>
              <a:buNone/>
              <a:defRPr b="1" sz="914"/>
            </a:lvl5pPr>
            <a:lvl6pPr indent="-228600" lvl="5" marL="2743200" algn="l">
              <a:spcBef>
                <a:spcPts val="183"/>
              </a:spcBef>
              <a:spcAft>
                <a:spcPts val="0"/>
              </a:spcAft>
              <a:buClr>
                <a:schemeClr val="dk1"/>
              </a:buClr>
              <a:buSzPts val="914"/>
              <a:buFont typeface="Arial"/>
              <a:buNone/>
              <a:defRPr b="1" sz="914"/>
            </a:lvl6pPr>
            <a:lvl7pPr indent="-228600" lvl="6" marL="3200400" algn="l">
              <a:spcBef>
                <a:spcPts val="183"/>
              </a:spcBef>
              <a:spcAft>
                <a:spcPts val="0"/>
              </a:spcAft>
              <a:buClr>
                <a:schemeClr val="dk1"/>
              </a:buClr>
              <a:buSzPts val="914"/>
              <a:buFont typeface="Arial"/>
              <a:buNone/>
              <a:defRPr b="1" sz="914"/>
            </a:lvl7pPr>
            <a:lvl8pPr indent="-228600" lvl="7" marL="3657600" algn="l">
              <a:spcBef>
                <a:spcPts val="183"/>
              </a:spcBef>
              <a:spcAft>
                <a:spcPts val="0"/>
              </a:spcAft>
              <a:buClr>
                <a:schemeClr val="dk1"/>
              </a:buClr>
              <a:buSzPts val="914"/>
              <a:buFont typeface="Arial"/>
              <a:buNone/>
              <a:defRPr b="1" sz="914"/>
            </a:lvl8pPr>
            <a:lvl9pPr indent="-228600" lvl="8" marL="4114800" algn="l">
              <a:spcBef>
                <a:spcPts val="183"/>
              </a:spcBef>
              <a:spcAft>
                <a:spcPts val="0"/>
              </a:spcAft>
              <a:buClr>
                <a:schemeClr val="dk1"/>
              </a:buClr>
              <a:buSzPts val="914"/>
              <a:buFont typeface="Arial"/>
              <a:buNone/>
              <a:defRPr b="1" sz="914"/>
            </a:lvl9pPr>
          </a:lstStyle>
          <a:p/>
        </p:txBody>
      </p:sp>
      <p:sp>
        <p:nvSpPr>
          <p:cNvPr id="49" name="Google Shape;49;p6"/>
          <p:cNvSpPr txBox="1"/>
          <p:nvPr>
            <p:ph idx="4" type="body"/>
          </p:nvPr>
        </p:nvSpPr>
        <p:spPr>
          <a:xfrm>
            <a:off x="16721818" y="6959600"/>
            <a:ext cx="14550120" cy="12643757"/>
          </a:xfrm>
          <a:prstGeom prst="rect">
            <a:avLst/>
          </a:prstGeom>
          <a:noFill/>
          <a:ln>
            <a:noFill/>
          </a:ln>
        </p:spPr>
        <p:txBody>
          <a:bodyPr anchorCtr="0" anchor="t" bIns="235125" lIns="470250" spcFirstLastPara="1" rIns="470250" wrap="square" tIns="235125">
            <a:noAutofit/>
          </a:bodyPr>
          <a:lstStyle>
            <a:lvl1pPr indent="-315658" lvl="0" marL="457200" algn="l">
              <a:spcBef>
                <a:spcPts val="274"/>
              </a:spcBef>
              <a:spcAft>
                <a:spcPts val="0"/>
              </a:spcAft>
              <a:buClr>
                <a:schemeClr val="dk1"/>
              </a:buClr>
              <a:buSzPts val="1371"/>
              <a:buFont typeface="Arial"/>
              <a:buChar char="•"/>
              <a:defRPr sz="1371"/>
            </a:lvl1pPr>
            <a:lvl2pPr indent="-301180" lvl="1" marL="914400" algn="l">
              <a:spcBef>
                <a:spcPts val="229"/>
              </a:spcBef>
              <a:spcAft>
                <a:spcPts val="0"/>
              </a:spcAft>
              <a:buClr>
                <a:schemeClr val="dk1"/>
              </a:buClr>
              <a:buSzPts val="1143"/>
              <a:buFont typeface="Arial"/>
              <a:buChar char="–"/>
              <a:defRPr sz="1143"/>
            </a:lvl2pPr>
            <a:lvl3pPr indent="-293941" lvl="2" marL="1371600" algn="l">
              <a:spcBef>
                <a:spcPts val="206"/>
              </a:spcBef>
              <a:spcAft>
                <a:spcPts val="0"/>
              </a:spcAft>
              <a:buClr>
                <a:schemeClr val="dk1"/>
              </a:buClr>
              <a:buSzPts val="1029"/>
              <a:buFont typeface="Arial"/>
              <a:buChar char="•"/>
              <a:defRPr sz="1029"/>
            </a:lvl3pPr>
            <a:lvl4pPr indent="-286639" lvl="3" marL="1828800" algn="l">
              <a:spcBef>
                <a:spcPts val="183"/>
              </a:spcBef>
              <a:spcAft>
                <a:spcPts val="0"/>
              </a:spcAft>
              <a:buClr>
                <a:schemeClr val="dk1"/>
              </a:buClr>
              <a:buSzPts val="914"/>
              <a:buFont typeface="Arial"/>
              <a:buChar char="–"/>
              <a:defRPr sz="914"/>
            </a:lvl4pPr>
            <a:lvl5pPr indent="-286639" lvl="4" marL="2286000" algn="l">
              <a:spcBef>
                <a:spcPts val="183"/>
              </a:spcBef>
              <a:spcAft>
                <a:spcPts val="0"/>
              </a:spcAft>
              <a:buClr>
                <a:schemeClr val="dk1"/>
              </a:buClr>
              <a:buSzPts val="914"/>
              <a:buFont typeface="Arial"/>
              <a:buChar char="»"/>
              <a:defRPr sz="914"/>
            </a:lvl5pPr>
            <a:lvl6pPr indent="-286639" lvl="5" marL="2743200" algn="l">
              <a:spcBef>
                <a:spcPts val="183"/>
              </a:spcBef>
              <a:spcAft>
                <a:spcPts val="0"/>
              </a:spcAft>
              <a:buClr>
                <a:schemeClr val="dk1"/>
              </a:buClr>
              <a:buSzPts val="914"/>
              <a:buFont typeface="Arial"/>
              <a:buChar char="»"/>
              <a:defRPr sz="914"/>
            </a:lvl6pPr>
            <a:lvl7pPr indent="-286639" lvl="6" marL="3200400" algn="l">
              <a:spcBef>
                <a:spcPts val="183"/>
              </a:spcBef>
              <a:spcAft>
                <a:spcPts val="0"/>
              </a:spcAft>
              <a:buClr>
                <a:schemeClr val="dk1"/>
              </a:buClr>
              <a:buSzPts val="914"/>
              <a:buFont typeface="Arial"/>
              <a:buChar char="»"/>
              <a:defRPr sz="914"/>
            </a:lvl7pPr>
            <a:lvl8pPr indent="-286639" lvl="7" marL="3657600" algn="l">
              <a:spcBef>
                <a:spcPts val="183"/>
              </a:spcBef>
              <a:spcAft>
                <a:spcPts val="0"/>
              </a:spcAft>
              <a:buClr>
                <a:schemeClr val="dk1"/>
              </a:buClr>
              <a:buSzPts val="914"/>
              <a:buFont typeface="Arial"/>
              <a:buChar char="»"/>
              <a:defRPr sz="914"/>
            </a:lvl8pPr>
            <a:lvl9pPr indent="-286639" lvl="8" marL="4114800" algn="l">
              <a:spcBef>
                <a:spcPts val="183"/>
              </a:spcBef>
              <a:spcAft>
                <a:spcPts val="0"/>
              </a:spcAft>
              <a:buClr>
                <a:schemeClr val="dk1"/>
              </a:buClr>
              <a:buSzPts val="914"/>
              <a:buFont typeface="Arial"/>
              <a:buChar char="»"/>
              <a:defRPr sz="914"/>
            </a:lvl9pPr>
          </a:lstStyle>
          <a:p/>
        </p:txBody>
      </p:sp>
      <p:sp>
        <p:nvSpPr>
          <p:cNvPr id="50" name="Google Shape;50;p6"/>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6"/>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3" name="Shape 53"/>
        <p:cNvGrpSpPr/>
        <p:nvPr/>
      </p:nvGrpSpPr>
      <p:grpSpPr>
        <a:xfrm>
          <a:off x="0" y="0"/>
          <a:ext cx="0" cy="0"/>
          <a:chOff x="0" y="0"/>
          <a:chExt cx="0" cy="0"/>
        </a:xfrm>
      </p:grpSpPr>
      <p:sp>
        <p:nvSpPr>
          <p:cNvPr id="54" name="Google Shape;54;p7"/>
          <p:cNvSpPr txBox="1"/>
          <p:nvPr>
            <p:ph type="title"/>
          </p:nvPr>
        </p:nvSpPr>
        <p:spPr>
          <a:xfrm>
            <a:off x="1646465" y="879929"/>
            <a:ext cx="29626833" cy="3657600"/>
          </a:xfrm>
          <a:prstGeom prst="rect">
            <a:avLst/>
          </a:prstGeom>
          <a:noFill/>
          <a:ln>
            <a:noFill/>
          </a:ln>
        </p:spPr>
        <p:txBody>
          <a:bodyPr anchorCtr="0" anchor="ctr" bIns="235125" lIns="470250" spcFirstLastPara="1" rIns="470250" wrap="square" tIns="2351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5" name="Google Shape;55;p7"/>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7"/>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8" name="Shape 58"/>
        <p:cNvGrpSpPr/>
        <p:nvPr/>
      </p:nvGrpSpPr>
      <p:grpSpPr>
        <a:xfrm>
          <a:off x="0" y="0"/>
          <a:ext cx="0" cy="0"/>
          <a:chOff x="0" y="0"/>
          <a:chExt cx="0" cy="0"/>
        </a:xfrm>
      </p:grpSpPr>
      <p:sp>
        <p:nvSpPr>
          <p:cNvPr id="59" name="Google Shape;59;p8"/>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8"/>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2" name="Shape 62"/>
        <p:cNvGrpSpPr/>
        <p:nvPr/>
      </p:nvGrpSpPr>
      <p:grpSpPr>
        <a:xfrm>
          <a:off x="0" y="0"/>
          <a:ext cx="0" cy="0"/>
          <a:chOff x="0" y="0"/>
          <a:chExt cx="0" cy="0"/>
        </a:xfrm>
      </p:grpSpPr>
      <p:sp>
        <p:nvSpPr>
          <p:cNvPr id="63" name="Google Shape;63;p9"/>
          <p:cNvSpPr txBox="1"/>
          <p:nvPr>
            <p:ph type="title"/>
          </p:nvPr>
        </p:nvSpPr>
        <p:spPr>
          <a:xfrm>
            <a:off x="1646465" y="873580"/>
            <a:ext cx="10829926" cy="3718378"/>
          </a:xfrm>
          <a:prstGeom prst="rect">
            <a:avLst/>
          </a:prstGeom>
          <a:noFill/>
          <a:ln>
            <a:noFill/>
          </a:ln>
        </p:spPr>
        <p:txBody>
          <a:bodyPr anchorCtr="0" anchor="b" bIns="235125" lIns="470250" spcFirstLastPara="1" rIns="470250" wrap="square" tIns="235125">
            <a:noAutofit/>
          </a:bodyPr>
          <a:lstStyle>
            <a:lvl1pPr lvl="0" algn="l">
              <a:spcBef>
                <a:spcPts val="0"/>
              </a:spcBef>
              <a:spcAft>
                <a:spcPts val="0"/>
              </a:spcAft>
              <a:buSzPts val="1400"/>
              <a:buNone/>
              <a:defRPr b="1" sz="1143"/>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4" name="Google Shape;64;p9"/>
          <p:cNvSpPr txBox="1"/>
          <p:nvPr>
            <p:ph idx="1" type="body"/>
          </p:nvPr>
        </p:nvSpPr>
        <p:spPr>
          <a:xfrm>
            <a:off x="12869636" y="873580"/>
            <a:ext cx="18402300" cy="18729778"/>
          </a:xfrm>
          <a:prstGeom prst="rect">
            <a:avLst/>
          </a:prstGeom>
          <a:noFill/>
          <a:ln>
            <a:noFill/>
          </a:ln>
        </p:spPr>
        <p:txBody>
          <a:bodyPr anchorCtr="0" anchor="t" bIns="235125" lIns="470250" spcFirstLastPara="1" rIns="470250" wrap="square" tIns="235125">
            <a:noAutofit/>
          </a:bodyPr>
          <a:lstStyle>
            <a:lvl1pPr indent="-344741" lvl="0" marL="457200" algn="l">
              <a:spcBef>
                <a:spcPts val="366"/>
              </a:spcBef>
              <a:spcAft>
                <a:spcPts val="0"/>
              </a:spcAft>
              <a:buClr>
                <a:schemeClr val="dk1"/>
              </a:buClr>
              <a:buSzPts val="1829"/>
              <a:buFont typeface="Arial"/>
              <a:buChar char="•"/>
              <a:defRPr sz="1829"/>
            </a:lvl1pPr>
            <a:lvl2pPr indent="-330200" lvl="1" marL="914400" algn="l">
              <a:spcBef>
                <a:spcPts val="320"/>
              </a:spcBef>
              <a:spcAft>
                <a:spcPts val="0"/>
              </a:spcAft>
              <a:buClr>
                <a:schemeClr val="dk1"/>
              </a:buClr>
              <a:buSzPts val="1600"/>
              <a:buFont typeface="Arial"/>
              <a:buChar char="–"/>
              <a:defRPr sz="1600"/>
            </a:lvl2pPr>
            <a:lvl3pPr indent="-315658" lvl="2" marL="1371600" algn="l">
              <a:spcBef>
                <a:spcPts val="274"/>
              </a:spcBef>
              <a:spcAft>
                <a:spcPts val="0"/>
              </a:spcAft>
              <a:buClr>
                <a:schemeClr val="dk1"/>
              </a:buClr>
              <a:buSzPts val="1371"/>
              <a:buFont typeface="Arial"/>
              <a:buChar char="•"/>
              <a:defRPr sz="1371"/>
            </a:lvl3pPr>
            <a:lvl4pPr indent="-301180" lvl="3" marL="1828800" algn="l">
              <a:spcBef>
                <a:spcPts val="229"/>
              </a:spcBef>
              <a:spcAft>
                <a:spcPts val="0"/>
              </a:spcAft>
              <a:buClr>
                <a:schemeClr val="dk1"/>
              </a:buClr>
              <a:buSzPts val="1143"/>
              <a:buFont typeface="Arial"/>
              <a:buChar char="–"/>
              <a:defRPr sz="1143"/>
            </a:lvl4pPr>
            <a:lvl5pPr indent="-301180" lvl="4" marL="2286000" algn="l">
              <a:spcBef>
                <a:spcPts val="229"/>
              </a:spcBef>
              <a:spcAft>
                <a:spcPts val="0"/>
              </a:spcAft>
              <a:buClr>
                <a:schemeClr val="dk1"/>
              </a:buClr>
              <a:buSzPts val="1143"/>
              <a:buFont typeface="Arial"/>
              <a:buChar char="»"/>
              <a:defRPr sz="1143"/>
            </a:lvl5pPr>
            <a:lvl6pPr indent="-301180" lvl="5" marL="2743200" algn="l">
              <a:spcBef>
                <a:spcPts val="229"/>
              </a:spcBef>
              <a:spcAft>
                <a:spcPts val="0"/>
              </a:spcAft>
              <a:buClr>
                <a:schemeClr val="dk1"/>
              </a:buClr>
              <a:buSzPts val="1143"/>
              <a:buFont typeface="Arial"/>
              <a:buChar char="»"/>
              <a:defRPr sz="1143"/>
            </a:lvl6pPr>
            <a:lvl7pPr indent="-301180" lvl="6" marL="3200400" algn="l">
              <a:spcBef>
                <a:spcPts val="229"/>
              </a:spcBef>
              <a:spcAft>
                <a:spcPts val="0"/>
              </a:spcAft>
              <a:buClr>
                <a:schemeClr val="dk1"/>
              </a:buClr>
              <a:buSzPts val="1143"/>
              <a:buFont typeface="Arial"/>
              <a:buChar char="»"/>
              <a:defRPr sz="1143"/>
            </a:lvl7pPr>
            <a:lvl8pPr indent="-301180" lvl="7" marL="3657600" algn="l">
              <a:spcBef>
                <a:spcPts val="229"/>
              </a:spcBef>
              <a:spcAft>
                <a:spcPts val="0"/>
              </a:spcAft>
              <a:buClr>
                <a:schemeClr val="dk1"/>
              </a:buClr>
              <a:buSzPts val="1143"/>
              <a:buFont typeface="Arial"/>
              <a:buChar char="»"/>
              <a:defRPr sz="1143"/>
            </a:lvl8pPr>
            <a:lvl9pPr indent="-301180" lvl="8" marL="4114800" algn="l">
              <a:spcBef>
                <a:spcPts val="229"/>
              </a:spcBef>
              <a:spcAft>
                <a:spcPts val="0"/>
              </a:spcAft>
              <a:buClr>
                <a:schemeClr val="dk1"/>
              </a:buClr>
              <a:buSzPts val="1143"/>
              <a:buFont typeface="Arial"/>
              <a:buChar char="»"/>
              <a:defRPr sz="1143"/>
            </a:lvl9pPr>
          </a:lstStyle>
          <a:p/>
        </p:txBody>
      </p:sp>
      <p:sp>
        <p:nvSpPr>
          <p:cNvPr id="65" name="Google Shape;65;p9"/>
          <p:cNvSpPr txBox="1"/>
          <p:nvPr>
            <p:ph idx="2" type="body"/>
          </p:nvPr>
        </p:nvSpPr>
        <p:spPr>
          <a:xfrm>
            <a:off x="1646465" y="4591957"/>
            <a:ext cx="10829926" cy="15011400"/>
          </a:xfrm>
          <a:prstGeom prst="rect">
            <a:avLst/>
          </a:prstGeom>
          <a:noFill/>
          <a:ln>
            <a:noFill/>
          </a:ln>
        </p:spPr>
        <p:txBody>
          <a:bodyPr anchorCtr="0" anchor="t" bIns="235125" lIns="470250" spcFirstLastPara="1" rIns="470250" wrap="square" tIns="235125">
            <a:noAutofit/>
          </a:bodyPr>
          <a:lstStyle>
            <a:lvl1pPr indent="-228600" lvl="0" marL="457200" algn="l">
              <a:spcBef>
                <a:spcPts val="160"/>
              </a:spcBef>
              <a:spcAft>
                <a:spcPts val="0"/>
              </a:spcAft>
              <a:buClr>
                <a:schemeClr val="dk1"/>
              </a:buClr>
              <a:buSzPts val="800"/>
              <a:buFont typeface="Arial"/>
              <a:buNone/>
              <a:defRPr sz="800"/>
            </a:lvl1pPr>
            <a:lvl2pPr indent="-228600" lvl="1" marL="914400" algn="l">
              <a:spcBef>
                <a:spcPts val="137"/>
              </a:spcBef>
              <a:spcAft>
                <a:spcPts val="0"/>
              </a:spcAft>
              <a:buClr>
                <a:schemeClr val="dk1"/>
              </a:buClr>
              <a:buSzPts val="686"/>
              <a:buFont typeface="Arial"/>
              <a:buNone/>
              <a:defRPr sz="686"/>
            </a:lvl2pPr>
            <a:lvl3pPr indent="-228600" lvl="2" marL="1371600" algn="l">
              <a:spcBef>
                <a:spcPts val="114"/>
              </a:spcBef>
              <a:spcAft>
                <a:spcPts val="0"/>
              </a:spcAft>
              <a:buClr>
                <a:schemeClr val="dk1"/>
              </a:buClr>
              <a:buSzPts val="571"/>
              <a:buFont typeface="Arial"/>
              <a:buNone/>
              <a:defRPr sz="571"/>
            </a:lvl3pPr>
            <a:lvl4pPr indent="-228600" lvl="3" marL="1828800" algn="l">
              <a:spcBef>
                <a:spcPts val="103"/>
              </a:spcBef>
              <a:spcAft>
                <a:spcPts val="0"/>
              </a:spcAft>
              <a:buClr>
                <a:schemeClr val="dk1"/>
              </a:buClr>
              <a:buSzPts val="514"/>
              <a:buFont typeface="Arial"/>
              <a:buNone/>
              <a:defRPr sz="514"/>
            </a:lvl4pPr>
            <a:lvl5pPr indent="-228600" lvl="4" marL="2286000" algn="l">
              <a:spcBef>
                <a:spcPts val="103"/>
              </a:spcBef>
              <a:spcAft>
                <a:spcPts val="0"/>
              </a:spcAft>
              <a:buClr>
                <a:schemeClr val="dk1"/>
              </a:buClr>
              <a:buSzPts val="514"/>
              <a:buFont typeface="Arial"/>
              <a:buNone/>
              <a:defRPr sz="514"/>
            </a:lvl5pPr>
            <a:lvl6pPr indent="-228600" lvl="5" marL="2743200" algn="l">
              <a:spcBef>
                <a:spcPts val="103"/>
              </a:spcBef>
              <a:spcAft>
                <a:spcPts val="0"/>
              </a:spcAft>
              <a:buClr>
                <a:schemeClr val="dk1"/>
              </a:buClr>
              <a:buSzPts val="514"/>
              <a:buFont typeface="Arial"/>
              <a:buNone/>
              <a:defRPr sz="514"/>
            </a:lvl6pPr>
            <a:lvl7pPr indent="-228600" lvl="6" marL="3200400" algn="l">
              <a:spcBef>
                <a:spcPts val="103"/>
              </a:spcBef>
              <a:spcAft>
                <a:spcPts val="0"/>
              </a:spcAft>
              <a:buClr>
                <a:schemeClr val="dk1"/>
              </a:buClr>
              <a:buSzPts val="514"/>
              <a:buFont typeface="Arial"/>
              <a:buNone/>
              <a:defRPr sz="514"/>
            </a:lvl7pPr>
            <a:lvl8pPr indent="-228600" lvl="7" marL="3657600" algn="l">
              <a:spcBef>
                <a:spcPts val="103"/>
              </a:spcBef>
              <a:spcAft>
                <a:spcPts val="0"/>
              </a:spcAft>
              <a:buClr>
                <a:schemeClr val="dk1"/>
              </a:buClr>
              <a:buSzPts val="514"/>
              <a:buFont typeface="Arial"/>
              <a:buNone/>
              <a:defRPr sz="514"/>
            </a:lvl8pPr>
            <a:lvl9pPr indent="-228600" lvl="8" marL="4114800" algn="l">
              <a:spcBef>
                <a:spcPts val="103"/>
              </a:spcBef>
              <a:spcAft>
                <a:spcPts val="0"/>
              </a:spcAft>
              <a:buClr>
                <a:schemeClr val="dk1"/>
              </a:buClr>
              <a:buSzPts val="514"/>
              <a:buFont typeface="Arial"/>
              <a:buNone/>
              <a:defRPr sz="514"/>
            </a:lvl9pPr>
          </a:lstStyle>
          <a:p/>
        </p:txBody>
      </p:sp>
      <p:sp>
        <p:nvSpPr>
          <p:cNvPr id="66" name="Google Shape;66;p9"/>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9"/>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9" name="Shape 69"/>
        <p:cNvGrpSpPr/>
        <p:nvPr/>
      </p:nvGrpSpPr>
      <p:grpSpPr>
        <a:xfrm>
          <a:off x="0" y="0"/>
          <a:ext cx="0" cy="0"/>
          <a:chOff x="0" y="0"/>
          <a:chExt cx="0" cy="0"/>
        </a:xfrm>
      </p:grpSpPr>
      <p:sp>
        <p:nvSpPr>
          <p:cNvPr id="70" name="Google Shape;70;p10"/>
          <p:cNvSpPr txBox="1"/>
          <p:nvPr>
            <p:ph type="title"/>
          </p:nvPr>
        </p:nvSpPr>
        <p:spPr>
          <a:xfrm>
            <a:off x="6452508" y="15361558"/>
            <a:ext cx="19750768" cy="1814286"/>
          </a:xfrm>
          <a:prstGeom prst="rect">
            <a:avLst/>
          </a:prstGeom>
          <a:noFill/>
          <a:ln>
            <a:noFill/>
          </a:ln>
        </p:spPr>
        <p:txBody>
          <a:bodyPr anchorCtr="0" anchor="b" bIns="235125" lIns="470250" spcFirstLastPara="1" rIns="470250" wrap="square" tIns="235125">
            <a:noAutofit/>
          </a:bodyPr>
          <a:lstStyle>
            <a:lvl1pPr lvl="0" algn="l">
              <a:spcBef>
                <a:spcPts val="0"/>
              </a:spcBef>
              <a:spcAft>
                <a:spcPts val="0"/>
              </a:spcAft>
              <a:buSzPts val="1400"/>
              <a:buNone/>
              <a:defRPr b="1" sz="1143"/>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1" name="Google Shape;71;p10"/>
          <p:cNvSpPr/>
          <p:nvPr>
            <p:ph idx="2" type="pic"/>
          </p:nvPr>
        </p:nvSpPr>
        <p:spPr>
          <a:xfrm>
            <a:off x="6452508" y="1961244"/>
            <a:ext cx="19750768" cy="13167178"/>
          </a:xfrm>
          <a:prstGeom prst="rect">
            <a:avLst/>
          </a:prstGeom>
          <a:noFill/>
          <a:ln>
            <a:noFill/>
          </a:ln>
        </p:spPr>
      </p:sp>
      <p:sp>
        <p:nvSpPr>
          <p:cNvPr id="72" name="Google Shape;72;p10"/>
          <p:cNvSpPr txBox="1"/>
          <p:nvPr>
            <p:ph idx="1" type="body"/>
          </p:nvPr>
        </p:nvSpPr>
        <p:spPr>
          <a:xfrm>
            <a:off x="6452508" y="17175843"/>
            <a:ext cx="19750768" cy="2575379"/>
          </a:xfrm>
          <a:prstGeom prst="rect">
            <a:avLst/>
          </a:prstGeom>
          <a:noFill/>
          <a:ln>
            <a:noFill/>
          </a:ln>
        </p:spPr>
        <p:txBody>
          <a:bodyPr anchorCtr="0" anchor="t" bIns="235125" lIns="470250" spcFirstLastPara="1" rIns="470250" wrap="square" tIns="235125">
            <a:noAutofit/>
          </a:bodyPr>
          <a:lstStyle>
            <a:lvl1pPr indent="-228600" lvl="0" marL="457200" algn="l">
              <a:spcBef>
                <a:spcPts val="160"/>
              </a:spcBef>
              <a:spcAft>
                <a:spcPts val="0"/>
              </a:spcAft>
              <a:buClr>
                <a:schemeClr val="dk1"/>
              </a:buClr>
              <a:buSzPts val="800"/>
              <a:buFont typeface="Arial"/>
              <a:buNone/>
              <a:defRPr sz="800"/>
            </a:lvl1pPr>
            <a:lvl2pPr indent="-228600" lvl="1" marL="914400" algn="l">
              <a:spcBef>
                <a:spcPts val="137"/>
              </a:spcBef>
              <a:spcAft>
                <a:spcPts val="0"/>
              </a:spcAft>
              <a:buClr>
                <a:schemeClr val="dk1"/>
              </a:buClr>
              <a:buSzPts val="686"/>
              <a:buFont typeface="Arial"/>
              <a:buNone/>
              <a:defRPr sz="686"/>
            </a:lvl2pPr>
            <a:lvl3pPr indent="-228600" lvl="2" marL="1371600" algn="l">
              <a:spcBef>
                <a:spcPts val="114"/>
              </a:spcBef>
              <a:spcAft>
                <a:spcPts val="0"/>
              </a:spcAft>
              <a:buClr>
                <a:schemeClr val="dk1"/>
              </a:buClr>
              <a:buSzPts val="571"/>
              <a:buFont typeface="Arial"/>
              <a:buNone/>
              <a:defRPr sz="571"/>
            </a:lvl3pPr>
            <a:lvl4pPr indent="-228600" lvl="3" marL="1828800" algn="l">
              <a:spcBef>
                <a:spcPts val="103"/>
              </a:spcBef>
              <a:spcAft>
                <a:spcPts val="0"/>
              </a:spcAft>
              <a:buClr>
                <a:schemeClr val="dk1"/>
              </a:buClr>
              <a:buSzPts val="514"/>
              <a:buFont typeface="Arial"/>
              <a:buNone/>
              <a:defRPr sz="514"/>
            </a:lvl4pPr>
            <a:lvl5pPr indent="-228600" lvl="4" marL="2286000" algn="l">
              <a:spcBef>
                <a:spcPts val="103"/>
              </a:spcBef>
              <a:spcAft>
                <a:spcPts val="0"/>
              </a:spcAft>
              <a:buClr>
                <a:schemeClr val="dk1"/>
              </a:buClr>
              <a:buSzPts val="514"/>
              <a:buFont typeface="Arial"/>
              <a:buNone/>
              <a:defRPr sz="514"/>
            </a:lvl5pPr>
            <a:lvl6pPr indent="-228600" lvl="5" marL="2743200" algn="l">
              <a:spcBef>
                <a:spcPts val="103"/>
              </a:spcBef>
              <a:spcAft>
                <a:spcPts val="0"/>
              </a:spcAft>
              <a:buClr>
                <a:schemeClr val="dk1"/>
              </a:buClr>
              <a:buSzPts val="514"/>
              <a:buFont typeface="Arial"/>
              <a:buNone/>
              <a:defRPr sz="514"/>
            </a:lvl6pPr>
            <a:lvl7pPr indent="-228600" lvl="6" marL="3200400" algn="l">
              <a:spcBef>
                <a:spcPts val="103"/>
              </a:spcBef>
              <a:spcAft>
                <a:spcPts val="0"/>
              </a:spcAft>
              <a:buClr>
                <a:schemeClr val="dk1"/>
              </a:buClr>
              <a:buSzPts val="514"/>
              <a:buFont typeface="Arial"/>
              <a:buNone/>
              <a:defRPr sz="514"/>
            </a:lvl7pPr>
            <a:lvl8pPr indent="-228600" lvl="7" marL="3657600" algn="l">
              <a:spcBef>
                <a:spcPts val="103"/>
              </a:spcBef>
              <a:spcAft>
                <a:spcPts val="0"/>
              </a:spcAft>
              <a:buClr>
                <a:schemeClr val="dk1"/>
              </a:buClr>
              <a:buSzPts val="514"/>
              <a:buFont typeface="Arial"/>
              <a:buNone/>
              <a:defRPr sz="514"/>
            </a:lvl8pPr>
            <a:lvl9pPr indent="-228600" lvl="8" marL="4114800" algn="l">
              <a:spcBef>
                <a:spcPts val="103"/>
              </a:spcBef>
              <a:spcAft>
                <a:spcPts val="0"/>
              </a:spcAft>
              <a:buClr>
                <a:schemeClr val="dk1"/>
              </a:buClr>
              <a:buSzPts val="514"/>
              <a:buFont typeface="Arial"/>
              <a:buNone/>
              <a:defRPr sz="514"/>
            </a:lvl9pPr>
          </a:lstStyle>
          <a:p/>
        </p:txBody>
      </p:sp>
      <p:sp>
        <p:nvSpPr>
          <p:cNvPr id="73" name="Google Shape;73;p10"/>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0"/>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6" name="Shape 76"/>
        <p:cNvGrpSpPr/>
        <p:nvPr/>
      </p:nvGrpSpPr>
      <p:grpSpPr>
        <a:xfrm>
          <a:off x="0" y="0"/>
          <a:ext cx="0" cy="0"/>
          <a:chOff x="0" y="0"/>
          <a:chExt cx="0" cy="0"/>
        </a:xfrm>
      </p:grpSpPr>
      <p:sp>
        <p:nvSpPr>
          <p:cNvPr id="77" name="Google Shape;77;p11"/>
          <p:cNvSpPr txBox="1"/>
          <p:nvPr>
            <p:ph type="title"/>
          </p:nvPr>
        </p:nvSpPr>
        <p:spPr>
          <a:xfrm>
            <a:off x="1646465" y="879929"/>
            <a:ext cx="29626833" cy="3657600"/>
          </a:xfrm>
          <a:prstGeom prst="rect">
            <a:avLst/>
          </a:prstGeom>
          <a:noFill/>
          <a:ln>
            <a:noFill/>
          </a:ln>
        </p:spPr>
        <p:txBody>
          <a:bodyPr anchorCtr="0" anchor="ctr" bIns="235125" lIns="470250" spcFirstLastPara="1" rIns="470250" wrap="square" tIns="2351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8" name="Google Shape;78;p11"/>
          <p:cNvSpPr txBox="1"/>
          <p:nvPr>
            <p:ph idx="1" type="body"/>
          </p:nvPr>
        </p:nvSpPr>
        <p:spPr>
          <a:xfrm rot="5400000">
            <a:off x="9218614" y="-2450420"/>
            <a:ext cx="14482536" cy="29626833"/>
          </a:xfrm>
          <a:prstGeom prst="rect">
            <a:avLst/>
          </a:prstGeom>
          <a:noFill/>
          <a:ln>
            <a:noFill/>
          </a:ln>
        </p:spPr>
        <p:txBody>
          <a:bodyPr anchorCtr="0" anchor="t" bIns="235125" lIns="470250" spcFirstLastPara="1" rIns="470250" wrap="square" tIns="2351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9" name="Google Shape;79;p11"/>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1"/>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1"/>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2" name="Shape 82"/>
        <p:cNvGrpSpPr/>
        <p:nvPr/>
      </p:nvGrpSpPr>
      <p:grpSpPr>
        <a:xfrm>
          <a:off x="0" y="0"/>
          <a:ext cx="0" cy="0"/>
          <a:chOff x="0" y="0"/>
          <a:chExt cx="0" cy="0"/>
        </a:xfrm>
      </p:grpSpPr>
      <p:sp>
        <p:nvSpPr>
          <p:cNvPr id="83" name="Google Shape;83;p12"/>
          <p:cNvSpPr txBox="1"/>
          <p:nvPr>
            <p:ph type="title"/>
          </p:nvPr>
        </p:nvSpPr>
        <p:spPr>
          <a:xfrm rot="5400000">
            <a:off x="18207946" y="6538913"/>
            <a:ext cx="18724336" cy="7406369"/>
          </a:xfrm>
          <a:prstGeom prst="rect">
            <a:avLst/>
          </a:prstGeom>
          <a:noFill/>
          <a:ln>
            <a:noFill/>
          </a:ln>
        </p:spPr>
        <p:txBody>
          <a:bodyPr anchorCtr="0" anchor="ctr" bIns="235125" lIns="470250" spcFirstLastPara="1" rIns="470250" wrap="square" tIns="2351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4" name="Google Shape;84;p12"/>
          <p:cNvSpPr txBox="1"/>
          <p:nvPr>
            <p:ph idx="1" type="body"/>
          </p:nvPr>
        </p:nvSpPr>
        <p:spPr>
          <a:xfrm rot="5400000">
            <a:off x="3329214" y="-802821"/>
            <a:ext cx="18724336" cy="22089836"/>
          </a:xfrm>
          <a:prstGeom prst="rect">
            <a:avLst/>
          </a:prstGeom>
          <a:noFill/>
          <a:ln>
            <a:noFill/>
          </a:ln>
        </p:spPr>
        <p:txBody>
          <a:bodyPr anchorCtr="0" anchor="t" bIns="235125" lIns="470250" spcFirstLastPara="1" rIns="470250" wrap="square" tIns="2351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5" name="Google Shape;85;p12"/>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12"/>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12"/>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9.xml"/><Relationship Id="rId10" Type="http://schemas.openxmlformats.org/officeDocument/2006/relationships/slideLayout" Target="../slideLayouts/slideLayout8.xml"/><Relationship Id="rId13" Type="http://schemas.openxmlformats.org/officeDocument/2006/relationships/slideLayout" Target="../slideLayouts/slideLayout11.xml"/><Relationship Id="rId12" Type="http://schemas.openxmlformats.org/officeDocument/2006/relationships/slideLayout" Target="../slideLayouts/slideLayout10.xml"/><Relationship Id="rId1" Type="http://schemas.openxmlformats.org/officeDocument/2006/relationships/image" Target="../media/image2.png"/><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9" Type="http://schemas.openxmlformats.org/officeDocument/2006/relationships/slideLayout" Target="../slideLayouts/slideLayout7.xml"/><Relationship Id="rId14" Type="http://schemas.openxmlformats.org/officeDocument/2006/relationships/theme" Target="../theme/theme1.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646465" y="879929"/>
            <a:ext cx="29626833" cy="3657600"/>
          </a:xfrm>
          <a:prstGeom prst="rect">
            <a:avLst/>
          </a:prstGeom>
          <a:noFill/>
          <a:ln>
            <a:noFill/>
          </a:ln>
        </p:spPr>
        <p:txBody>
          <a:bodyPr anchorCtr="0" anchor="ctr" bIns="235125" lIns="470250" spcFirstLastPara="1" rIns="470250" wrap="square" tIns="235125">
            <a:noAutofit/>
          </a:bodyPr>
          <a:lstStyle>
            <a:lvl1pPr lvl="0"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1pPr>
            <a:lvl2pPr lvl="1"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2pPr>
            <a:lvl3pPr lvl="2"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3pPr>
            <a:lvl4pPr lvl="3"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4pPr>
            <a:lvl5pPr lvl="4"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5pPr>
            <a:lvl6pPr lvl="5"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6pPr>
            <a:lvl7pPr lvl="6"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7pPr>
            <a:lvl8pPr lvl="7"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8pPr>
            <a:lvl9pPr lvl="8" marR="0" rtl="0" algn="ctr">
              <a:spcBef>
                <a:spcPts val="0"/>
              </a:spcBef>
              <a:spcAft>
                <a:spcPts val="0"/>
              </a:spcAft>
              <a:buSzPts val="1400"/>
              <a:buNone/>
              <a:defRPr b="0" i="0" sz="12971" u="none" cap="none" strike="noStrike">
                <a:solidFill>
                  <a:schemeClr val="dk2"/>
                </a:solidFill>
                <a:latin typeface="Arial"/>
                <a:ea typeface="Arial"/>
                <a:cs typeface="Arial"/>
                <a:sym typeface="Arial"/>
              </a:defRPr>
            </a:lvl9pPr>
          </a:lstStyle>
          <a:p/>
        </p:txBody>
      </p:sp>
      <p:sp>
        <p:nvSpPr>
          <p:cNvPr id="11" name="Google Shape;11;p1"/>
          <p:cNvSpPr txBox="1"/>
          <p:nvPr>
            <p:ph idx="1" type="body"/>
          </p:nvPr>
        </p:nvSpPr>
        <p:spPr>
          <a:xfrm>
            <a:off x="1646465" y="5121729"/>
            <a:ext cx="29626833" cy="14482536"/>
          </a:xfrm>
          <a:prstGeom prst="rect">
            <a:avLst/>
          </a:prstGeom>
          <a:noFill/>
          <a:ln>
            <a:noFill/>
          </a:ln>
        </p:spPr>
        <p:txBody>
          <a:bodyPr anchorCtr="0" anchor="t" bIns="235125" lIns="470250" spcFirstLastPara="1" rIns="470250" wrap="square" tIns="235125">
            <a:noAutofit/>
          </a:bodyPr>
          <a:lstStyle>
            <a:lvl1pPr indent="-827278" lvl="0" marL="457200" marR="0" rtl="0" algn="l">
              <a:spcBef>
                <a:spcPts val="1886"/>
              </a:spcBef>
              <a:spcAft>
                <a:spcPts val="0"/>
              </a:spcAft>
              <a:buClr>
                <a:schemeClr val="dk1"/>
              </a:buClr>
              <a:buSzPts val="9428"/>
              <a:buFont typeface="Arial"/>
              <a:buChar char="•"/>
              <a:defRPr b="0" i="0" sz="9428" u="none" cap="none" strike="noStrike">
                <a:solidFill>
                  <a:schemeClr val="dk1"/>
                </a:solidFill>
                <a:latin typeface="Arial"/>
                <a:ea typeface="Arial"/>
                <a:cs typeface="Arial"/>
                <a:sym typeface="Arial"/>
              </a:defRPr>
            </a:lvl1pPr>
            <a:lvl2pPr indent="-751078" lvl="1" marL="914400" marR="0" rtl="0" algn="l">
              <a:spcBef>
                <a:spcPts val="1646"/>
              </a:spcBef>
              <a:spcAft>
                <a:spcPts val="0"/>
              </a:spcAft>
              <a:buClr>
                <a:schemeClr val="dk1"/>
              </a:buClr>
              <a:buSzPts val="8228"/>
              <a:buFont typeface="Arial"/>
              <a:buChar char="–"/>
              <a:defRPr b="0" i="0" sz="8228" u="none" cap="none" strike="noStrike">
                <a:solidFill>
                  <a:schemeClr val="dk1"/>
                </a:solidFill>
                <a:latin typeface="Arial"/>
                <a:ea typeface="Arial"/>
                <a:cs typeface="Arial"/>
                <a:sym typeface="Arial"/>
              </a:defRPr>
            </a:lvl2pPr>
            <a:lvl3pPr indent="-674878" lvl="2" marL="1371600" marR="0" rtl="0" algn="l">
              <a:spcBef>
                <a:spcPts val="1406"/>
              </a:spcBef>
              <a:spcAft>
                <a:spcPts val="0"/>
              </a:spcAft>
              <a:buClr>
                <a:schemeClr val="dk1"/>
              </a:buClr>
              <a:buSzPts val="7028"/>
              <a:buFont typeface="Arial"/>
              <a:buChar char="•"/>
              <a:defRPr b="0" i="0" sz="7028" u="none" cap="none" strike="noStrike">
                <a:solidFill>
                  <a:schemeClr val="dk1"/>
                </a:solidFill>
                <a:latin typeface="Arial"/>
                <a:ea typeface="Arial"/>
                <a:cs typeface="Arial"/>
                <a:sym typeface="Arial"/>
              </a:defRPr>
            </a:lvl3pPr>
            <a:lvl4pPr indent="-605980" lvl="3" marL="1828800" marR="0" rtl="0" algn="l">
              <a:spcBef>
                <a:spcPts val="1189"/>
              </a:spcBef>
              <a:spcAft>
                <a:spcPts val="0"/>
              </a:spcAft>
              <a:buClr>
                <a:schemeClr val="dk1"/>
              </a:buClr>
              <a:buSzPts val="5943"/>
              <a:buFont typeface="Arial"/>
              <a:buChar char="–"/>
              <a:defRPr b="0" i="0" sz="5943" u="none" cap="none" strike="noStrike">
                <a:solidFill>
                  <a:schemeClr val="dk1"/>
                </a:solidFill>
                <a:latin typeface="Arial"/>
                <a:ea typeface="Arial"/>
                <a:cs typeface="Arial"/>
                <a:sym typeface="Arial"/>
              </a:defRPr>
            </a:lvl4pPr>
            <a:lvl5pPr indent="-605980" lvl="4" marL="2286000" marR="0" rtl="0" algn="l">
              <a:spcBef>
                <a:spcPts val="1189"/>
              </a:spcBef>
              <a:spcAft>
                <a:spcPts val="0"/>
              </a:spcAft>
              <a:buClr>
                <a:schemeClr val="dk1"/>
              </a:buClr>
              <a:buSzPts val="5943"/>
              <a:buFont typeface="Arial"/>
              <a:buChar char="»"/>
              <a:defRPr b="0" i="0" sz="5943" u="none" cap="none" strike="noStrike">
                <a:solidFill>
                  <a:schemeClr val="dk1"/>
                </a:solidFill>
                <a:latin typeface="Arial"/>
                <a:ea typeface="Arial"/>
                <a:cs typeface="Arial"/>
                <a:sym typeface="Arial"/>
              </a:defRPr>
            </a:lvl5pPr>
            <a:lvl6pPr indent="-605980" lvl="5" marL="2743200" marR="0" rtl="0" algn="l">
              <a:spcBef>
                <a:spcPts val="1189"/>
              </a:spcBef>
              <a:spcAft>
                <a:spcPts val="0"/>
              </a:spcAft>
              <a:buClr>
                <a:schemeClr val="dk1"/>
              </a:buClr>
              <a:buSzPts val="5943"/>
              <a:buFont typeface="Arial"/>
              <a:buChar char="»"/>
              <a:defRPr b="0" i="0" sz="5943" u="none" cap="none" strike="noStrike">
                <a:solidFill>
                  <a:schemeClr val="dk1"/>
                </a:solidFill>
                <a:latin typeface="Arial"/>
                <a:ea typeface="Arial"/>
                <a:cs typeface="Arial"/>
                <a:sym typeface="Arial"/>
              </a:defRPr>
            </a:lvl6pPr>
            <a:lvl7pPr indent="-605980" lvl="6" marL="3200400" marR="0" rtl="0" algn="l">
              <a:spcBef>
                <a:spcPts val="1189"/>
              </a:spcBef>
              <a:spcAft>
                <a:spcPts val="0"/>
              </a:spcAft>
              <a:buClr>
                <a:schemeClr val="dk1"/>
              </a:buClr>
              <a:buSzPts val="5943"/>
              <a:buFont typeface="Arial"/>
              <a:buChar char="»"/>
              <a:defRPr b="0" i="0" sz="5943" u="none" cap="none" strike="noStrike">
                <a:solidFill>
                  <a:schemeClr val="dk1"/>
                </a:solidFill>
                <a:latin typeface="Arial"/>
                <a:ea typeface="Arial"/>
                <a:cs typeface="Arial"/>
                <a:sym typeface="Arial"/>
              </a:defRPr>
            </a:lvl7pPr>
            <a:lvl8pPr indent="-605980" lvl="7" marL="3657600" marR="0" rtl="0" algn="l">
              <a:spcBef>
                <a:spcPts val="1189"/>
              </a:spcBef>
              <a:spcAft>
                <a:spcPts val="0"/>
              </a:spcAft>
              <a:buClr>
                <a:schemeClr val="dk1"/>
              </a:buClr>
              <a:buSzPts val="5943"/>
              <a:buFont typeface="Arial"/>
              <a:buChar char="»"/>
              <a:defRPr b="0" i="0" sz="5943" u="none" cap="none" strike="noStrike">
                <a:solidFill>
                  <a:schemeClr val="dk1"/>
                </a:solidFill>
                <a:latin typeface="Arial"/>
                <a:ea typeface="Arial"/>
                <a:cs typeface="Arial"/>
                <a:sym typeface="Arial"/>
              </a:defRPr>
            </a:lvl8pPr>
            <a:lvl9pPr indent="-605980" lvl="8" marL="4114800" marR="0" rtl="0" algn="l">
              <a:spcBef>
                <a:spcPts val="1189"/>
              </a:spcBef>
              <a:spcAft>
                <a:spcPts val="0"/>
              </a:spcAft>
              <a:buClr>
                <a:schemeClr val="dk1"/>
              </a:buClr>
              <a:buSzPts val="5943"/>
              <a:buFont typeface="Arial"/>
              <a:buChar char="»"/>
              <a:defRPr b="0" i="0" sz="5943" u="none" cap="none" strike="noStrike">
                <a:solidFill>
                  <a:schemeClr val="dk1"/>
                </a:solidFill>
                <a:latin typeface="Arial"/>
                <a:ea typeface="Arial"/>
                <a:cs typeface="Arial"/>
                <a:sym typeface="Arial"/>
              </a:defRPr>
            </a:lvl9pPr>
          </a:lstStyle>
          <a:p/>
        </p:txBody>
      </p:sp>
      <p:sp>
        <p:nvSpPr>
          <p:cNvPr id="12" name="Google Shape;12;p1"/>
          <p:cNvSpPr txBox="1"/>
          <p:nvPr>
            <p:ph idx="10" type="dt"/>
          </p:nvPr>
        </p:nvSpPr>
        <p:spPr>
          <a:xfrm>
            <a:off x="1646465" y="19985264"/>
            <a:ext cx="7681232" cy="1524000"/>
          </a:xfrm>
          <a:prstGeom prst="rect">
            <a:avLst/>
          </a:prstGeom>
          <a:noFill/>
          <a:ln>
            <a:noFill/>
          </a:ln>
        </p:spPr>
        <p:txBody>
          <a:bodyPr anchorCtr="0" anchor="t" bIns="235125" lIns="470250" spcFirstLastPara="1" rIns="470250" wrap="square" tIns="235125">
            <a:noAutofit/>
          </a:bodyPr>
          <a:lstStyle>
            <a:lvl1pPr lvl="0" marR="0" rtl="0" algn="l">
              <a:spcBef>
                <a:spcPts val="0"/>
              </a:spcBef>
              <a:spcAft>
                <a:spcPts val="0"/>
              </a:spcAft>
              <a:buSzPts val="1400"/>
              <a:buNone/>
              <a:defRPr b="0" i="0" sz="4114"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2857"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2857"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2857"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2857"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2857"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2857"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2857"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2857" u="none" cap="none" strike="noStrike">
                <a:solidFill>
                  <a:schemeClr val="dk1"/>
                </a:solidFill>
                <a:latin typeface="Arial"/>
                <a:ea typeface="Arial"/>
                <a:cs typeface="Arial"/>
                <a:sym typeface="Arial"/>
              </a:defRPr>
            </a:lvl9pPr>
          </a:lstStyle>
          <a:p/>
        </p:txBody>
      </p:sp>
      <p:sp>
        <p:nvSpPr>
          <p:cNvPr id="13" name="Google Shape;13;p1"/>
          <p:cNvSpPr txBox="1"/>
          <p:nvPr>
            <p:ph idx="11" type="ftr"/>
          </p:nvPr>
        </p:nvSpPr>
        <p:spPr>
          <a:xfrm>
            <a:off x="11247665" y="19985264"/>
            <a:ext cx="10424432" cy="1524000"/>
          </a:xfrm>
          <a:prstGeom prst="rect">
            <a:avLst/>
          </a:prstGeom>
          <a:noFill/>
          <a:ln>
            <a:noFill/>
          </a:ln>
        </p:spPr>
        <p:txBody>
          <a:bodyPr anchorCtr="0" anchor="t" bIns="235125" lIns="470250" spcFirstLastPara="1" rIns="470250" wrap="square" tIns="235125">
            <a:noAutofit/>
          </a:bodyPr>
          <a:lstStyle>
            <a:lvl1pPr lvl="0" marR="0" rtl="0" algn="ctr">
              <a:spcBef>
                <a:spcPts val="0"/>
              </a:spcBef>
              <a:spcAft>
                <a:spcPts val="0"/>
              </a:spcAft>
              <a:buSzPts val="1400"/>
              <a:buNone/>
              <a:defRPr b="0" i="0" sz="4114"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2857"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2857"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2857"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2857"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2857"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2857"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2857"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2857" u="none" cap="none" strike="noStrike">
                <a:solidFill>
                  <a:schemeClr val="dk1"/>
                </a:solidFill>
                <a:latin typeface="Arial"/>
                <a:ea typeface="Arial"/>
                <a:cs typeface="Arial"/>
                <a:sym typeface="Arial"/>
              </a:defRPr>
            </a:lvl9pPr>
          </a:lstStyle>
          <a:p/>
        </p:txBody>
      </p:sp>
      <p:sp>
        <p:nvSpPr>
          <p:cNvPr id="14" name="Google Shape;14;p1"/>
          <p:cNvSpPr txBox="1"/>
          <p:nvPr>
            <p:ph idx="12" type="sldNum"/>
          </p:nvPr>
        </p:nvSpPr>
        <p:spPr>
          <a:xfrm>
            <a:off x="23592065" y="19985264"/>
            <a:ext cx="7681232" cy="1524000"/>
          </a:xfrm>
          <a:prstGeom prst="rect">
            <a:avLst/>
          </a:prstGeom>
          <a:noFill/>
          <a:ln>
            <a:noFill/>
          </a:ln>
        </p:spPr>
        <p:txBody>
          <a:bodyPr anchorCtr="0" anchor="t" bIns="235125" lIns="470250" spcFirstLastPara="1" rIns="470250" wrap="square" tIns="235125">
            <a:noAutofit/>
          </a:bodyPr>
          <a:lstStyle>
            <a:lvl1pPr indent="0" lvl="0" marL="0" marR="0" rtl="0" algn="r">
              <a:spcBef>
                <a:spcPts val="0"/>
              </a:spcBef>
              <a:spcAft>
                <a:spcPts val="0"/>
              </a:spcAft>
              <a:buNone/>
              <a:defRPr b="0" i="0" sz="4114" u="none" cap="none" strike="noStrike">
                <a:solidFill>
                  <a:schemeClr val="dk1"/>
                </a:solidFill>
                <a:latin typeface="Arial"/>
                <a:ea typeface="Arial"/>
                <a:cs typeface="Arial"/>
                <a:sym typeface="Arial"/>
              </a:defRPr>
            </a:lvl1pPr>
            <a:lvl2pPr indent="0" lvl="1" marL="0" marR="0" rtl="0" algn="r">
              <a:spcBef>
                <a:spcPts val="0"/>
              </a:spcBef>
              <a:spcAft>
                <a:spcPts val="0"/>
              </a:spcAft>
              <a:buNone/>
              <a:defRPr b="0" i="0" sz="4114" u="none" cap="none" strike="noStrike">
                <a:solidFill>
                  <a:schemeClr val="dk1"/>
                </a:solidFill>
                <a:latin typeface="Arial"/>
                <a:ea typeface="Arial"/>
                <a:cs typeface="Arial"/>
                <a:sym typeface="Arial"/>
              </a:defRPr>
            </a:lvl2pPr>
            <a:lvl3pPr indent="0" lvl="2" marL="0" marR="0" rtl="0" algn="r">
              <a:spcBef>
                <a:spcPts val="0"/>
              </a:spcBef>
              <a:spcAft>
                <a:spcPts val="0"/>
              </a:spcAft>
              <a:buNone/>
              <a:defRPr b="0" i="0" sz="4114" u="none" cap="none" strike="noStrike">
                <a:solidFill>
                  <a:schemeClr val="dk1"/>
                </a:solidFill>
                <a:latin typeface="Arial"/>
                <a:ea typeface="Arial"/>
                <a:cs typeface="Arial"/>
                <a:sym typeface="Arial"/>
              </a:defRPr>
            </a:lvl3pPr>
            <a:lvl4pPr indent="0" lvl="3" marL="0" marR="0" rtl="0" algn="r">
              <a:spcBef>
                <a:spcPts val="0"/>
              </a:spcBef>
              <a:spcAft>
                <a:spcPts val="0"/>
              </a:spcAft>
              <a:buNone/>
              <a:defRPr b="0" i="0" sz="4114" u="none" cap="none" strike="noStrike">
                <a:solidFill>
                  <a:schemeClr val="dk1"/>
                </a:solidFill>
                <a:latin typeface="Arial"/>
                <a:ea typeface="Arial"/>
                <a:cs typeface="Arial"/>
                <a:sym typeface="Arial"/>
              </a:defRPr>
            </a:lvl4pPr>
            <a:lvl5pPr indent="0" lvl="4" marL="0" marR="0" rtl="0" algn="r">
              <a:spcBef>
                <a:spcPts val="0"/>
              </a:spcBef>
              <a:spcAft>
                <a:spcPts val="0"/>
              </a:spcAft>
              <a:buNone/>
              <a:defRPr b="0" i="0" sz="4114" u="none" cap="none" strike="noStrike">
                <a:solidFill>
                  <a:schemeClr val="dk1"/>
                </a:solidFill>
                <a:latin typeface="Arial"/>
                <a:ea typeface="Arial"/>
                <a:cs typeface="Arial"/>
                <a:sym typeface="Arial"/>
              </a:defRPr>
            </a:lvl5pPr>
            <a:lvl6pPr indent="0" lvl="5" marL="0" marR="0" rtl="0" algn="r">
              <a:spcBef>
                <a:spcPts val="0"/>
              </a:spcBef>
              <a:spcAft>
                <a:spcPts val="0"/>
              </a:spcAft>
              <a:buNone/>
              <a:defRPr b="0" i="0" sz="4114" u="none" cap="none" strike="noStrike">
                <a:solidFill>
                  <a:schemeClr val="dk1"/>
                </a:solidFill>
                <a:latin typeface="Arial"/>
                <a:ea typeface="Arial"/>
                <a:cs typeface="Arial"/>
                <a:sym typeface="Arial"/>
              </a:defRPr>
            </a:lvl6pPr>
            <a:lvl7pPr indent="0" lvl="6" marL="0" marR="0" rtl="0" algn="r">
              <a:spcBef>
                <a:spcPts val="0"/>
              </a:spcBef>
              <a:spcAft>
                <a:spcPts val="0"/>
              </a:spcAft>
              <a:buNone/>
              <a:defRPr b="0" i="0" sz="4114" u="none" cap="none" strike="noStrike">
                <a:solidFill>
                  <a:schemeClr val="dk1"/>
                </a:solidFill>
                <a:latin typeface="Arial"/>
                <a:ea typeface="Arial"/>
                <a:cs typeface="Arial"/>
                <a:sym typeface="Arial"/>
              </a:defRPr>
            </a:lvl7pPr>
            <a:lvl8pPr indent="0" lvl="7" marL="0" marR="0" rtl="0" algn="r">
              <a:spcBef>
                <a:spcPts val="0"/>
              </a:spcBef>
              <a:spcAft>
                <a:spcPts val="0"/>
              </a:spcAft>
              <a:buNone/>
              <a:defRPr b="0" i="0" sz="4114" u="none" cap="none" strike="noStrike">
                <a:solidFill>
                  <a:schemeClr val="dk1"/>
                </a:solidFill>
                <a:latin typeface="Arial"/>
                <a:ea typeface="Arial"/>
                <a:cs typeface="Arial"/>
                <a:sym typeface="Arial"/>
              </a:defRPr>
            </a:lvl8pPr>
            <a:lvl9pPr indent="0" lvl="8" marL="0" marR="0" rtl="0" algn="r">
              <a:spcBef>
                <a:spcPts val="0"/>
              </a:spcBef>
              <a:spcAft>
                <a:spcPts val="0"/>
              </a:spcAft>
              <a:buNone/>
              <a:defRPr b="0" i="0" sz="4114"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pic>
        <p:nvPicPr>
          <p:cNvPr id="15" name="Google Shape;15;p1"/>
          <p:cNvPicPr preferRelativeResize="0"/>
          <p:nvPr/>
        </p:nvPicPr>
        <p:blipFill rotWithShape="1">
          <a:blip r:embed="rId1">
            <a:alphaModFix/>
          </a:blip>
          <a:srcRect b="0" l="0" r="0" t="0"/>
          <a:stretch/>
        </p:blipFill>
        <p:spPr>
          <a:xfrm rot="-5400000">
            <a:off x="-11074400" y="10972800"/>
            <a:ext cx="14274800" cy="3937000"/>
          </a:xfrm>
          <a:prstGeom prst="rect">
            <a:avLst/>
          </a:prstGeom>
          <a:noFill/>
          <a:ln>
            <a:noFill/>
          </a:ln>
        </p:spPr>
      </p:pic>
      <p:pic>
        <p:nvPicPr>
          <p:cNvPr id="16" name="Google Shape;16;p1"/>
          <p:cNvPicPr preferRelativeResize="0"/>
          <p:nvPr/>
        </p:nvPicPr>
        <p:blipFill rotWithShape="1">
          <a:blip r:embed="rId1">
            <a:alphaModFix/>
          </a:blip>
          <a:srcRect b="0" l="0" r="0" t="0"/>
          <a:stretch/>
        </p:blipFill>
        <p:spPr>
          <a:xfrm rot="5400000">
            <a:off x="29718000" y="10972800"/>
            <a:ext cx="14274800" cy="3937000"/>
          </a:xfrm>
          <a:prstGeom prst="rect">
            <a:avLst/>
          </a:prstGeom>
          <a:noFill/>
          <a:ln>
            <a:noFill/>
          </a:ln>
        </p:spPr>
      </p:pic>
      <p:pic>
        <p:nvPicPr>
          <p:cNvPr id="17" name="Google Shape;17;p1"/>
          <p:cNvPicPr preferRelativeResize="0"/>
          <p:nvPr/>
        </p:nvPicPr>
        <p:blipFill rotWithShape="1">
          <a:blip r:embed="rId2">
            <a:alphaModFix/>
          </a:blip>
          <a:srcRect b="0" l="0" r="0" t="0"/>
          <a:stretch/>
        </p:blipFill>
        <p:spPr>
          <a:xfrm>
            <a:off x="1460500" y="22453600"/>
            <a:ext cx="29997400" cy="1447800"/>
          </a:xfrm>
          <a:prstGeom prst="rect">
            <a:avLst/>
          </a:prstGeom>
          <a:noFill/>
          <a:ln>
            <a:noFill/>
          </a:ln>
        </p:spPr>
      </p:pic>
      <p:sp>
        <p:nvSpPr>
          <p:cNvPr id="18" name="Google Shape;18;p1"/>
          <p:cNvSpPr/>
          <p:nvPr/>
        </p:nvSpPr>
        <p:spPr>
          <a:xfrm>
            <a:off x="1460500" y="23025100"/>
            <a:ext cx="16459200" cy="1270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US" sz="4560" u="none" cap="none" strike="noStrike">
                <a:solidFill>
                  <a:srgbClr val="808080"/>
                </a:solidFill>
                <a:latin typeface="Arial"/>
                <a:ea typeface="Arial"/>
                <a:cs typeface="Arial"/>
                <a:sym typeface="Arial"/>
              </a:rPr>
              <a:t>Template ID: introspectiveporpoise  Size: 36x24</a:t>
            </a:r>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0" Type="http://schemas.openxmlformats.org/officeDocument/2006/relationships/image" Target="../media/image3.png"/><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jpg"/><Relationship Id="rId4" Type="http://schemas.openxmlformats.org/officeDocument/2006/relationships/image" Target="../media/image6.jpg"/><Relationship Id="rId9" Type="http://schemas.openxmlformats.org/officeDocument/2006/relationships/image" Target="../media/image5.jpg"/><Relationship Id="rId5" Type="http://schemas.openxmlformats.org/officeDocument/2006/relationships/image" Target="../media/image7.jpg"/><Relationship Id="rId6" Type="http://schemas.openxmlformats.org/officeDocument/2006/relationships/image" Target="../media/image10.jpg"/><Relationship Id="rId7" Type="http://schemas.openxmlformats.org/officeDocument/2006/relationships/image" Target="../media/image9.jpg"/><Relationship Id="rId8" Type="http://schemas.openxmlformats.org/officeDocument/2006/relationships/image" Target="../media/image4.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2" name="Shape 92"/>
        <p:cNvGrpSpPr/>
        <p:nvPr/>
      </p:nvGrpSpPr>
      <p:grpSpPr>
        <a:xfrm>
          <a:off x="0" y="0"/>
          <a:ext cx="0" cy="0"/>
          <a:chOff x="0" y="0"/>
          <a:chExt cx="0" cy="0"/>
        </a:xfrm>
      </p:grpSpPr>
      <p:sp>
        <p:nvSpPr>
          <p:cNvPr id="93" name="Google Shape;93;p13"/>
          <p:cNvSpPr/>
          <p:nvPr/>
        </p:nvSpPr>
        <p:spPr>
          <a:xfrm flipH="1" rot="-7453008">
            <a:off x="5396971" y="17200766"/>
            <a:ext cx="6542323" cy="2947345"/>
          </a:xfrm>
          <a:prstGeom prst="curvedDownArrow">
            <a:avLst>
              <a:gd fmla="val 22694" name="adj1"/>
              <a:gd fmla="val 65914" name="adj2"/>
              <a:gd fmla="val 39794" name="adj3"/>
            </a:avLst>
          </a:prstGeom>
          <a:solidFill>
            <a:srgbClr val="3C78D8"/>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sp>
        <p:nvSpPr>
          <p:cNvPr id="94" name="Google Shape;94;p13"/>
          <p:cNvSpPr/>
          <p:nvPr/>
        </p:nvSpPr>
        <p:spPr>
          <a:xfrm>
            <a:off x="435693" y="432619"/>
            <a:ext cx="31968359" cy="4208796"/>
          </a:xfrm>
          <a:prstGeom prst="roundRect">
            <a:avLst>
              <a:gd fmla="val 16667" name="adj"/>
            </a:avLst>
          </a:prstGeom>
          <a:solidFill>
            <a:srgbClr val="3D85C6"/>
          </a:solidFill>
          <a:ln>
            <a:noFill/>
          </a:ln>
        </p:spPr>
        <p:txBody>
          <a:bodyPr anchorCtr="0" anchor="t" bIns="30475" lIns="60950" spcFirstLastPara="1" rIns="60950" wrap="square" tIns="30475">
            <a:noAutofit/>
          </a:bodyPr>
          <a:lstStyle/>
          <a:p>
            <a:pPr indent="0" lvl="0" marL="0" marR="0" rtl="0" algn="l">
              <a:spcBef>
                <a:spcPts val="0"/>
              </a:spcBef>
              <a:spcAft>
                <a:spcPts val="0"/>
              </a:spcAft>
              <a:buNone/>
            </a:pPr>
            <a:r>
              <a:t/>
            </a:r>
            <a:endParaRPr b="0" i="0" sz="2667" u="none" cap="none" strike="noStrike">
              <a:solidFill>
                <a:schemeClr val="dk1"/>
              </a:solidFill>
              <a:latin typeface="Arial"/>
              <a:ea typeface="Arial"/>
              <a:cs typeface="Arial"/>
              <a:sym typeface="Arial"/>
            </a:endParaRPr>
          </a:p>
        </p:txBody>
      </p:sp>
      <p:sp>
        <p:nvSpPr>
          <p:cNvPr id="95" name="Google Shape;95;p13"/>
          <p:cNvSpPr txBox="1"/>
          <p:nvPr/>
        </p:nvSpPr>
        <p:spPr>
          <a:xfrm>
            <a:off x="4267200" y="854096"/>
            <a:ext cx="24384000" cy="19584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1140"/>
              </a:spcBef>
              <a:spcAft>
                <a:spcPts val="0"/>
              </a:spcAft>
              <a:buClr>
                <a:schemeClr val="lt1"/>
              </a:buClr>
              <a:buSzPts val="5700"/>
              <a:buFont typeface="Montserrat SemiBold"/>
              <a:buNone/>
            </a:pPr>
            <a:r>
              <a:rPr lang="en-US" sz="5700">
                <a:solidFill>
                  <a:schemeClr val="lt1"/>
                </a:solidFill>
                <a:latin typeface="Montserrat SemiBold"/>
                <a:ea typeface="Montserrat SemiBold"/>
                <a:cs typeface="Montserrat SemiBold"/>
                <a:sym typeface="Montserrat SemiBold"/>
              </a:rPr>
              <a:t>Feasibility Study for a Low-Cost DIY Ophthalmic Fundoscopic Camera via 3D Printing for Emergency Resident Physicians</a:t>
            </a:r>
            <a:endParaRPr/>
          </a:p>
        </p:txBody>
      </p:sp>
      <p:sp>
        <p:nvSpPr>
          <p:cNvPr id="96" name="Google Shape;96;p13"/>
          <p:cNvSpPr txBox="1"/>
          <p:nvPr/>
        </p:nvSpPr>
        <p:spPr>
          <a:xfrm>
            <a:off x="4267200" y="2988449"/>
            <a:ext cx="24384000" cy="1233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lt1"/>
              </a:buClr>
              <a:buSzPts val="3700"/>
              <a:buFont typeface="Arial"/>
              <a:buNone/>
            </a:pPr>
            <a:r>
              <a:rPr lang="en-US" sz="3700">
                <a:solidFill>
                  <a:schemeClr val="lt1"/>
                </a:solidFill>
                <a:latin typeface="Domine"/>
                <a:ea typeface="Domine"/>
                <a:cs typeface="Domine"/>
                <a:sym typeface="Domine"/>
              </a:rPr>
              <a:t>L.S. Urita, MD MPH; </a:t>
            </a:r>
            <a:r>
              <a:rPr lang="en-US" sz="3700">
                <a:solidFill>
                  <a:schemeClr val="lt1"/>
                </a:solidFill>
                <a:latin typeface="Domine"/>
                <a:ea typeface="Domine"/>
                <a:cs typeface="Domine"/>
                <a:sym typeface="Domine"/>
              </a:rPr>
              <a:t>S. Lake, RN; </a:t>
            </a:r>
            <a:r>
              <a:rPr lang="en-US" sz="3700">
                <a:solidFill>
                  <a:schemeClr val="lt1"/>
                </a:solidFill>
                <a:latin typeface="Domine"/>
                <a:ea typeface="Domine"/>
                <a:cs typeface="Domine"/>
                <a:sym typeface="Domine"/>
              </a:rPr>
              <a:t>J. Thiesen, DO; S. Alhadi, M.D.; </a:t>
            </a:r>
            <a:r>
              <a:rPr lang="en-US" sz="3700">
                <a:solidFill>
                  <a:schemeClr val="lt1"/>
                </a:solidFill>
                <a:latin typeface="Domine"/>
                <a:ea typeface="Domine"/>
                <a:cs typeface="Domine"/>
                <a:sym typeface="Domine"/>
              </a:rPr>
              <a:t>R. Gill, DO</a:t>
            </a:r>
            <a:endParaRPr/>
          </a:p>
          <a:p>
            <a:pPr indent="0" lvl="0" marL="0" marR="0" rtl="0" algn="ctr">
              <a:lnSpc>
                <a:spcPct val="100000"/>
              </a:lnSpc>
              <a:spcBef>
                <a:spcPts val="740"/>
              </a:spcBef>
              <a:spcAft>
                <a:spcPts val="0"/>
              </a:spcAft>
              <a:buClr>
                <a:schemeClr val="lt1"/>
              </a:buClr>
              <a:buSzPts val="3700"/>
              <a:buFont typeface="Arial"/>
              <a:buNone/>
            </a:pPr>
            <a:r>
              <a:rPr lang="en-US" sz="3700">
                <a:solidFill>
                  <a:schemeClr val="lt1"/>
                </a:solidFill>
                <a:latin typeface="Domine"/>
                <a:ea typeface="Domine"/>
                <a:cs typeface="Domine"/>
                <a:sym typeface="Domine"/>
              </a:rPr>
              <a:t>Saint Agnes Medical Center Emergency Department</a:t>
            </a:r>
            <a:endParaRPr/>
          </a:p>
        </p:txBody>
      </p:sp>
      <p:sp>
        <p:nvSpPr>
          <p:cNvPr id="97" name="Google Shape;97;p13"/>
          <p:cNvSpPr/>
          <p:nvPr/>
        </p:nvSpPr>
        <p:spPr>
          <a:xfrm flipH="1" rot="5163333">
            <a:off x="27226794" y="9196384"/>
            <a:ext cx="6542323" cy="3314009"/>
          </a:xfrm>
          <a:prstGeom prst="curvedDownArrow">
            <a:avLst>
              <a:gd fmla="val 22694" name="adj1"/>
              <a:gd fmla="val 65914" name="adj2"/>
              <a:gd fmla="val 39794" name="adj3"/>
            </a:avLst>
          </a:prstGeom>
          <a:solidFill>
            <a:srgbClr val="3C78D8"/>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sp>
        <p:nvSpPr>
          <p:cNvPr id="98" name="Google Shape;98;p13"/>
          <p:cNvSpPr/>
          <p:nvPr/>
        </p:nvSpPr>
        <p:spPr>
          <a:xfrm flipH="1" rot="-10016971">
            <a:off x="19661577" y="18218651"/>
            <a:ext cx="7368030" cy="2942621"/>
          </a:xfrm>
          <a:prstGeom prst="curvedDownArrow">
            <a:avLst>
              <a:gd fmla="val 22694" name="adj1"/>
              <a:gd fmla="val 65914" name="adj2"/>
              <a:gd fmla="val 39794" name="adj3"/>
            </a:avLst>
          </a:prstGeom>
          <a:solidFill>
            <a:srgbClr val="3C78D8"/>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sp>
        <p:nvSpPr>
          <p:cNvPr id="99" name="Google Shape;99;p13"/>
          <p:cNvSpPr/>
          <p:nvPr/>
        </p:nvSpPr>
        <p:spPr>
          <a:xfrm flipH="1" rot="-2732814">
            <a:off x="155939" y="7325610"/>
            <a:ext cx="6542323" cy="3314009"/>
          </a:xfrm>
          <a:prstGeom prst="curvedDownArrow">
            <a:avLst>
              <a:gd fmla="val 22694" name="adj1"/>
              <a:gd fmla="val 65914" name="adj2"/>
              <a:gd fmla="val 39794" name="adj3"/>
            </a:avLst>
          </a:prstGeom>
          <a:solidFill>
            <a:srgbClr val="3C78D8"/>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grpSp>
        <p:nvGrpSpPr>
          <p:cNvPr id="100" name="Google Shape;100;p13"/>
          <p:cNvGrpSpPr/>
          <p:nvPr/>
        </p:nvGrpSpPr>
        <p:grpSpPr>
          <a:xfrm>
            <a:off x="641981" y="5051971"/>
            <a:ext cx="31761931" cy="16464945"/>
            <a:chOff x="855406" y="6602876"/>
            <a:chExt cx="42371840" cy="25674325"/>
          </a:xfrm>
        </p:grpSpPr>
        <p:grpSp>
          <p:nvGrpSpPr>
            <p:cNvPr id="101" name="Google Shape;101;p13"/>
            <p:cNvGrpSpPr/>
            <p:nvPr/>
          </p:nvGrpSpPr>
          <p:grpSpPr>
            <a:xfrm>
              <a:off x="855406" y="16622812"/>
              <a:ext cx="15178625" cy="10298592"/>
              <a:chOff x="855406" y="16622812"/>
              <a:chExt cx="15178625" cy="10298592"/>
            </a:xfrm>
          </p:grpSpPr>
          <p:sp>
            <p:nvSpPr>
              <p:cNvPr id="102" name="Google Shape;102;p13"/>
              <p:cNvSpPr/>
              <p:nvPr/>
            </p:nvSpPr>
            <p:spPr>
              <a:xfrm>
                <a:off x="1046857" y="16926020"/>
                <a:ext cx="14987174" cy="9995384"/>
              </a:xfrm>
              <a:prstGeom prst="ellipse">
                <a:avLst/>
              </a:prstGeom>
              <a:solidFill>
                <a:srgbClr val="BEBEBE"/>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sp>
            <p:nvSpPr>
              <p:cNvPr id="103" name="Google Shape;103;p13"/>
              <p:cNvSpPr/>
              <p:nvPr/>
            </p:nvSpPr>
            <p:spPr>
              <a:xfrm>
                <a:off x="855406" y="16622812"/>
                <a:ext cx="14987174" cy="9995384"/>
              </a:xfrm>
              <a:prstGeom prst="ellipse">
                <a:avLst/>
              </a:prstGeom>
              <a:solidFill>
                <a:srgbClr val="DCDCDC"/>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grpSp>
        <p:grpSp>
          <p:nvGrpSpPr>
            <p:cNvPr id="104" name="Google Shape;104;p13"/>
            <p:cNvGrpSpPr/>
            <p:nvPr/>
          </p:nvGrpSpPr>
          <p:grpSpPr>
            <a:xfrm>
              <a:off x="28048620" y="16592048"/>
              <a:ext cx="15178626" cy="10298592"/>
              <a:chOff x="28048620" y="16592048"/>
              <a:chExt cx="15178626" cy="10298592"/>
            </a:xfrm>
          </p:grpSpPr>
          <p:sp>
            <p:nvSpPr>
              <p:cNvPr id="105" name="Google Shape;105;p13"/>
              <p:cNvSpPr/>
              <p:nvPr/>
            </p:nvSpPr>
            <p:spPr>
              <a:xfrm>
                <a:off x="28240072" y="16895256"/>
                <a:ext cx="14987174" cy="9995384"/>
              </a:xfrm>
              <a:prstGeom prst="ellipse">
                <a:avLst/>
              </a:prstGeom>
              <a:solidFill>
                <a:srgbClr val="BEBEBE"/>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sp>
            <p:nvSpPr>
              <p:cNvPr id="106" name="Google Shape;106;p13"/>
              <p:cNvSpPr/>
              <p:nvPr/>
            </p:nvSpPr>
            <p:spPr>
              <a:xfrm>
                <a:off x="28048620" y="16592048"/>
                <a:ext cx="14987174" cy="9995384"/>
              </a:xfrm>
              <a:prstGeom prst="ellipse">
                <a:avLst/>
              </a:prstGeom>
              <a:solidFill>
                <a:srgbClr val="DCDCDC"/>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grpSp>
        <p:grpSp>
          <p:nvGrpSpPr>
            <p:cNvPr id="107" name="Google Shape;107;p13"/>
            <p:cNvGrpSpPr/>
            <p:nvPr/>
          </p:nvGrpSpPr>
          <p:grpSpPr>
            <a:xfrm>
              <a:off x="14452012" y="21978607"/>
              <a:ext cx="15178626" cy="10298594"/>
              <a:chOff x="14452012" y="21978607"/>
              <a:chExt cx="15178626" cy="10298594"/>
            </a:xfrm>
          </p:grpSpPr>
          <p:sp>
            <p:nvSpPr>
              <p:cNvPr id="108" name="Google Shape;108;p13"/>
              <p:cNvSpPr/>
              <p:nvPr/>
            </p:nvSpPr>
            <p:spPr>
              <a:xfrm>
                <a:off x="14643464" y="22281817"/>
                <a:ext cx="14987174" cy="9995384"/>
              </a:xfrm>
              <a:prstGeom prst="ellipse">
                <a:avLst/>
              </a:prstGeom>
              <a:solidFill>
                <a:srgbClr val="BEBEBE"/>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sp>
            <p:nvSpPr>
              <p:cNvPr id="109" name="Google Shape;109;p13"/>
              <p:cNvSpPr/>
              <p:nvPr/>
            </p:nvSpPr>
            <p:spPr>
              <a:xfrm>
                <a:off x="14452012" y="21978607"/>
                <a:ext cx="14987174" cy="9995384"/>
              </a:xfrm>
              <a:prstGeom prst="ellipse">
                <a:avLst/>
              </a:prstGeom>
              <a:solidFill>
                <a:srgbClr val="DCDCDC"/>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grpSp>
        <p:grpSp>
          <p:nvGrpSpPr>
            <p:cNvPr id="110" name="Google Shape;110;p13"/>
            <p:cNvGrpSpPr/>
            <p:nvPr/>
          </p:nvGrpSpPr>
          <p:grpSpPr>
            <a:xfrm>
              <a:off x="6603547" y="6602876"/>
              <a:ext cx="15178625" cy="10298592"/>
              <a:chOff x="6603547" y="6602876"/>
              <a:chExt cx="15178625" cy="10298592"/>
            </a:xfrm>
          </p:grpSpPr>
          <p:sp>
            <p:nvSpPr>
              <p:cNvPr id="111" name="Google Shape;111;p13"/>
              <p:cNvSpPr/>
              <p:nvPr/>
            </p:nvSpPr>
            <p:spPr>
              <a:xfrm>
                <a:off x="6794998" y="6906084"/>
                <a:ext cx="14987174" cy="9995384"/>
              </a:xfrm>
              <a:prstGeom prst="ellipse">
                <a:avLst/>
              </a:prstGeom>
              <a:solidFill>
                <a:srgbClr val="BEBEBE"/>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sp>
            <p:nvSpPr>
              <p:cNvPr id="112" name="Google Shape;112;p13"/>
              <p:cNvSpPr/>
              <p:nvPr/>
            </p:nvSpPr>
            <p:spPr>
              <a:xfrm>
                <a:off x="6603547" y="6602876"/>
                <a:ext cx="14987174" cy="9995384"/>
              </a:xfrm>
              <a:prstGeom prst="ellipse">
                <a:avLst/>
              </a:prstGeom>
              <a:solidFill>
                <a:srgbClr val="DCDCDC"/>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grpSp>
        <p:grpSp>
          <p:nvGrpSpPr>
            <p:cNvPr id="113" name="Google Shape;113;p13"/>
            <p:cNvGrpSpPr/>
            <p:nvPr/>
          </p:nvGrpSpPr>
          <p:grpSpPr>
            <a:xfrm>
              <a:off x="22300481" y="6602876"/>
              <a:ext cx="15178624" cy="10298592"/>
              <a:chOff x="22300481" y="6602876"/>
              <a:chExt cx="15178624" cy="10298592"/>
            </a:xfrm>
          </p:grpSpPr>
          <p:sp>
            <p:nvSpPr>
              <p:cNvPr id="114" name="Google Shape;114;p13"/>
              <p:cNvSpPr/>
              <p:nvPr/>
            </p:nvSpPr>
            <p:spPr>
              <a:xfrm>
                <a:off x="22491931" y="6906084"/>
                <a:ext cx="14987174" cy="9995384"/>
              </a:xfrm>
              <a:prstGeom prst="ellipse">
                <a:avLst/>
              </a:prstGeom>
              <a:solidFill>
                <a:srgbClr val="BEBEBE"/>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sp>
            <p:nvSpPr>
              <p:cNvPr id="115" name="Google Shape;115;p13"/>
              <p:cNvSpPr/>
              <p:nvPr/>
            </p:nvSpPr>
            <p:spPr>
              <a:xfrm>
                <a:off x="22300481" y="6602876"/>
                <a:ext cx="14987174" cy="9995384"/>
              </a:xfrm>
              <a:prstGeom prst="ellipse">
                <a:avLst/>
              </a:prstGeom>
              <a:solidFill>
                <a:srgbClr val="DCDCDC"/>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2285" u="none" cap="none" strike="noStrike">
                  <a:solidFill>
                    <a:schemeClr val="dk1"/>
                  </a:solidFill>
                  <a:latin typeface="Arial"/>
                  <a:ea typeface="Arial"/>
                  <a:cs typeface="Arial"/>
                  <a:sym typeface="Arial"/>
                </a:endParaRPr>
              </a:p>
            </p:txBody>
          </p:sp>
        </p:grpSp>
      </p:grpSp>
      <p:sp>
        <p:nvSpPr>
          <p:cNvPr id="116" name="Google Shape;116;p13"/>
          <p:cNvSpPr txBox="1"/>
          <p:nvPr/>
        </p:nvSpPr>
        <p:spPr>
          <a:xfrm>
            <a:off x="7380757" y="5175216"/>
            <a:ext cx="6191100" cy="461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400" u="none" cap="none" strike="noStrike">
                <a:solidFill>
                  <a:schemeClr val="accent6"/>
                </a:solidFill>
                <a:latin typeface="Montserrat SemiBold"/>
                <a:ea typeface="Montserrat SemiBold"/>
                <a:cs typeface="Montserrat SemiBold"/>
                <a:sym typeface="Montserrat SemiBold"/>
              </a:rPr>
              <a:t>Introduction</a:t>
            </a:r>
            <a:endParaRPr>
              <a:solidFill>
                <a:schemeClr val="accent6"/>
              </a:solidFill>
            </a:endParaRPr>
          </a:p>
        </p:txBody>
      </p:sp>
      <p:sp>
        <p:nvSpPr>
          <p:cNvPr id="117" name="Google Shape;117;p13"/>
          <p:cNvSpPr txBox="1"/>
          <p:nvPr/>
        </p:nvSpPr>
        <p:spPr>
          <a:xfrm>
            <a:off x="5762475" y="5695450"/>
            <a:ext cx="9645900" cy="5295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000">
                <a:solidFill>
                  <a:schemeClr val="dk1"/>
                </a:solidFill>
              </a:rPr>
              <a:t>Ophthalmic fundoscopic examinations are essential in </a:t>
            </a:r>
            <a:endParaRPr sz="2000">
              <a:solidFill>
                <a:schemeClr val="dk1"/>
              </a:solidFill>
            </a:endParaRPr>
          </a:p>
          <a:p>
            <a:pPr indent="0" lvl="0" marL="0" marR="0" rtl="0" algn="ctr">
              <a:spcBef>
                <a:spcPts val="0"/>
              </a:spcBef>
              <a:spcAft>
                <a:spcPts val="0"/>
              </a:spcAft>
              <a:buNone/>
            </a:pPr>
            <a:r>
              <a:rPr lang="en-US" sz="2000">
                <a:solidFill>
                  <a:schemeClr val="dk1"/>
                </a:solidFill>
              </a:rPr>
              <a:t>Emergency Medicine (EM) for assessing ocular and neurologic conditions, </a:t>
            </a:r>
            <a:endParaRPr sz="2000">
              <a:solidFill>
                <a:schemeClr val="dk1"/>
              </a:solidFill>
            </a:endParaRPr>
          </a:p>
          <a:p>
            <a:pPr indent="0" lvl="0" marL="0" marR="0" rtl="0" algn="ctr">
              <a:spcBef>
                <a:spcPts val="0"/>
              </a:spcBef>
              <a:spcAft>
                <a:spcPts val="0"/>
              </a:spcAft>
              <a:buNone/>
            </a:pPr>
            <a:r>
              <a:rPr lang="en-US" sz="2000">
                <a:solidFill>
                  <a:schemeClr val="dk1"/>
                </a:solidFill>
              </a:rPr>
              <a:t>including hypertensive retinopathy, papilledema, and retinal detachment. However traditional direct ophthalmoscopes present several challenges: 1. technical difficulty, 2. limited field of view, 3. patient discomfort. Achieving a clear view of the fundus requires significant skill, and many practitioners struggle to perform effective examinations. With limited field of view, the direct ophthalmoscope offers a narrow viewing field of 5 to 10 degrees  and can vary between devices (Matsui, 2019), making it challenging to assess the entire retina and optic nerve comprehensively.</a:t>
            </a:r>
            <a:endParaRPr sz="2000">
              <a:solidFill>
                <a:schemeClr val="dk1"/>
              </a:solidFill>
            </a:endParaRPr>
          </a:p>
          <a:p>
            <a:pPr indent="0" lvl="0" marL="0" marR="0" rtl="0" algn="ctr">
              <a:spcBef>
                <a:spcPts val="0"/>
              </a:spcBef>
              <a:spcAft>
                <a:spcPts val="0"/>
              </a:spcAft>
              <a:buNone/>
            </a:pPr>
            <a:r>
              <a:t/>
            </a:r>
            <a:endParaRPr sz="2000">
              <a:solidFill>
                <a:schemeClr val="dk1"/>
              </a:solidFill>
            </a:endParaRPr>
          </a:p>
          <a:p>
            <a:pPr indent="0" lvl="0" marL="0" marR="0" rtl="0" algn="ctr">
              <a:spcBef>
                <a:spcPts val="0"/>
              </a:spcBef>
              <a:spcAft>
                <a:spcPts val="0"/>
              </a:spcAft>
              <a:buNone/>
            </a:pPr>
            <a:r>
              <a:rPr lang="en-US" sz="2000">
                <a:solidFill>
                  <a:schemeClr val="dk1"/>
                </a:solidFill>
              </a:rPr>
              <a:t>A low-cost, 3D printed, smartphone based fundoscopic camera offers a potential solution by integrating widely accessible smartphone cameras with commercially available optical components. This approach not only reduces costs but also enhances usability and facilitates remote consultations. Furthermore, it serves as an educational tool, helping emergency medicine residents develop hands-on skills in both ophthalmic examination and medical device innovation. </a:t>
            </a:r>
            <a:endParaRPr sz="2000">
              <a:solidFill>
                <a:schemeClr val="dk1"/>
              </a:solidFill>
            </a:endParaRPr>
          </a:p>
          <a:p>
            <a:pPr indent="0" lvl="0" marL="0" marR="0" rtl="0" algn="ctr">
              <a:spcBef>
                <a:spcPts val="0"/>
              </a:spcBef>
              <a:spcAft>
                <a:spcPts val="0"/>
              </a:spcAft>
              <a:buNone/>
            </a:pPr>
            <a:r>
              <a:t/>
            </a:r>
            <a:endParaRPr sz="1800">
              <a:solidFill>
                <a:schemeClr val="dk1"/>
              </a:solidFill>
            </a:endParaRPr>
          </a:p>
        </p:txBody>
      </p:sp>
      <p:sp>
        <p:nvSpPr>
          <p:cNvPr id="118" name="Google Shape;118;p13"/>
          <p:cNvSpPr txBox="1"/>
          <p:nvPr/>
        </p:nvSpPr>
        <p:spPr>
          <a:xfrm>
            <a:off x="3077103" y="11914812"/>
            <a:ext cx="6191100" cy="461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400" u="none" cap="none" strike="noStrike">
                <a:solidFill>
                  <a:schemeClr val="accent6"/>
                </a:solidFill>
                <a:latin typeface="Montserrat SemiBold"/>
                <a:ea typeface="Montserrat SemiBold"/>
                <a:cs typeface="Montserrat SemiBold"/>
                <a:sym typeface="Montserrat SemiBold"/>
              </a:rPr>
              <a:t>Materials</a:t>
            </a:r>
            <a:endParaRPr>
              <a:solidFill>
                <a:schemeClr val="accent6"/>
              </a:solidFill>
            </a:endParaRPr>
          </a:p>
        </p:txBody>
      </p:sp>
      <p:sp>
        <p:nvSpPr>
          <p:cNvPr id="119" name="Google Shape;119;p13"/>
          <p:cNvSpPr txBox="1"/>
          <p:nvPr/>
        </p:nvSpPr>
        <p:spPr>
          <a:xfrm>
            <a:off x="2565100" y="12506713"/>
            <a:ext cx="7447500" cy="48369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SzPts val="1100"/>
              <a:buNone/>
            </a:pPr>
            <a:r>
              <a:rPr lang="en-US" sz="1500">
                <a:solidFill>
                  <a:schemeClr val="dk1"/>
                </a:solidFill>
              </a:rPr>
              <a:t>Design and Materials: </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chemeClr val="dk1"/>
                </a:solidFill>
              </a:rPr>
              <a:t>OnShape</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CAD (Computer Aided Design) </a:t>
            </a:r>
            <a:endParaRPr sz="1500">
              <a:solidFill>
                <a:schemeClr val="dk1"/>
              </a:solidFill>
            </a:endParaRPr>
          </a:p>
          <a:p>
            <a:pPr indent="0" lvl="0" marL="914400" rtl="0" algn="l">
              <a:lnSpc>
                <a:spcPct val="115000"/>
              </a:lnSpc>
              <a:spcBef>
                <a:spcPts val="0"/>
              </a:spcBef>
              <a:spcAft>
                <a:spcPts val="0"/>
              </a:spcAft>
              <a:buNone/>
            </a:pPr>
            <a:r>
              <a:rPr lang="en-US" sz="1500">
                <a:solidFill>
                  <a:schemeClr val="dk1"/>
                </a:solidFill>
              </a:rPr>
              <a:t>Development to create the initial CAD </a:t>
            </a:r>
            <a:endParaRPr sz="1500">
              <a:solidFill>
                <a:schemeClr val="dk1"/>
              </a:solidFill>
            </a:endParaRPr>
          </a:p>
          <a:p>
            <a:pPr indent="0" lvl="0" marL="914400" rtl="0" algn="l">
              <a:lnSpc>
                <a:spcPct val="115000"/>
              </a:lnSpc>
              <a:spcBef>
                <a:spcPts val="0"/>
              </a:spcBef>
              <a:spcAft>
                <a:spcPts val="0"/>
              </a:spcAft>
              <a:buNone/>
            </a:pPr>
            <a:r>
              <a:rPr lang="en-US" sz="1500">
                <a:solidFill>
                  <a:schemeClr val="dk1"/>
                </a:solidFill>
              </a:rPr>
              <a:t>designs for the camera housing tailored </a:t>
            </a:r>
            <a:endParaRPr sz="1500">
              <a:solidFill>
                <a:schemeClr val="dk1"/>
              </a:solidFill>
            </a:endParaRPr>
          </a:p>
          <a:p>
            <a:pPr indent="0" lvl="0" marL="914400" rtl="0" algn="l">
              <a:lnSpc>
                <a:spcPct val="115000"/>
              </a:lnSpc>
              <a:spcBef>
                <a:spcPts val="0"/>
              </a:spcBef>
              <a:spcAft>
                <a:spcPts val="0"/>
              </a:spcAft>
              <a:buNone/>
            </a:pPr>
            <a:r>
              <a:rPr lang="en-US" sz="1500">
                <a:solidFill>
                  <a:schemeClr val="dk1"/>
                </a:solidFill>
              </a:rPr>
              <a:t>to incorporate essential optical </a:t>
            </a:r>
            <a:endParaRPr sz="1500">
              <a:solidFill>
                <a:schemeClr val="dk1"/>
              </a:solidFill>
            </a:endParaRPr>
          </a:p>
          <a:p>
            <a:pPr indent="0" lvl="0" marL="914400" rtl="0" algn="l">
              <a:lnSpc>
                <a:spcPct val="115000"/>
              </a:lnSpc>
              <a:spcBef>
                <a:spcPts val="0"/>
              </a:spcBef>
              <a:spcAft>
                <a:spcPts val="0"/>
              </a:spcAft>
              <a:buNone/>
            </a:pPr>
            <a:r>
              <a:rPr lang="en-US" sz="1500">
                <a:solidFill>
                  <a:schemeClr val="dk1"/>
                </a:solidFill>
              </a:rPr>
              <a:t>components (lens system, LED</a:t>
            </a:r>
            <a:endParaRPr sz="1500">
              <a:solidFill>
                <a:schemeClr val="dk1"/>
              </a:solidFill>
            </a:endParaRPr>
          </a:p>
          <a:p>
            <a:pPr indent="0" lvl="0" marL="914400" rtl="0" algn="l">
              <a:lnSpc>
                <a:spcPct val="115000"/>
              </a:lnSpc>
              <a:spcBef>
                <a:spcPts val="0"/>
              </a:spcBef>
              <a:spcAft>
                <a:spcPts val="0"/>
              </a:spcAft>
              <a:buNone/>
            </a:pPr>
            <a:r>
              <a:rPr lang="en-US" sz="1500">
                <a:solidFill>
                  <a:schemeClr val="dk1"/>
                </a:solidFill>
              </a:rPr>
              <a:t> illumination) and adapter.</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chemeClr val="dk1"/>
                </a:solidFill>
              </a:rPr>
              <a:t>3D Printer </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Artillery Sidewinder X3 Pro</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Filament</a:t>
            </a:r>
            <a:endParaRPr sz="1500">
              <a:solidFill>
                <a:schemeClr val="dk1"/>
              </a:solidFill>
            </a:endParaRPr>
          </a:p>
          <a:p>
            <a:pPr indent="-323850" lvl="2" marL="1371600" rtl="0" algn="l">
              <a:lnSpc>
                <a:spcPct val="115000"/>
              </a:lnSpc>
              <a:spcBef>
                <a:spcPts val="0"/>
              </a:spcBef>
              <a:spcAft>
                <a:spcPts val="0"/>
              </a:spcAft>
              <a:buClr>
                <a:schemeClr val="dk1"/>
              </a:buClr>
              <a:buSzPts val="1500"/>
              <a:buChar char="■"/>
            </a:pPr>
            <a:r>
              <a:rPr lang="en-US" sz="1500">
                <a:solidFill>
                  <a:schemeClr val="dk1"/>
                </a:solidFill>
              </a:rPr>
              <a:t>Rapid PETG</a:t>
            </a:r>
            <a:endParaRPr sz="1500">
              <a:solidFill>
                <a:schemeClr val="dk1"/>
              </a:solidFill>
            </a:endParaRPr>
          </a:p>
          <a:p>
            <a:pPr indent="-323850" lvl="2" marL="1371600" rtl="0" algn="l">
              <a:lnSpc>
                <a:spcPct val="115000"/>
              </a:lnSpc>
              <a:spcBef>
                <a:spcPts val="0"/>
              </a:spcBef>
              <a:spcAft>
                <a:spcPts val="0"/>
              </a:spcAft>
              <a:buClr>
                <a:schemeClr val="dk1"/>
              </a:buClr>
              <a:buSzPts val="1500"/>
              <a:buChar char="■"/>
            </a:pPr>
            <a:r>
              <a:rPr lang="en-US" sz="1500">
                <a:solidFill>
                  <a:schemeClr val="dk1"/>
                </a:solidFill>
              </a:rPr>
              <a:t>Diameter</a:t>
            </a:r>
            <a:endParaRPr sz="1500">
              <a:solidFill>
                <a:schemeClr val="dk1"/>
              </a:solidFill>
            </a:endParaRPr>
          </a:p>
          <a:p>
            <a:pPr indent="-323850" lvl="3" marL="1828800" rtl="0" algn="l">
              <a:lnSpc>
                <a:spcPct val="115000"/>
              </a:lnSpc>
              <a:spcBef>
                <a:spcPts val="0"/>
              </a:spcBef>
              <a:spcAft>
                <a:spcPts val="0"/>
              </a:spcAft>
              <a:buClr>
                <a:schemeClr val="dk1"/>
              </a:buClr>
              <a:buSzPts val="1500"/>
              <a:buChar char="●"/>
            </a:pPr>
            <a:r>
              <a:rPr lang="en-US" sz="1500">
                <a:solidFill>
                  <a:schemeClr val="dk1"/>
                </a:solidFill>
              </a:rPr>
              <a:t>1.75 </a:t>
            </a:r>
            <a:r>
              <a:rPr lang="en-US" sz="1500" u="sng">
                <a:solidFill>
                  <a:schemeClr val="dk1"/>
                </a:solidFill>
              </a:rPr>
              <a:t>+</a:t>
            </a:r>
            <a:r>
              <a:rPr lang="en-US" sz="1500">
                <a:solidFill>
                  <a:schemeClr val="dk1"/>
                </a:solidFill>
              </a:rPr>
              <a:t> 0.02 mm</a:t>
            </a:r>
            <a:endParaRPr sz="1500">
              <a:solidFill>
                <a:schemeClr val="dk1"/>
              </a:solidFill>
            </a:endParaRPr>
          </a:p>
          <a:p>
            <a:pPr indent="-323850" lvl="2" marL="1371600" rtl="0" algn="l">
              <a:lnSpc>
                <a:spcPct val="115000"/>
              </a:lnSpc>
              <a:spcBef>
                <a:spcPts val="0"/>
              </a:spcBef>
              <a:spcAft>
                <a:spcPts val="0"/>
              </a:spcAft>
              <a:buClr>
                <a:schemeClr val="dk1"/>
              </a:buClr>
              <a:buSzPts val="1500"/>
              <a:buChar char="■"/>
            </a:pPr>
            <a:r>
              <a:rPr lang="en-US" sz="1500">
                <a:solidFill>
                  <a:schemeClr val="dk1"/>
                </a:solidFill>
              </a:rPr>
              <a:t>Printing Temperature </a:t>
            </a:r>
            <a:endParaRPr sz="1500">
              <a:solidFill>
                <a:schemeClr val="dk1"/>
              </a:solidFill>
            </a:endParaRPr>
          </a:p>
          <a:p>
            <a:pPr indent="-323850" lvl="3" marL="1828800" rtl="0" algn="l">
              <a:lnSpc>
                <a:spcPct val="115000"/>
              </a:lnSpc>
              <a:spcBef>
                <a:spcPts val="0"/>
              </a:spcBef>
              <a:spcAft>
                <a:spcPts val="0"/>
              </a:spcAft>
              <a:buClr>
                <a:schemeClr val="dk1"/>
              </a:buClr>
              <a:buSzPts val="1500"/>
              <a:buChar char="●"/>
            </a:pPr>
            <a:r>
              <a:rPr lang="en-US" sz="1500">
                <a:solidFill>
                  <a:schemeClr val="dk1"/>
                </a:solidFill>
              </a:rPr>
              <a:t>230 C - 260 C</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Utilize 3D printing to produce the initial prototype housings. </a:t>
            </a:r>
            <a:endParaRPr sz="1500">
              <a:solidFill>
                <a:schemeClr val="dk1"/>
              </a:solidFill>
            </a:endParaRPr>
          </a:p>
          <a:p>
            <a:pPr indent="0" lvl="0" marL="0" marR="0" rtl="0" algn="ctr">
              <a:spcBef>
                <a:spcPts val="0"/>
              </a:spcBef>
              <a:spcAft>
                <a:spcPts val="0"/>
              </a:spcAft>
              <a:buNone/>
            </a:pPr>
            <a:r>
              <a:t/>
            </a:r>
            <a:endParaRPr sz="1500">
              <a:solidFill>
                <a:schemeClr val="dk1"/>
              </a:solidFill>
            </a:endParaRPr>
          </a:p>
        </p:txBody>
      </p:sp>
      <p:sp>
        <p:nvSpPr>
          <p:cNvPr id="120" name="Google Shape;120;p13"/>
          <p:cNvSpPr txBox="1"/>
          <p:nvPr/>
        </p:nvSpPr>
        <p:spPr>
          <a:xfrm>
            <a:off x="13431938" y="15401110"/>
            <a:ext cx="6191100" cy="461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400" u="none" cap="none" strike="noStrike">
                <a:solidFill>
                  <a:schemeClr val="accent6"/>
                </a:solidFill>
                <a:latin typeface="Montserrat SemiBold"/>
                <a:ea typeface="Montserrat SemiBold"/>
                <a:cs typeface="Montserrat SemiBold"/>
                <a:sym typeface="Montserrat SemiBold"/>
              </a:rPr>
              <a:t>Methodology</a:t>
            </a:r>
            <a:endParaRPr b="1" i="0" sz="2400" u="none" cap="none" strike="noStrike">
              <a:solidFill>
                <a:schemeClr val="accent6"/>
              </a:solidFill>
              <a:latin typeface="Montserrat SemiBold"/>
              <a:ea typeface="Montserrat SemiBold"/>
              <a:cs typeface="Montserrat SemiBold"/>
              <a:sym typeface="Montserrat SemiBold"/>
            </a:endParaRPr>
          </a:p>
        </p:txBody>
      </p:sp>
      <p:sp>
        <p:nvSpPr>
          <p:cNvPr id="121" name="Google Shape;121;p13"/>
          <p:cNvSpPr txBox="1"/>
          <p:nvPr/>
        </p:nvSpPr>
        <p:spPr>
          <a:xfrm>
            <a:off x="12110675" y="16273050"/>
            <a:ext cx="5278500" cy="11199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SzPts val="1100"/>
              <a:buNone/>
            </a:pPr>
            <a:r>
              <a:rPr lang="en-US" sz="1500">
                <a:solidFill>
                  <a:schemeClr val="dk1"/>
                </a:solidFill>
              </a:rPr>
              <a:t> There are three stages for the prototyping process which occur in tandem: </a:t>
            </a:r>
            <a:endParaRPr sz="1500">
              <a:solidFill>
                <a:schemeClr val="dk1"/>
              </a:solidFill>
            </a:endParaRPr>
          </a:p>
          <a:p>
            <a:pPr indent="0" lvl="0" marL="0" rtl="0" algn="l">
              <a:lnSpc>
                <a:spcPct val="115000"/>
              </a:lnSpc>
              <a:spcBef>
                <a:spcPts val="0"/>
              </a:spcBef>
              <a:spcAft>
                <a:spcPts val="0"/>
              </a:spcAft>
              <a:buSzPts val="1100"/>
              <a:buNone/>
            </a:pPr>
            <a:r>
              <a:rPr b="1" lang="en-US" sz="1500">
                <a:solidFill>
                  <a:schemeClr val="dk1"/>
                </a:solidFill>
              </a:rPr>
              <a:t>Design/Revision, Prototype Production, Feedback</a:t>
            </a:r>
            <a:endParaRPr b="1" sz="1500">
              <a:solidFill>
                <a:schemeClr val="dk1"/>
              </a:solidFill>
            </a:endParaRPr>
          </a:p>
          <a:p>
            <a:pPr indent="0" lvl="0" marL="0" marR="0" rtl="0" algn="ctr">
              <a:spcBef>
                <a:spcPts val="0"/>
              </a:spcBef>
              <a:spcAft>
                <a:spcPts val="0"/>
              </a:spcAft>
              <a:buNone/>
            </a:pPr>
            <a:r>
              <a:t/>
            </a:r>
            <a:endParaRPr sz="1500">
              <a:solidFill>
                <a:schemeClr val="dk1"/>
              </a:solidFill>
              <a:latin typeface="Domine"/>
              <a:ea typeface="Domine"/>
              <a:cs typeface="Domine"/>
              <a:sym typeface="Domine"/>
            </a:endParaRPr>
          </a:p>
        </p:txBody>
      </p:sp>
      <p:sp>
        <p:nvSpPr>
          <p:cNvPr id="122" name="Google Shape;122;p13"/>
          <p:cNvSpPr txBox="1"/>
          <p:nvPr/>
        </p:nvSpPr>
        <p:spPr>
          <a:xfrm>
            <a:off x="23547800" y="12376487"/>
            <a:ext cx="6191045" cy="46166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400">
                <a:solidFill>
                  <a:schemeClr val="accent6"/>
                </a:solidFill>
                <a:latin typeface="Montserrat SemiBold"/>
                <a:ea typeface="Montserrat SemiBold"/>
                <a:cs typeface="Montserrat SemiBold"/>
                <a:sym typeface="Montserrat SemiBold"/>
              </a:rPr>
              <a:t>Prototypes</a:t>
            </a:r>
            <a:endParaRPr>
              <a:solidFill>
                <a:schemeClr val="accent6"/>
              </a:solidFill>
            </a:endParaRPr>
          </a:p>
        </p:txBody>
      </p:sp>
      <p:sp>
        <p:nvSpPr>
          <p:cNvPr id="123" name="Google Shape;123;p13"/>
          <p:cNvSpPr txBox="1"/>
          <p:nvPr/>
        </p:nvSpPr>
        <p:spPr>
          <a:xfrm>
            <a:off x="19189700" y="5175203"/>
            <a:ext cx="6191100" cy="461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400" u="none" cap="none" strike="noStrike">
                <a:solidFill>
                  <a:schemeClr val="accent6"/>
                </a:solidFill>
                <a:latin typeface="Montserrat SemiBold"/>
                <a:ea typeface="Montserrat SemiBold"/>
                <a:cs typeface="Montserrat SemiBold"/>
                <a:sym typeface="Montserrat SemiBold"/>
              </a:rPr>
              <a:t>Conclusion</a:t>
            </a:r>
            <a:endParaRPr>
              <a:solidFill>
                <a:schemeClr val="accent6"/>
              </a:solidFill>
            </a:endParaRPr>
          </a:p>
        </p:txBody>
      </p:sp>
      <p:sp>
        <p:nvSpPr>
          <p:cNvPr id="124" name="Google Shape;124;p13"/>
          <p:cNvSpPr txBox="1"/>
          <p:nvPr/>
        </p:nvSpPr>
        <p:spPr>
          <a:xfrm>
            <a:off x="16855750" y="5768300"/>
            <a:ext cx="10970100" cy="532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000">
                <a:solidFill>
                  <a:schemeClr val="dk1"/>
                </a:solidFill>
              </a:rPr>
              <a:t>This project explores the feasibility of a low-cost, 3D-printed, </a:t>
            </a:r>
            <a:endParaRPr sz="2000">
              <a:solidFill>
                <a:schemeClr val="dk1"/>
              </a:solidFill>
            </a:endParaRPr>
          </a:p>
          <a:p>
            <a:pPr indent="0" lvl="0" marL="0" marR="0" rtl="0" algn="ctr">
              <a:spcBef>
                <a:spcPts val="0"/>
              </a:spcBef>
              <a:spcAft>
                <a:spcPts val="0"/>
              </a:spcAft>
              <a:buNone/>
            </a:pPr>
            <a:r>
              <a:rPr lang="en-US" sz="2000">
                <a:solidFill>
                  <a:schemeClr val="dk1"/>
                </a:solidFill>
              </a:rPr>
              <a:t>smartphone-based fundoscopic camera for EM use. The prototype combines </a:t>
            </a:r>
            <a:endParaRPr sz="2000">
              <a:solidFill>
                <a:schemeClr val="dk1"/>
              </a:solidFill>
            </a:endParaRPr>
          </a:p>
          <a:p>
            <a:pPr indent="0" lvl="0" marL="0" marR="0" rtl="0" algn="ctr">
              <a:spcBef>
                <a:spcPts val="0"/>
              </a:spcBef>
              <a:spcAft>
                <a:spcPts val="0"/>
              </a:spcAft>
              <a:buNone/>
            </a:pPr>
            <a:r>
              <a:rPr lang="en-US" sz="2000">
                <a:solidFill>
                  <a:schemeClr val="dk1"/>
                </a:solidFill>
              </a:rPr>
              <a:t>a smartphone camera, a 90D or 20D condensing len, and an external LED light </a:t>
            </a:r>
            <a:endParaRPr sz="2000">
              <a:solidFill>
                <a:schemeClr val="dk1"/>
              </a:solidFill>
            </a:endParaRPr>
          </a:p>
          <a:p>
            <a:pPr indent="0" lvl="0" marL="0" marR="0" rtl="0" algn="ctr">
              <a:spcBef>
                <a:spcPts val="0"/>
              </a:spcBef>
              <a:spcAft>
                <a:spcPts val="0"/>
              </a:spcAft>
              <a:buNone/>
            </a:pPr>
            <a:r>
              <a:rPr lang="en-US" sz="2000">
                <a:solidFill>
                  <a:schemeClr val="dk1"/>
                </a:solidFill>
              </a:rPr>
              <a:t>source to visualize the retina. Despite careful design, early versions failed to produce a </a:t>
            </a:r>
            <a:endParaRPr sz="2000">
              <a:solidFill>
                <a:schemeClr val="dk1"/>
              </a:solidFill>
            </a:endParaRPr>
          </a:p>
          <a:p>
            <a:pPr indent="0" lvl="0" marL="0" marR="0" rtl="0" algn="ctr">
              <a:spcBef>
                <a:spcPts val="0"/>
              </a:spcBef>
              <a:spcAft>
                <a:spcPts val="0"/>
              </a:spcAft>
              <a:buNone/>
            </a:pPr>
            <a:r>
              <a:rPr lang="en-US" sz="2000">
                <a:solidFill>
                  <a:schemeClr val="dk1"/>
                </a:solidFill>
              </a:rPr>
              <a:t>usable fundus image due to </a:t>
            </a:r>
            <a:r>
              <a:rPr lang="en-US" sz="2000">
                <a:solidFill>
                  <a:schemeClr val="dk1"/>
                </a:solidFill>
              </a:rPr>
              <a:t>inadequate</a:t>
            </a:r>
            <a:r>
              <a:rPr lang="en-US" sz="2000">
                <a:solidFill>
                  <a:schemeClr val="dk1"/>
                </a:solidFill>
              </a:rPr>
              <a:t> light penetration and poor coaxial alignment.</a:t>
            </a:r>
            <a:endParaRPr sz="2000">
              <a:solidFill>
                <a:schemeClr val="dk1"/>
              </a:solidFill>
            </a:endParaRPr>
          </a:p>
          <a:p>
            <a:pPr indent="0" lvl="0" marL="0" marR="0" rtl="0" algn="ctr">
              <a:spcBef>
                <a:spcPts val="0"/>
              </a:spcBef>
              <a:spcAft>
                <a:spcPts val="0"/>
              </a:spcAft>
              <a:buNone/>
            </a:pPr>
            <a:r>
              <a:rPr lang="en-US" sz="2000">
                <a:solidFill>
                  <a:schemeClr val="dk1"/>
                </a:solidFill>
              </a:rPr>
              <a:t> </a:t>
            </a:r>
            <a:endParaRPr sz="2000">
              <a:solidFill>
                <a:schemeClr val="dk1"/>
              </a:solidFill>
            </a:endParaRPr>
          </a:p>
          <a:p>
            <a:pPr indent="0" lvl="0" marL="0" marR="0" rtl="0" algn="ctr">
              <a:spcBef>
                <a:spcPts val="0"/>
              </a:spcBef>
              <a:spcAft>
                <a:spcPts val="0"/>
              </a:spcAft>
              <a:buNone/>
            </a:pPr>
            <a:r>
              <a:rPr lang="en-US" sz="2000">
                <a:solidFill>
                  <a:schemeClr val="dk1"/>
                </a:solidFill>
              </a:rPr>
              <a:t>Fundus imaging requires precise optical geometry - specifically, coaxial illumination where light enters and exits the eye along the same axis. The offset between the iPhone camera and flash, and even minor misalignment with external LEDs, resulted in light scattering and reflection off </a:t>
            </a:r>
            <a:r>
              <a:rPr lang="en-US" sz="2000">
                <a:solidFill>
                  <a:schemeClr val="dk1"/>
                </a:solidFill>
              </a:rPr>
              <a:t>anterior</a:t>
            </a:r>
            <a:r>
              <a:rPr lang="en-US" sz="2000">
                <a:solidFill>
                  <a:schemeClr val="dk1"/>
                </a:solidFill>
              </a:rPr>
              <a:t> ocular structures. These findings underscore the inherent complexity of retinal imaging and the need for more refined optical design, even in simplified, cost-conscious tools. </a:t>
            </a:r>
            <a:endParaRPr sz="2000">
              <a:solidFill>
                <a:schemeClr val="dk1"/>
              </a:solidFill>
            </a:endParaRPr>
          </a:p>
          <a:p>
            <a:pPr indent="0" lvl="0" marL="0" marR="0" rtl="0" algn="ctr">
              <a:spcBef>
                <a:spcPts val="0"/>
              </a:spcBef>
              <a:spcAft>
                <a:spcPts val="0"/>
              </a:spcAft>
              <a:buNone/>
            </a:pPr>
            <a:r>
              <a:t/>
            </a:r>
            <a:endParaRPr sz="2000">
              <a:solidFill>
                <a:schemeClr val="dk1"/>
              </a:solidFill>
            </a:endParaRPr>
          </a:p>
          <a:p>
            <a:pPr indent="0" lvl="0" marL="0" marR="0" rtl="0" algn="ctr">
              <a:spcBef>
                <a:spcPts val="0"/>
              </a:spcBef>
              <a:spcAft>
                <a:spcPts val="0"/>
              </a:spcAft>
              <a:buNone/>
            </a:pPr>
            <a:r>
              <a:rPr lang="en-US" sz="2000">
                <a:solidFill>
                  <a:schemeClr val="dk1"/>
                </a:solidFill>
              </a:rPr>
              <a:t>The project continues to evolve with plans to incorporate fiber-optic lighting, ring </a:t>
            </a:r>
            <a:endParaRPr sz="2000">
              <a:solidFill>
                <a:schemeClr val="dk1"/>
              </a:solidFill>
            </a:endParaRPr>
          </a:p>
          <a:p>
            <a:pPr indent="0" lvl="0" marL="0" marR="0" rtl="0" algn="ctr">
              <a:spcBef>
                <a:spcPts val="0"/>
              </a:spcBef>
              <a:spcAft>
                <a:spcPts val="0"/>
              </a:spcAft>
              <a:buNone/>
            </a:pPr>
            <a:r>
              <a:rPr lang="en-US" sz="2000">
                <a:solidFill>
                  <a:schemeClr val="dk1"/>
                </a:solidFill>
              </a:rPr>
              <a:t>illumination and improved lens stabilization </a:t>
            </a:r>
            <a:r>
              <a:rPr lang="en-US" sz="2000">
                <a:solidFill>
                  <a:schemeClr val="dk1"/>
                </a:solidFill>
              </a:rPr>
              <a:t>systems</a:t>
            </a:r>
            <a:r>
              <a:rPr lang="en-US" sz="2000">
                <a:solidFill>
                  <a:schemeClr val="dk1"/>
                </a:solidFill>
              </a:rPr>
              <a:t>.</a:t>
            </a:r>
            <a:endParaRPr sz="2000">
              <a:solidFill>
                <a:schemeClr val="dk1"/>
              </a:solidFill>
            </a:endParaRPr>
          </a:p>
          <a:p>
            <a:pPr indent="0" lvl="0" marL="0" marR="0" rtl="0" algn="ctr">
              <a:spcBef>
                <a:spcPts val="0"/>
              </a:spcBef>
              <a:spcAft>
                <a:spcPts val="0"/>
              </a:spcAft>
              <a:buNone/>
            </a:pPr>
            <a:r>
              <a:t/>
            </a:r>
            <a:endParaRPr sz="2000">
              <a:solidFill>
                <a:schemeClr val="dk1"/>
              </a:solidFill>
            </a:endParaRPr>
          </a:p>
          <a:p>
            <a:pPr indent="0" lvl="0" marL="0" marR="0" rtl="0" algn="ctr">
              <a:spcBef>
                <a:spcPts val="0"/>
              </a:spcBef>
              <a:spcAft>
                <a:spcPts val="0"/>
              </a:spcAft>
              <a:buNone/>
            </a:pPr>
            <a:r>
              <a:rPr lang="en-US" sz="2000">
                <a:solidFill>
                  <a:schemeClr val="dk1"/>
                </a:solidFill>
              </a:rPr>
              <a:t>Limitations</a:t>
            </a:r>
            <a:r>
              <a:rPr lang="en-US" sz="2000">
                <a:solidFill>
                  <a:schemeClr val="dk1"/>
                </a:solidFill>
              </a:rPr>
              <a:t>: Optical alignment sensitivity, </a:t>
            </a:r>
            <a:endParaRPr sz="2000">
              <a:solidFill>
                <a:schemeClr val="dk1"/>
              </a:solidFill>
            </a:endParaRPr>
          </a:p>
          <a:p>
            <a:pPr indent="0" lvl="0" marL="0" marR="0" rtl="0" algn="ctr">
              <a:spcBef>
                <a:spcPts val="0"/>
              </a:spcBef>
              <a:spcAft>
                <a:spcPts val="0"/>
              </a:spcAft>
              <a:buNone/>
            </a:pPr>
            <a:r>
              <a:rPr lang="en-US" sz="2000">
                <a:solidFill>
                  <a:schemeClr val="dk1"/>
                </a:solidFill>
              </a:rPr>
              <a:t>Dependence on external components, image quality.</a:t>
            </a:r>
            <a:endParaRPr sz="2000">
              <a:solidFill>
                <a:schemeClr val="dk1"/>
              </a:solidFill>
            </a:endParaRPr>
          </a:p>
        </p:txBody>
      </p:sp>
      <p:grpSp>
        <p:nvGrpSpPr>
          <p:cNvPr id="125" name="Google Shape;125;p13"/>
          <p:cNvGrpSpPr/>
          <p:nvPr/>
        </p:nvGrpSpPr>
        <p:grpSpPr>
          <a:xfrm>
            <a:off x="12303800" y="18226563"/>
            <a:ext cx="2952125" cy="1289700"/>
            <a:chOff x="323513" y="1986800"/>
            <a:chExt cx="2952125" cy="1289700"/>
          </a:xfrm>
        </p:grpSpPr>
        <p:sp>
          <p:nvSpPr>
            <p:cNvPr id="126" name="Google Shape;126;p13"/>
            <p:cNvSpPr txBox="1"/>
            <p:nvPr/>
          </p:nvSpPr>
          <p:spPr>
            <a:xfrm>
              <a:off x="323513" y="1986800"/>
              <a:ext cx="2124000" cy="12897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US" sz="1500">
                  <a:latin typeface="Roboto"/>
                  <a:ea typeface="Roboto"/>
                  <a:cs typeface="Roboto"/>
                  <a:sym typeface="Roboto"/>
                </a:rPr>
                <a:t>Feedback Phase</a:t>
              </a:r>
              <a:endParaRPr b="1" sz="1500">
                <a:latin typeface="Roboto"/>
                <a:ea typeface="Roboto"/>
                <a:cs typeface="Roboto"/>
                <a:sym typeface="Roboto"/>
              </a:endParaRPr>
            </a:p>
            <a:p>
              <a:pPr indent="0" lvl="0" marL="0" rtl="0" algn="r">
                <a:spcBef>
                  <a:spcPts val="0"/>
                </a:spcBef>
                <a:spcAft>
                  <a:spcPts val="0"/>
                </a:spcAft>
                <a:buNone/>
              </a:pPr>
              <a:r>
                <a:t/>
              </a:r>
              <a:endParaRPr b="1" sz="1100">
                <a:latin typeface="Roboto"/>
                <a:ea typeface="Roboto"/>
                <a:cs typeface="Roboto"/>
                <a:sym typeface="Roboto"/>
              </a:endParaRPr>
            </a:p>
            <a:p>
              <a:pPr indent="0" lvl="0" marL="0" rtl="0" algn="r">
                <a:spcBef>
                  <a:spcPts val="0"/>
                </a:spcBef>
                <a:spcAft>
                  <a:spcPts val="1600"/>
                </a:spcAft>
                <a:buNone/>
              </a:pPr>
              <a:r>
                <a:rPr lang="en-US" sz="1100">
                  <a:latin typeface="Roboto"/>
                  <a:ea typeface="Roboto"/>
                  <a:cs typeface="Roboto"/>
                  <a:sym typeface="Roboto"/>
                </a:rPr>
                <a:t>The anonymous informal feedback verbal and/or written feedback will be collected from EM residents and technical experts.</a:t>
              </a:r>
              <a:endParaRPr b="1" sz="1100">
                <a:latin typeface="Roboto"/>
                <a:ea typeface="Roboto"/>
                <a:cs typeface="Roboto"/>
                <a:sym typeface="Roboto"/>
              </a:endParaRPr>
            </a:p>
          </p:txBody>
        </p:sp>
        <p:cxnSp>
          <p:nvCxnSpPr>
            <p:cNvPr id="127" name="Google Shape;127;p13"/>
            <p:cNvCxnSpPr/>
            <p:nvPr/>
          </p:nvCxnSpPr>
          <p:spPr>
            <a:xfrm rot="10800000">
              <a:off x="2642038" y="2647950"/>
              <a:ext cx="633600" cy="0"/>
            </a:xfrm>
            <a:prstGeom prst="straightConnector1">
              <a:avLst/>
            </a:prstGeom>
            <a:noFill/>
            <a:ln cap="flat" cmpd="sng" w="9525">
              <a:solidFill>
                <a:srgbClr val="249C91"/>
              </a:solidFill>
              <a:prstDash val="solid"/>
              <a:round/>
              <a:headEnd len="sm" w="sm" type="none"/>
              <a:tailEnd len="med" w="med" type="oval"/>
            </a:ln>
          </p:spPr>
        </p:cxnSp>
      </p:grpSp>
      <p:grpSp>
        <p:nvGrpSpPr>
          <p:cNvPr id="128" name="Google Shape;128;p13"/>
          <p:cNvGrpSpPr/>
          <p:nvPr/>
        </p:nvGrpSpPr>
        <p:grpSpPr>
          <a:xfrm>
            <a:off x="16791725" y="16128625"/>
            <a:ext cx="4286280" cy="2001000"/>
            <a:chOff x="5209838" y="44300"/>
            <a:chExt cx="4286280" cy="2001000"/>
          </a:xfrm>
        </p:grpSpPr>
        <p:sp>
          <p:nvSpPr>
            <p:cNvPr id="129" name="Google Shape;129;p13"/>
            <p:cNvSpPr txBox="1"/>
            <p:nvPr/>
          </p:nvSpPr>
          <p:spPr>
            <a:xfrm>
              <a:off x="6544118" y="44300"/>
              <a:ext cx="2952000" cy="2001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500">
                  <a:latin typeface="Roboto"/>
                  <a:ea typeface="Roboto"/>
                  <a:cs typeface="Roboto"/>
                  <a:sym typeface="Roboto"/>
                </a:rPr>
                <a:t>Design/Revision Phase</a:t>
              </a:r>
              <a:endParaRPr b="1" sz="1500">
                <a:latin typeface="Roboto"/>
                <a:ea typeface="Roboto"/>
                <a:cs typeface="Roboto"/>
                <a:sym typeface="Roboto"/>
              </a:endParaRPr>
            </a:p>
            <a:p>
              <a:pPr indent="0" lvl="0" marL="0" rtl="0" algn="l">
                <a:spcBef>
                  <a:spcPts val="0"/>
                </a:spcBef>
                <a:spcAft>
                  <a:spcPts val="0"/>
                </a:spcAft>
                <a:buNone/>
              </a:pPr>
              <a:r>
                <a:t/>
              </a:r>
              <a:endParaRPr b="1" sz="1100">
                <a:latin typeface="Roboto"/>
                <a:ea typeface="Roboto"/>
                <a:cs typeface="Roboto"/>
                <a:sym typeface="Roboto"/>
              </a:endParaRPr>
            </a:p>
            <a:p>
              <a:pPr indent="0" lvl="0" marL="0" rtl="0" algn="l">
                <a:spcBef>
                  <a:spcPts val="0"/>
                </a:spcBef>
                <a:spcAft>
                  <a:spcPts val="0"/>
                </a:spcAft>
                <a:buNone/>
              </a:pPr>
              <a:r>
                <a:rPr lang="en-US" sz="1100">
                  <a:latin typeface="Roboto"/>
                  <a:ea typeface="Roboto"/>
                  <a:cs typeface="Roboto"/>
                  <a:sym typeface="Roboto"/>
                </a:rPr>
                <a:t>The first iteration based on the preliminary design will be produced. An assembly trial to evaluate the ease of assembly, integration of components, and overall design functionality will be conducted.</a:t>
              </a:r>
              <a:endParaRPr sz="1100">
                <a:latin typeface="Roboto"/>
                <a:ea typeface="Roboto"/>
                <a:cs typeface="Roboto"/>
                <a:sym typeface="Roboto"/>
              </a:endParaRPr>
            </a:p>
            <a:p>
              <a:pPr indent="0" lvl="0" marL="0" rtl="0" algn="l">
                <a:spcBef>
                  <a:spcPts val="1600"/>
                </a:spcBef>
                <a:spcAft>
                  <a:spcPts val="1600"/>
                </a:spcAft>
                <a:buNone/>
              </a:pPr>
              <a:r>
                <a:rPr lang="en-US" sz="1100">
                  <a:latin typeface="Roboto"/>
                  <a:ea typeface="Roboto"/>
                  <a:cs typeface="Roboto"/>
                  <a:sym typeface="Roboto"/>
                </a:rPr>
                <a:t>Revision of the CAD models and prototype designs for design refinement based on feedback and observed challenges to arrive at the final prototype that meets technical feasibility and cost benchmarks</a:t>
              </a:r>
              <a:endParaRPr sz="1100">
                <a:latin typeface="Roboto"/>
                <a:ea typeface="Roboto"/>
                <a:cs typeface="Roboto"/>
                <a:sym typeface="Roboto"/>
              </a:endParaRPr>
            </a:p>
          </p:txBody>
        </p:sp>
        <p:cxnSp>
          <p:nvCxnSpPr>
            <p:cNvPr id="130" name="Google Shape;130;p13"/>
            <p:cNvCxnSpPr/>
            <p:nvPr/>
          </p:nvCxnSpPr>
          <p:spPr>
            <a:xfrm>
              <a:off x="5209838" y="1705200"/>
              <a:ext cx="1286700" cy="0"/>
            </a:xfrm>
            <a:prstGeom prst="straightConnector1">
              <a:avLst/>
            </a:prstGeom>
            <a:noFill/>
            <a:ln cap="flat" cmpd="sng" w="9525">
              <a:solidFill>
                <a:srgbClr val="155B55"/>
              </a:solidFill>
              <a:prstDash val="solid"/>
              <a:round/>
              <a:headEnd len="sm" w="sm" type="none"/>
              <a:tailEnd len="med" w="med" type="oval"/>
            </a:ln>
          </p:spPr>
        </p:cxnSp>
      </p:grpSp>
      <p:grpSp>
        <p:nvGrpSpPr>
          <p:cNvPr id="131" name="Google Shape;131;p13"/>
          <p:cNvGrpSpPr/>
          <p:nvPr/>
        </p:nvGrpSpPr>
        <p:grpSpPr>
          <a:xfrm>
            <a:off x="17104800" y="18826075"/>
            <a:ext cx="4222300" cy="1289700"/>
            <a:chOff x="5209838" y="3112675"/>
            <a:chExt cx="4222300" cy="1289700"/>
          </a:xfrm>
        </p:grpSpPr>
        <p:sp>
          <p:nvSpPr>
            <p:cNvPr id="132" name="Google Shape;132;p13"/>
            <p:cNvSpPr txBox="1"/>
            <p:nvPr/>
          </p:nvSpPr>
          <p:spPr>
            <a:xfrm>
              <a:off x="6595638" y="3112675"/>
              <a:ext cx="2836500" cy="1289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a:latin typeface="Roboto"/>
                  <a:ea typeface="Roboto"/>
                  <a:cs typeface="Roboto"/>
                  <a:sym typeface="Roboto"/>
                </a:rPr>
                <a:t>Prototype Production Phase</a:t>
              </a:r>
              <a:endParaRPr b="1">
                <a:latin typeface="Roboto"/>
                <a:ea typeface="Roboto"/>
                <a:cs typeface="Roboto"/>
                <a:sym typeface="Roboto"/>
              </a:endParaRPr>
            </a:p>
            <a:p>
              <a:pPr indent="0" lvl="0" marL="0" rtl="0" algn="l">
                <a:spcBef>
                  <a:spcPts val="0"/>
                </a:spcBef>
                <a:spcAft>
                  <a:spcPts val="0"/>
                </a:spcAft>
                <a:buNone/>
              </a:pPr>
              <a:r>
                <a:t/>
              </a:r>
              <a:endParaRPr b="1" sz="1000">
                <a:latin typeface="Roboto"/>
                <a:ea typeface="Roboto"/>
                <a:cs typeface="Roboto"/>
                <a:sym typeface="Roboto"/>
              </a:endParaRPr>
            </a:p>
            <a:p>
              <a:pPr indent="0" lvl="0" marL="0" rtl="0" algn="l">
                <a:spcBef>
                  <a:spcPts val="0"/>
                </a:spcBef>
                <a:spcAft>
                  <a:spcPts val="1600"/>
                </a:spcAft>
                <a:buNone/>
              </a:pPr>
              <a:r>
                <a:rPr lang="en-US" sz="1000">
                  <a:latin typeface="Roboto"/>
                  <a:ea typeface="Roboto"/>
                  <a:cs typeface="Roboto"/>
                  <a:sym typeface="Roboto"/>
                </a:rPr>
                <a:t>CAD (Computer Aided Design) Development to create the initial CAD designs for the camera housing tailored to incorporate essential optical components (lens system, LED illumination) and a smartphone adapter. Low-cost electronic and optical components appropriate for fundoscopic imaging will be selected. Utilize 3D printing to produce the initial prototype housings.</a:t>
              </a:r>
              <a:endParaRPr b="1" sz="1000">
                <a:latin typeface="Roboto"/>
                <a:ea typeface="Roboto"/>
                <a:cs typeface="Roboto"/>
                <a:sym typeface="Roboto"/>
              </a:endParaRPr>
            </a:p>
          </p:txBody>
        </p:sp>
        <p:cxnSp>
          <p:nvCxnSpPr>
            <p:cNvPr id="133" name="Google Shape;133;p13"/>
            <p:cNvCxnSpPr/>
            <p:nvPr/>
          </p:nvCxnSpPr>
          <p:spPr>
            <a:xfrm>
              <a:off x="5209838" y="3648300"/>
              <a:ext cx="1286700" cy="0"/>
            </a:xfrm>
            <a:prstGeom prst="straightConnector1">
              <a:avLst/>
            </a:prstGeom>
            <a:noFill/>
            <a:ln cap="flat" cmpd="sng" w="9525">
              <a:solidFill>
                <a:srgbClr val="1D7E75"/>
              </a:solidFill>
              <a:prstDash val="solid"/>
              <a:round/>
              <a:headEnd len="sm" w="sm" type="none"/>
              <a:tailEnd len="med" w="med" type="oval"/>
            </a:ln>
          </p:spPr>
        </p:cxnSp>
      </p:grpSp>
      <p:grpSp>
        <p:nvGrpSpPr>
          <p:cNvPr id="134" name="Google Shape;134;p13"/>
          <p:cNvGrpSpPr/>
          <p:nvPr/>
        </p:nvGrpSpPr>
        <p:grpSpPr>
          <a:xfrm>
            <a:off x="14994662" y="17574839"/>
            <a:ext cx="2609728" cy="2593147"/>
            <a:chOff x="2662213" y="676344"/>
            <a:chExt cx="3814835" cy="3790597"/>
          </a:xfrm>
        </p:grpSpPr>
        <p:sp>
          <p:nvSpPr>
            <p:cNvPr id="135" name="Google Shape;135;p13"/>
            <p:cNvSpPr/>
            <p:nvPr/>
          </p:nvSpPr>
          <p:spPr>
            <a:xfrm rot="3600185">
              <a:off x="3169983" y="1184511"/>
              <a:ext cx="2774659" cy="2774659"/>
            </a:xfrm>
            <a:prstGeom prst="blockArc">
              <a:avLst>
                <a:gd fmla="val 12622480" name="adj1"/>
                <a:gd fmla="val 19781569" name="adj2"/>
                <a:gd fmla="val 20773" name="adj3"/>
              </a:avLst>
            </a:prstGeom>
            <a:solidFill>
              <a:srgbClr val="155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3"/>
            <p:cNvSpPr/>
            <p:nvPr/>
          </p:nvSpPr>
          <p:spPr>
            <a:xfrm rot="10800000">
              <a:off x="3183490" y="1163229"/>
              <a:ext cx="2774700" cy="2774700"/>
            </a:xfrm>
            <a:prstGeom prst="blockArc">
              <a:avLst>
                <a:gd fmla="val 12622480" name="adj1"/>
                <a:gd fmla="val 19662822" name="adj2"/>
                <a:gd fmla="val 20729" name="adj3"/>
              </a:avLst>
            </a:prstGeom>
            <a:solidFill>
              <a:srgbClr val="1D7E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3"/>
            <p:cNvSpPr/>
            <p:nvPr/>
          </p:nvSpPr>
          <p:spPr>
            <a:xfrm rot="-3600185">
              <a:off x="3194618" y="1184114"/>
              <a:ext cx="2774659" cy="2774659"/>
            </a:xfrm>
            <a:prstGeom prst="blockArc">
              <a:avLst>
                <a:gd fmla="val 12622480" name="adj1"/>
                <a:gd fmla="val 19703271" name="adj2"/>
                <a:gd fmla="val 20851" name="adj3"/>
              </a:avLst>
            </a:prstGeom>
            <a:solidFill>
              <a:srgbClr val="249C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8" name="Google Shape;138;p13"/>
            <p:cNvGrpSpPr/>
            <p:nvPr/>
          </p:nvGrpSpPr>
          <p:grpSpPr>
            <a:xfrm rot="-7200165">
              <a:off x="3337679" y="2826785"/>
              <a:ext cx="585011" cy="585536"/>
              <a:chOff x="1967628" y="812211"/>
              <a:chExt cx="588000" cy="588000"/>
            </a:xfrm>
          </p:grpSpPr>
          <p:sp>
            <p:nvSpPr>
              <p:cNvPr id="139" name="Google Shape;139;p13"/>
              <p:cNvSpPr/>
              <p:nvPr/>
            </p:nvSpPr>
            <p:spPr>
              <a:xfrm rot="39023">
                <a:off x="1970909" y="815492"/>
                <a:ext cx="581437" cy="581437"/>
              </a:xfrm>
              <a:prstGeom prst="pie">
                <a:avLst>
                  <a:gd fmla="val 6190354" name="adj1"/>
                  <a:gd fmla="val 14996165" name="adj2"/>
                </a:avLst>
              </a:prstGeom>
              <a:solidFill>
                <a:srgbClr val="249C91"/>
              </a:solidFill>
              <a:ln>
                <a:noFill/>
              </a:ln>
              <a:effectLst>
                <a:outerShdw blurRad="142875" rotWithShape="0" algn="bl">
                  <a:srgbClr val="000000">
                    <a:alpha val="4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3"/>
              <p:cNvSpPr/>
              <p:nvPr/>
            </p:nvSpPr>
            <p:spPr>
              <a:xfrm rot="10800000">
                <a:off x="1970875" y="815525"/>
                <a:ext cx="581400" cy="581400"/>
              </a:xfrm>
              <a:prstGeom prst="pie">
                <a:avLst>
                  <a:gd fmla="val 4028252" name="adj1"/>
                  <a:gd fmla="val 17183677" name="adj2"/>
                </a:avLst>
              </a:prstGeom>
              <a:solidFill>
                <a:srgbClr val="249C9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1" name="Google Shape;141;p13"/>
            <p:cNvGrpSpPr/>
            <p:nvPr/>
          </p:nvGrpSpPr>
          <p:grpSpPr>
            <a:xfrm>
              <a:off x="4264097" y="1180331"/>
              <a:ext cx="585001" cy="585530"/>
              <a:chOff x="1970048" y="811613"/>
              <a:chExt cx="588000" cy="588000"/>
            </a:xfrm>
          </p:grpSpPr>
          <p:sp>
            <p:nvSpPr>
              <p:cNvPr id="142" name="Google Shape;142;p13"/>
              <p:cNvSpPr/>
              <p:nvPr/>
            </p:nvSpPr>
            <p:spPr>
              <a:xfrm rot="39023">
                <a:off x="1973329" y="814894"/>
                <a:ext cx="581437" cy="581437"/>
              </a:xfrm>
              <a:prstGeom prst="pie">
                <a:avLst>
                  <a:gd fmla="val 6190354" name="adj1"/>
                  <a:gd fmla="val 14996165" name="adj2"/>
                </a:avLst>
              </a:prstGeom>
              <a:solidFill>
                <a:srgbClr val="155B55"/>
              </a:solidFill>
              <a:ln>
                <a:noFill/>
              </a:ln>
              <a:effectLst>
                <a:outerShdw blurRad="142875" rotWithShape="0" algn="bl">
                  <a:srgbClr val="000000">
                    <a:alpha val="4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3"/>
              <p:cNvSpPr/>
              <p:nvPr/>
            </p:nvSpPr>
            <p:spPr>
              <a:xfrm rot="10800000">
                <a:off x="1973295" y="814927"/>
                <a:ext cx="581400" cy="581400"/>
              </a:xfrm>
              <a:prstGeom prst="pie">
                <a:avLst>
                  <a:gd fmla="val 4028252" name="adj1"/>
                  <a:gd fmla="val 17183677" name="adj2"/>
                </a:avLst>
              </a:prstGeom>
              <a:solidFill>
                <a:srgbClr val="155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 name="Google Shape;144;p13"/>
            <p:cNvGrpSpPr/>
            <p:nvPr/>
          </p:nvGrpSpPr>
          <p:grpSpPr>
            <a:xfrm rot="7200165">
              <a:off x="5229930" y="2804716"/>
              <a:ext cx="585011" cy="585536"/>
              <a:chOff x="1977085" y="811649"/>
              <a:chExt cx="588000" cy="588000"/>
            </a:xfrm>
          </p:grpSpPr>
          <p:sp>
            <p:nvSpPr>
              <p:cNvPr id="145" name="Google Shape;145;p13"/>
              <p:cNvSpPr/>
              <p:nvPr/>
            </p:nvSpPr>
            <p:spPr>
              <a:xfrm rot="39023">
                <a:off x="1980366" y="814930"/>
                <a:ext cx="581437" cy="581437"/>
              </a:xfrm>
              <a:prstGeom prst="pie">
                <a:avLst>
                  <a:gd fmla="val 6190354" name="adj1"/>
                  <a:gd fmla="val 14996165" name="adj2"/>
                </a:avLst>
              </a:prstGeom>
              <a:solidFill>
                <a:srgbClr val="1D7E75"/>
              </a:solidFill>
              <a:ln>
                <a:noFill/>
              </a:ln>
              <a:effectLst>
                <a:outerShdw blurRad="142875" rotWithShape="0" algn="bl">
                  <a:srgbClr val="000000">
                    <a:alpha val="43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3"/>
              <p:cNvSpPr/>
              <p:nvPr/>
            </p:nvSpPr>
            <p:spPr>
              <a:xfrm rot="10800000">
                <a:off x="1980332" y="814963"/>
                <a:ext cx="581400" cy="581400"/>
              </a:xfrm>
              <a:prstGeom prst="pie">
                <a:avLst>
                  <a:gd fmla="val 4028252" name="adj1"/>
                  <a:gd fmla="val 17183677" name="adj2"/>
                </a:avLst>
              </a:prstGeom>
              <a:solidFill>
                <a:srgbClr val="1D7E7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7" name="Google Shape;147;p13"/>
            <p:cNvSpPr txBox="1"/>
            <p:nvPr/>
          </p:nvSpPr>
          <p:spPr>
            <a:xfrm>
              <a:off x="4334550" y="1255312"/>
              <a:ext cx="509100" cy="267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rgbClr val="FFFFFF"/>
                  </a:solidFill>
                  <a:latin typeface="Roboto"/>
                  <a:ea typeface="Roboto"/>
                  <a:cs typeface="Roboto"/>
                  <a:sym typeface="Roboto"/>
                </a:rPr>
                <a:t>0 </a:t>
              </a:r>
              <a:endParaRPr b="1" sz="1600">
                <a:solidFill>
                  <a:srgbClr val="FFFFFF"/>
                </a:solidFill>
                <a:latin typeface="Roboto"/>
                <a:ea typeface="Roboto"/>
                <a:cs typeface="Roboto"/>
                <a:sym typeface="Roboto"/>
              </a:endParaRPr>
            </a:p>
          </p:txBody>
        </p:sp>
        <p:sp>
          <p:nvSpPr>
            <p:cNvPr id="148" name="Google Shape;148;p13"/>
            <p:cNvSpPr txBox="1"/>
            <p:nvPr/>
          </p:nvSpPr>
          <p:spPr>
            <a:xfrm>
              <a:off x="3375648" y="2887440"/>
              <a:ext cx="509100" cy="267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rgbClr val="FFFFFF"/>
                  </a:solidFill>
                  <a:latin typeface="Roboto"/>
                  <a:ea typeface="Roboto"/>
                  <a:cs typeface="Roboto"/>
                  <a:sym typeface="Roboto"/>
                </a:rPr>
                <a:t>01 </a:t>
              </a:r>
              <a:endParaRPr b="1" sz="1600">
                <a:solidFill>
                  <a:srgbClr val="FFFFFF"/>
                </a:solidFill>
                <a:latin typeface="Roboto"/>
                <a:ea typeface="Roboto"/>
                <a:cs typeface="Roboto"/>
                <a:sym typeface="Roboto"/>
              </a:endParaRPr>
            </a:p>
          </p:txBody>
        </p:sp>
        <p:sp>
          <p:nvSpPr>
            <p:cNvPr id="149" name="Google Shape;149;p13"/>
            <p:cNvSpPr txBox="1"/>
            <p:nvPr/>
          </p:nvSpPr>
          <p:spPr>
            <a:xfrm>
              <a:off x="5281877" y="2857865"/>
              <a:ext cx="509100" cy="267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rgbClr val="FFFFFF"/>
                  </a:solidFill>
                  <a:latin typeface="Roboto"/>
                  <a:ea typeface="Roboto"/>
                  <a:cs typeface="Roboto"/>
                  <a:sym typeface="Roboto"/>
                </a:rPr>
                <a:t>0 </a:t>
              </a:r>
              <a:endParaRPr b="1" sz="1600">
                <a:solidFill>
                  <a:srgbClr val="FFFFFF"/>
                </a:solidFill>
                <a:latin typeface="Roboto"/>
                <a:ea typeface="Roboto"/>
                <a:cs typeface="Roboto"/>
                <a:sym typeface="Roboto"/>
              </a:endParaRPr>
            </a:p>
          </p:txBody>
        </p:sp>
      </p:grpSp>
      <p:grpSp>
        <p:nvGrpSpPr>
          <p:cNvPr id="150" name="Google Shape;150;p13"/>
          <p:cNvGrpSpPr/>
          <p:nvPr/>
        </p:nvGrpSpPr>
        <p:grpSpPr>
          <a:xfrm>
            <a:off x="15102758" y="17686337"/>
            <a:ext cx="2172154" cy="2172154"/>
            <a:chOff x="2820225" y="891450"/>
            <a:chExt cx="3175200" cy="3175200"/>
          </a:xfrm>
        </p:grpSpPr>
        <p:sp>
          <p:nvSpPr>
            <p:cNvPr id="151" name="Google Shape;151;p13"/>
            <p:cNvSpPr/>
            <p:nvPr/>
          </p:nvSpPr>
          <p:spPr>
            <a:xfrm rot="10800000">
              <a:off x="2820225" y="891450"/>
              <a:ext cx="3175200" cy="3175200"/>
            </a:xfrm>
            <a:prstGeom prst="blockArc">
              <a:avLst>
                <a:gd fmla="val 5399801" name="adj1"/>
                <a:gd fmla="val 3012680" name="adj2"/>
                <a:gd fmla="val 6939" name="adj3"/>
              </a:avLst>
            </a:prstGeom>
            <a:solidFill>
              <a:srgbClr val="83E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3"/>
            <p:cNvSpPr/>
            <p:nvPr/>
          </p:nvSpPr>
          <p:spPr>
            <a:xfrm rot="10800000">
              <a:off x="3175023" y="1179900"/>
              <a:ext cx="450600" cy="450600"/>
            </a:xfrm>
            <a:prstGeom prst="rtTriangle">
              <a:avLst/>
            </a:prstGeom>
            <a:solidFill>
              <a:srgbClr val="83E3D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 name="Google Shape;153;p13"/>
          <p:cNvGrpSpPr/>
          <p:nvPr/>
        </p:nvGrpSpPr>
        <p:grpSpPr>
          <a:xfrm>
            <a:off x="16683132" y="18733848"/>
            <a:ext cx="911426" cy="625746"/>
            <a:chOff x="5130375" y="2422675"/>
            <a:chExt cx="1332300" cy="914700"/>
          </a:xfrm>
        </p:grpSpPr>
        <p:sp>
          <p:nvSpPr>
            <p:cNvPr id="154" name="Google Shape;154;p13"/>
            <p:cNvSpPr/>
            <p:nvPr/>
          </p:nvSpPr>
          <p:spPr>
            <a:xfrm>
              <a:off x="5130375" y="2707675"/>
              <a:ext cx="1332300" cy="629700"/>
            </a:xfrm>
            <a:prstGeom prst="rect">
              <a:avLst/>
            </a:prstGeom>
            <a:solidFill>
              <a:srgbClr val="1B786F"/>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800">
                  <a:solidFill>
                    <a:srgbClr val="FFFFFF"/>
                  </a:solidFill>
                  <a:latin typeface="Roboto"/>
                  <a:ea typeface="Roboto"/>
                  <a:cs typeface="Roboto"/>
                  <a:sym typeface="Roboto"/>
                </a:rPr>
                <a:t>Prototype Production</a:t>
              </a:r>
              <a:endParaRPr sz="800">
                <a:solidFill>
                  <a:srgbClr val="FFFFFF"/>
                </a:solidFill>
              </a:endParaRPr>
            </a:p>
            <a:p>
              <a:pPr indent="0" lvl="0" marL="0" rtl="0" algn="l">
                <a:spcBef>
                  <a:spcPts val="0"/>
                </a:spcBef>
                <a:spcAft>
                  <a:spcPts val="0"/>
                </a:spcAft>
                <a:buNone/>
              </a:pPr>
              <a:r>
                <a:t/>
              </a:r>
              <a:endParaRPr sz="800">
                <a:solidFill>
                  <a:srgbClr val="FFFFFF"/>
                </a:solidFill>
                <a:latin typeface="Roboto"/>
                <a:ea typeface="Roboto"/>
                <a:cs typeface="Roboto"/>
                <a:sym typeface="Roboto"/>
              </a:endParaRPr>
            </a:p>
          </p:txBody>
        </p:sp>
        <p:sp>
          <p:nvSpPr>
            <p:cNvPr id="155" name="Google Shape;155;p13"/>
            <p:cNvSpPr/>
            <p:nvPr/>
          </p:nvSpPr>
          <p:spPr>
            <a:xfrm>
              <a:off x="5130375" y="2422675"/>
              <a:ext cx="1332300" cy="285000"/>
            </a:xfrm>
            <a:prstGeom prst="round1Rect">
              <a:avLst>
                <a:gd fmla="val 50000" name="adj"/>
              </a:avLst>
            </a:prstGeom>
            <a:solidFill>
              <a:srgbClr val="155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800">
                <a:solidFill>
                  <a:srgbClr val="FFFFFF"/>
                </a:solidFill>
              </a:endParaRPr>
            </a:p>
          </p:txBody>
        </p:sp>
      </p:grpSp>
      <p:grpSp>
        <p:nvGrpSpPr>
          <p:cNvPr id="156" name="Google Shape;156;p13"/>
          <p:cNvGrpSpPr/>
          <p:nvPr/>
        </p:nvGrpSpPr>
        <p:grpSpPr>
          <a:xfrm>
            <a:off x="15880305" y="17639269"/>
            <a:ext cx="911426" cy="625746"/>
            <a:chOff x="3798075" y="709250"/>
            <a:chExt cx="1332300" cy="914700"/>
          </a:xfrm>
        </p:grpSpPr>
        <p:sp>
          <p:nvSpPr>
            <p:cNvPr id="157" name="Google Shape;157;p13"/>
            <p:cNvSpPr/>
            <p:nvPr/>
          </p:nvSpPr>
          <p:spPr>
            <a:xfrm>
              <a:off x="3798075" y="994250"/>
              <a:ext cx="1332300" cy="629700"/>
            </a:xfrm>
            <a:prstGeom prst="rect">
              <a:avLst/>
            </a:prstGeom>
            <a:solidFill>
              <a:srgbClr val="1B786F"/>
            </a:solid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800">
                  <a:solidFill>
                    <a:srgbClr val="FFFFFF"/>
                  </a:solidFill>
                  <a:latin typeface="Roboto"/>
                  <a:ea typeface="Roboto"/>
                  <a:cs typeface="Roboto"/>
                  <a:sym typeface="Roboto"/>
                </a:rPr>
                <a:t>Design/</a:t>
              </a:r>
              <a:endParaRPr sz="800">
                <a:solidFill>
                  <a:srgbClr val="FFFFFF"/>
                </a:solidFill>
                <a:latin typeface="Roboto"/>
                <a:ea typeface="Roboto"/>
                <a:cs typeface="Roboto"/>
                <a:sym typeface="Roboto"/>
              </a:endParaRPr>
            </a:p>
            <a:p>
              <a:pPr indent="0" lvl="0" marL="0" rtl="0" algn="ctr">
                <a:spcBef>
                  <a:spcPts val="0"/>
                </a:spcBef>
                <a:spcAft>
                  <a:spcPts val="0"/>
                </a:spcAft>
                <a:buNone/>
              </a:pPr>
              <a:r>
                <a:rPr lang="en-US" sz="800">
                  <a:solidFill>
                    <a:srgbClr val="FFFFFF"/>
                  </a:solidFill>
                  <a:latin typeface="Roboto"/>
                  <a:ea typeface="Roboto"/>
                  <a:cs typeface="Roboto"/>
                  <a:sym typeface="Roboto"/>
                </a:rPr>
                <a:t>Revision</a:t>
              </a:r>
              <a:endParaRPr sz="800">
                <a:solidFill>
                  <a:srgbClr val="FFFFFF"/>
                </a:solidFill>
              </a:endParaRPr>
            </a:p>
            <a:p>
              <a:pPr indent="0" lvl="0" marL="0" rtl="0" algn="l">
                <a:spcBef>
                  <a:spcPts val="0"/>
                </a:spcBef>
                <a:spcAft>
                  <a:spcPts val="0"/>
                </a:spcAft>
                <a:buNone/>
              </a:pPr>
              <a:r>
                <a:t/>
              </a:r>
              <a:endParaRPr>
                <a:solidFill>
                  <a:srgbClr val="FFFFFF"/>
                </a:solidFill>
              </a:endParaRPr>
            </a:p>
          </p:txBody>
        </p:sp>
        <p:sp>
          <p:nvSpPr>
            <p:cNvPr id="158" name="Google Shape;158;p13"/>
            <p:cNvSpPr/>
            <p:nvPr/>
          </p:nvSpPr>
          <p:spPr>
            <a:xfrm>
              <a:off x="3798075" y="709250"/>
              <a:ext cx="1332300" cy="285000"/>
            </a:xfrm>
            <a:prstGeom prst="round1Rect">
              <a:avLst>
                <a:gd fmla="val 50000" name="adj"/>
              </a:avLst>
            </a:prstGeom>
            <a:solidFill>
              <a:srgbClr val="155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800">
                <a:solidFill>
                  <a:srgbClr val="FFFFFF"/>
                </a:solidFill>
              </a:endParaRPr>
            </a:p>
          </p:txBody>
        </p:sp>
      </p:grpSp>
      <p:grpSp>
        <p:nvGrpSpPr>
          <p:cNvPr id="159" name="Google Shape;159;p13"/>
          <p:cNvGrpSpPr/>
          <p:nvPr/>
        </p:nvGrpSpPr>
        <p:grpSpPr>
          <a:xfrm>
            <a:off x="14999929" y="18982098"/>
            <a:ext cx="911426" cy="625746"/>
            <a:chOff x="2465775" y="2422675"/>
            <a:chExt cx="1332300" cy="914700"/>
          </a:xfrm>
        </p:grpSpPr>
        <p:sp>
          <p:nvSpPr>
            <p:cNvPr id="160" name="Google Shape;160;p13"/>
            <p:cNvSpPr/>
            <p:nvPr/>
          </p:nvSpPr>
          <p:spPr>
            <a:xfrm>
              <a:off x="2465775" y="2707675"/>
              <a:ext cx="1332300" cy="629700"/>
            </a:xfrm>
            <a:prstGeom prst="rect">
              <a:avLst/>
            </a:prstGeom>
            <a:solidFill>
              <a:srgbClr val="1B786F"/>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800">
                  <a:solidFill>
                    <a:srgbClr val="FFFFFF"/>
                  </a:solidFill>
                  <a:latin typeface="Roboto"/>
                  <a:ea typeface="Roboto"/>
                  <a:cs typeface="Roboto"/>
                  <a:sym typeface="Roboto"/>
                </a:rPr>
                <a:t>Feedback Phase</a:t>
              </a:r>
              <a:endParaRPr sz="800">
                <a:solidFill>
                  <a:srgbClr val="FFFFFF"/>
                </a:solidFill>
              </a:endParaRPr>
            </a:p>
            <a:p>
              <a:pPr indent="0" lvl="0" marL="0" rtl="0" algn="l">
                <a:spcBef>
                  <a:spcPts val="0"/>
                </a:spcBef>
                <a:spcAft>
                  <a:spcPts val="0"/>
                </a:spcAft>
                <a:buNone/>
              </a:pPr>
              <a:r>
                <a:t/>
              </a:r>
              <a:endParaRPr>
                <a:solidFill>
                  <a:srgbClr val="FFFFFF"/>
                </a:solidFill>
              </a:endParaRPr>
            </a:p>
          </p:txBody>
        </p:sp>
        <p:sp>
          <p:nvSpPr>
            <p:cNvPr id="161" name="Google Shape;161;p13"/>
            <p:cNvSpPr/>
            <p:nvPr/>
          </p:nvSpPr>
          <p:spPr>
            <a:xfrm>
              <a:off x="2465775" y="2422675"/>
              <a:ext cx="1332300" cy="285000"/>
            </a:xfrm>
            <a:prstGeom prst="round1Rect">
              <a:avLst>
                <a:gd fmla="val 50000" name="adj"/>
              </a:avLst>
            </a:prstGeom>
            <a:solidFill>
              <a:srgbClr val="155B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sz="800">
                <a:solidFill>
                  <a:srgbClr val="FFFFFF"/>
                </a:solidFill>
              </a:endParaRPr>
            </a:p>
          </p:txBody>
        </p:sp>
      </p:grpSp>
      <p:pic>
        <p:nvPicPr>
          <p:cNvPr id="162" name="Google Shape;162;p13"/>
          <p:cNvPicPr preferRelativeResize="0"/>
          <p:nvPr/>
        </p:nvPicPr>
        <p:blipFill>
          <a:blip r:embed="rId3">
            <a:alphaModFix/>
          </a:blip>
          <a:stretch>
            <a:fillRect/>
          </a:stretch>
        </p:blipFill>
        <p:spPr>
          <a:xfrm>
            <a:off x="641975" y="18265013"/>
            <a:ext cx="3609975" cy="3476625"/>
          </a:xfrm>
          <a:prstGeom prst="rect">
            <a:avLst/>
          </a:prstGeom>
          <a:noFill/>
          <a:ln>
            <a:noFill/>
          </a:ln>
        </p:spPr>
      </p:pic>
      <p:sp>
        <p:nvSpPr>
          <p:cNvPr id="163" name="Google Shape;163;p13"/>
          <p:cNvSpPr txBox="1"/>
          <p:nvPr/>
        </p:nvSpPr>
        <p:spPr>
          <a:xfrm>
            <a:off x="7473988" y="12761100"/>
            <a:ext cx="4217100" cy="1916400"/>
          </a:xfrm>
          <a:prstGeom prst="rect">
            <a:avLst/>
          </a:prstGeom>
          <a:noFill/>
          <a:ln>
            <a:noFill/>
          </a:ln>
        </p:spPr>
        <p:txBody>
          <a:bodyPr anchorCtr="0" anchor="t" bIns="45700" lIns="91425" spcFirstLastPara="1" rIns="91425" wrap="square" tIns="45700">
            <a:spAutoFit/>
          </a:bodyPr>
          <a:lstStyle/>
          <a:p>
            <a:pPr indent="-323850" lvl="0" marL="457200" rtl="0" algn="l">
              <a:lnSpc>
                <a:spcPct val="115000"/>
              </a:lnSpc>
              <a:spcBef>
                <a:spcPts val="0"/>
              </a:spcBef>
              <a:spcAft>
                <a:spcPts val="0"/>
              </a:spcAft>
              <a:buClr>
                <a:schemeClr val="dk1"/>
              </a:buClr>
              <a:buSzPts val="1500"/>
              <a:buChar char="●"/>
            </a:pPr>
            <a:r>
              <a:rPr lang="en-US" sz="1500">
                <a:solidFill>
                  <a:schemeClr val="dk1"/>
                </a:solidFill>
              </a:rPr>
              <a:t>Lenses</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20 diopter</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90 diopter</a:t>
            </a:r>
            <a:endParaRPr sz="1500">
              <a:solidFill>
                <a:schemeClr val="dk1"/>
              </a:solidFill>
            </a:endParaRPr>
          </a:p>
          <a:p>
            <a:pPr indent="-323850" lvl="0" marL="457200" rtl="0" algn="l">
              <a:lnSpc>
                <a:spcPct val="115000"/>
              </a:lnSpc>
              <a:spcBef>
                <a:spcPts val="0"/>
              </a:spcBef>
              <a:spcAft>
                <a:spcPts val="0"/>
              </a:spcAft>
              <a:buClr>
                <a:schemeClr val="dk1"/>
              </a:buClr>
              <a:buSzPts val="1500"/>
              <a:buChar char="●"/>
            </a:pPr>
            <a:r>
              <a:rPr lang="en-US" sz="1500">
                <a:solidFill>
                  <a:schemeClr val="dk1"/>
                </a:solidFill>
              </a:rPr>
              <a:t>iPhone</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16 (Standard)</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16 Pro Max</a:t>
            </a:r>
            <a:endParaRPr sz="1500">
              <a:solidFill>
                <a:schemeClr val="dk1"/>
              </a:solidFill>
            </a:endParaRPr>
          </a:p>
          <a:p>
            <a:pPr indent="0" lvl="0" marL="0" marR="0" rtl="0" algn="ctr">
              <a:spcBef>
                <a:spcPts val="0"/>
              </a:spcBef>
              <a:spcAft>
                <a:spcPts val="0"/>
              </a:spcAft>
              <a:buNone/>
            </a:pPr>
            <a:r>
              <a:t/>
            </a:r>
            <a:endParaRPr sz="1500">
              <a:solidFill>
                <a:schemeClr val="dk1"/>
              </a:solidFill>
            </a:endParaRPr>
          </a:p>
        </p:txBody>
      </p:sp>
      <p:sp>
        <p:nvSpPr>
          <p:cNvPr id="164" name="Google Shape;164;p13"/>
          <p:cNvSpPr/>
          <p:nvPr/>
        </p:nvSpPr>
        <p:spPr>
          <a:xfrm>
            <a:off x="22511712" y="12972850"/>
            <a:ext cx="3862800" cy="4017300"/>
          </a:xfrm>
          <a:prstGeom prst="roundRect">
            <a:avLst>
              <a:gd fmla="val 16667" name="adj"/>
            </a:avLst>
          </a:prstGeom>
          <a:solidFill>
            <a:srgbClr val="9FC5E8"/>
          </a:solidFill>
          <a:ln cap="flat" cmpd="sng" w="9525">
            <a:solidFill>
              <a:srgbClr val="CFE2F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65" name="Google Shape;165;p13" title="image000001.jpg"/>
          <p:cNvPicPr preferRelativeResize="0"/>
          <p:nvPr/>
        </p:nvPicPr>
        <p:blipFill rotWithShape="1">
          <a:blip r:embed="rId4">
            <a:alphaModFix/>
          </a:blip>
          <a:srcRect b="17223" l="10927" r="13759" t="27053"/>
          <a:stretch/>
        </p:blipFill>
        <p:spPr>
          <a:xfrm>
            <a:off x="24480248" y="13644188"/>
            <a:ext cx="1248390" cy="1210520"/>
          </a:xfrm>
          <a:prstGeom prst="rect">
            <a:avLst/>
          </a:prstGeom>
          <a:noFill/>
          <a:ln>
            <a:noFill/>
          </a:ln>
          <a:effectLst>
            <a:outerShdw blurRad="57150" rotWithShape="0" algn="bl" dir="5400000" dist="19050">
              <a:srgbClr val="000000">
                <a:alpha val="50000"/>
              </a:srgbClr>
            </a:outerShdw>
          </a:effectLst>
        </p:spPr>
      </p:pic>
      <p:pic>
        <p:nvPicPr>
          <p:cNvPr id="166" name="Google Shape;166;p13" title="image000002.jpg"/>
          <p:cNvPicPr preferRelativeResize="0"/>
          <p:nvPr/>
        </p:nvPicPr>
        <p:blipFill rotWithShape="1">
          <a:blip r:embed="rId5">
            <a:alphaModFix/>
          </a:blip>
          <a:srcRect b="7666" l="29065" r="21343" t="25492"/>
          <a:stretch/>
        </p:blipFill>
        <p:spPr>
          <a:xfrm>
            <a:off x="22891413" y="13851170"/>
            <a:ext cx="1388592" cy="2452768"/>
          </a:xfrm>
          <a:prstGeom prst="rect">
            <a:avLst/>
          </a:prstGeom>
          <a:noFill/>
          <a:ln>
            <a:noFill/>
          </a:ln>
          <a:effectLst>
            <a:outerShdw blurRad="57150" rotWithShape="0" algn="bl" dir="5400000" dist="19050">
              <a:srgbClr val="000000">
                <a:alpha val="50000"/>
              </a:srgbClr>
            </a:outerShdw>
          </a:effectLst>
        </p:spPr>
      </p:pic>
      <p:pic>
        <p:nvPicPr>
          <p:cNvPr id="167" name="Google Shape;167;p13" title="IMG_6328.DNG"/>
          <p:cNvPicPr preferRelativeResize="0"/>
          <p:nvPr/>
        </p:nvPicPr>
        <p:blipFill rotWithShape="1">
          <a:blip r:embed="rId6">
            <a:alphaModFix/>
          </a:blip>
          <a:srcRect b="30789" l="13660" r="21597" t="17541"/>
          <a:stretch/>
        </p:blipFill>
        <p:spPr>
          <a:xfrm>
            <a:off x="24480277" y="15085066"/>
            <a:ext cx="1388582" cy="1452303"/>
          </a:xfrm>
          <a:prstGeom prst="rect">
            <a:avLst/>
          </a:prstGeom>
          <a:noFill/>
          <a:ln>
            <a:noFill/>
          </a:ln>
          <a:effectLst>
            <a:outerShdw blurRad="57150" rotWithShape="0" algn="bl" dir="5400000" dist="19050">
              <a:srgbClr val="000000">
                <a:alpha val="50000"/>
              </a:srgbClr>
            </a:outerShdw>
          </a:effectLst>
        </p:spPr>
      </p:pic>
      <p:sp>
        <p:nvSpPr>
          <p:cNvPr id="168" name="Google Shape;168;p13"/>
          <p:cNvSpPr/>
          <p:nvPr/>
        </p:nvSpPr>
        <p:spPr>
          <a:xfrm>
            <a:off x="26724334" y="13086217"/>
            <a:ext cx="3994200" cy="3887400"/>
          </a:xfrm>
          <a:prstGeom prst="roundRect">
            <a:avLst>
              <a:gd fmla="val 16667" name="adj"/>
            </a:avLst>
          </a:prstGeom>
          <a:solidFill>
            <a:srgbClr val="9FC5E8"/>
          </a:solidFill>
          <a:ln cap="flat" cmpd="sng" w="9525">
            <a:solidFill>
              <a:srgbClr val="CFE2F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69" name="Google Shape;169;p13" title="WIN_20250416_15_30_10_Pro.jpg"/>
          <p:cNvPicPr preferRelativeResize="0"/>
          <p:nvPr/>
        </p:nvPicPr>
        <p:blipFill rotWithShape="1">
          <a:blip r:embed="rId7">
            <a:alphaModFix/>
          </a:blip>
          <a:srcRect b="24373" l="39555" r="25402" t="19544"/>
          <a:stretch/>
        </p:blipFill>
        <p:spPr>
          <a:xfrm>
            <a:off x="26913560" y="14680896"/>
            <a:ext cx="1982184" cy="1734048"/>
          </a:xfrm>
          <a:prstGeom prst="rect">
            <a:avLst/>
          </a:prstGeom>
          <a:noFill/>
          <a:ln>
            <a:noFill/>
          </a:ln>
          <a:effectLst>
            <a:outerShdw blurRad="57150" rotWithShape="0" algn="bl" dir="5400000" dist="19050">
              <a:srgbClr val="000000">
                <a:alpha val="50000"/>
              </a:srgbClr>
            </a:outerShdw>
          </a:effectLst>
        </p:spPr>
      </p:pic>
      <p:pic>
        <p:nvPicPr>
          <p:cNvPr id="170" name="Google Shape;170;p13" title="WIN_20250416_15_31_49_Pro.jpg"/>
          <p:cNvPicPr preferRelativeResize="0"/>
          <p:nvPr/>
        </p:nvPicPr>
        <p:blipFill rotWithShape="1">
          <a:blip r:embed="rId8">
            <a:alphaModFix/>
          </a:blip>
          <a:srcRect b="18330" l="15280" r="9520" t="8139"/>
          <a:stretch/>
        </p:blipFill>
        <p:spPr>
          <a:xfrm>
            <a:off x="27698456" y="13293916"/>
            <a:ext cx="2350349" cy="1256264"/>
          </a:xfrm>
          <a:prstGeom prst="rect">
            <a:avLst/>
          </a:prstGeom>
          <a:noFill/>
          <a:ln>
            <a:noFill/>
          </a:ln>
          <a:effectLst>
            <a:outerShdw blurRad="57150" rotWithShape="0" algn="bl" dir="5400000" dist="19050">
              <a:srgbClr val="000000">
                <a:alpha val="50000"/>
              </a:srgbClr>
            </a:outerShdw>
          </a:effectLst>
        </p:spPr>
      </p:pic>
      <p:pic>
        <p:nvPicPr>
          <p:cNvPr id="171" name="Google Shape;171;p13" title="WIN_20250416_15_30_35_Pro.jpg"/>
          <p:cNvPicPr preferRelativeResize="0"/>
          <p:nvPr/>
        </p:nvPicPr>
        <p:blipFill rotWithShape="1">
          <a:blip r:embed="rId9">
            <a:alphaModFix/>
          </a:blip>
          <a:srcRect b="16031" l="23326" r="44832" t="16010"/>
          <a:stretch/>
        </p:blipFill>
        <p:spPr>
          <a:xfrm>
            <a:off x="29137016" y="14708190"/>
            <a:ext cx="1414560" cy="1650324"/>
          </a:xfrm>
          <a:prstGeom prst="rect">
            <a:avLst/>
          </a:prstGeom>
          <a:noFill/>
          <a:ln>
            <a:noFill/>
          </a:ln>
          <a:effectLst>
            <a:outerShdw blurRad="57150" rotWithShape="0" algn="bl" dir="5400000" dist="19050">
              <a:srgbClr val="000000">
                <a:alpha val="50000"/>
              </a:srgbClr>
            </a:outerShdw>
          </a:effectLst>
        </p:spPr>
      </p:pic>
      <p:sp>
        <p:nvSpPr>
          <p:cNvPr id="172" name="Google Shape;172;p13"/>
          <p:cNvSpPr txBox="1"/>
          <p:nvPr/>
        </p:nvSpPr>
        <p:spPr>
          <a:xfrm>
            <a:off x="22609599" y="13263200"/>
            <a:ext cx="1822800" cy="217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chemeClr val="dk1"/>
                </a:solidFill>
              </a:rPr>
              <a:t>Fig. 1 Prototype 3</a:t>
            </a:r>
            <a:endParaRPr b="1" sz="1500">
              <a:solidFill>
                <a:schemeClr val="dk1"/>
              </a:solidFill>
            </a:endParaRPr>
          </a:p>
        </p:txBody>
      </p:sp>
      <p:sp>
        <p:nvSpPr>
          <p:cNvPr id="173" name="Google Shape;173;p13"/>
          <p:cNvSpPr txBox="1"/>
          <p:nvPr/>
        </p:nvSpPr>
        <p:spPr>
          <a:xfrm>
            <a:off x="27043854" y="16444755"/>
            <a:ext cx="3543300" cy="38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500">
                <a:solidFill>
                  <a:schemeClr val="dk1"/>
                </a:solidFill>
              </a:rPr>
              <a:t>Fig.2 </a:t>
            </a:r>
            <a:r>
              <a:rPr b="1" lang="en-US" sz="1500">
                <a:solidFill>
                  <a:schemeClr val="dk1"/>
                </a:solidFill>
              </a:rPr>
              <a:t>Prototype 5 (Final)</a:t>
            </a:r>
            <a:endParaRPr b="1" sz="1500">
              <a:solidFill>
                <a:schemeClr val="dk1"/>
              </a:solidFill>
            </a:endParaRPr>
          </a:p>
        </p:txBody>
      </p:sp>
      <p:pic>
        <p:nvPicPr>
          <p:cNvPr descr="Graduate Medical Education Home Page" id="174" name="Google Shape;174;p13"/>
          <p:cNvPicPr preferRelativeResize="0"/>
          <p:nvPr/>
        </p:nvPicPr>
        <p:blipFill rotWithShape="1">
          <a:blip r:embed="rId10">
            <a:alphaModFix/>
          </a:blip>
          <a:srcRect b="0" l="0" r="0" t="0"/>
          <a:stretch/>
        </p:blipFill>
        <p:spPr>
          <a:xfrm>
            <a:off x="1121460" y="739208"/>
            <a:ext cx="3470030" cy="3595642"/>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