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32918400" cy="21945600"/>
  <p:notesSz cx="6858000" cy="9144000"/>
  <p:embeddedFontLst>
    <p:embeddedFont>
      <p:font typeface="Helvetica Neue" panose="02000503000000020004" pitchFamily="2" charset="0"/>
      <p:regular r:id="rId4"/>
      <p:bold r:id="rId5"/>
      <p:italic r:id="rId6"/>
      <p:boldItalic r:id="rId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0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0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0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0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0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0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0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0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0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6912" userDrawn="1">
          <p15:clr>
            <a:srgbClr val="A4A3A4"/>
          </p15:clr>
        </p15:guide>
        <p15:guide id="2" pos="10368" userDrawn="1">
          <p15:clr>
            <a:srgbClr val="A4A3A4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1" roundtripDataSignature="AMtx7mjfi6Ew2RIl545R+0Hskvs6ap+gK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807"/>
    <p:restoredTop sz="94684"/>
  </p:normalViewPr>
  <p:slideViewPr>
    <p:cSldViewPr snapToGrid="0">
      <p:cViewPr>
        <p:scale>
          <a:sx n="65" d="100"/>
          <a:sy n="65" d="100"/>
        </p:scale>
        <p:origin x="1240" y="-48"/>
      </p:cViewPr>
      <p:guideLst>
        <p:guide orient="horz" pos="6912"/>
        <p:guide pos="10368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font" Target="fonts/font1.fntdata"/><Relationship Id="rId5" Type="http://schemas.openxmlformats.org/officeDocument/2006/relationships/font" Target="fonts/font2.fntdata"/><Relationship Id="rId6" Type="http://schemas.openxmlformats.org/officeDocument/2006/relationships/font" Target="fonts/font3.fntdata"/><Relationship Id="rId7" Type="http://schemas.openxmlformats.org/officeDocument/2006/relationships/font" Target="fonts/font4.fntdata"/><Relationship Id="rId11" Type="http://customschemas.google.com/relationships/presentationmetadata" Target="metadata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1114425" y="1143000"/>
            <a:ext cx="46291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0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0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0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0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0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0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0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0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0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14425" y="1143000"/>
            <a:ext cx="46291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6" name="Google Shape;86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87" name="Google Shape;87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7"/>
          <p:cNvSpPr txBox="1">
            <a:spLocks noGrp="1"/>
          </p:cNvSpPr>
          <p:nvPr>
            <p:ph type="ctrTitle"/>
          </p:nvPr>
        </p:nvSpPr>
        <p:spPr>
          <a:xfrm>
            <a:off x="2468880" y="3591561"/>
            <a:ext cx="27980640" cy="764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800"/>
              <a:buFont typeface="Calibri"/>
              <a:buNone/>
              <a:defRPr sz="19201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7"/>
          <p:cNvSpPr txBox="1">
            <a:spLocks noGrp="1"/>
          </p:cNvSpPr>
          <p:nvPr>
            <p:ph type="subTitle" idx="1"/>
          </p:nvPr>
        </p:nvSpPr>
        <p:spPr>
          <a:xfrm>
            <a:off x="4114800" y="11526521"/>
            <a:ext cx="24688800" cy="52984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3200"/>
              </a:spcBef>
              <a:spcAft>
                <a:spcPts val="0"/>
              </a:spcAft>
              <a:buClr>
                <a:schemeClr val="dk1"/>
              </a:buClr>
              <a:buSzPts val="11520"/>
              <a:buNone/>
              <a:defRPr sz="7680"/>
            </a:lvl1pPr>
            <a:lvl2pPr lvl="1" algn="ctr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9600"/>
              <a:buNone/>
              <a:defRPr sz="6400"/>
            </a:lvl2pPr>
            <a:lvl3pPr lvl="2" algn="ctr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8640"/>
              <a:buNone/>
              <a:defRPr sz="5760"/>
            </a:lvl3pPr>
            <a:lvl4pPr lvl="3" algn="ctr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5120"/>
            </a:lvl4pPr>
            <a:lvl5pPr lvl="4" algn="ctr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5120"/>
            </a:lvl5pPr>
            <a:lvl6pPr lvl="5" algn="ctr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5120"/>
            </a:lvl6pPr>
            <a:lvl7pPr lvl="6" algn="ctr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5120"/>
            </a:lvl7pPr>
            <a:lvl8pPr lvl="7" algn="ctr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5120"/>
            </a:lvl8pPr>
            <a:lvl9pPr lvl="8" algn="ctr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5120"/>
            </a:lvl9pPr>
          </a:lstStyle>
          <a:p>
            <a:endParaRPr/>
          </a:p>
        </p:txBody>
      </p:sp>
      <p:sp>
        <p:nvSpPr>
          <p:cNvPr id="18" name="Google Shape;18;p7"/>
          <p:cNvSpPr txBox="1">
            <a:spLocks noGrp="1"/>
          </p:cNvSpPr>
          <p:nvPr>
            <p:ph type="dt" idx="10"/>
          </p:nvPr>
        </p:nvSpPr>
        <p:spPr>
          <a:xfrm>
            <a:off x="2263140" y="20340325"/>
            <a:ext cx="7406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7"/>
          <p:cNvSpPr txBox="1">
            <a:spLocks noGrp="1"/>
          </p:cNvSpPr>
          <p:nvPr>
            <p:ph type="ftr" idx="11"/>
          </p:nvPr>
        </p:nvSpPr>
        <p:spPr>
          <a:xfrm>
            <a:off x="10904220" y="20340325"/>
            <a:ext cx="1110996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7"/>
          <p:cNvSpPr txBox="1">
            <a:spLocks noGrp="1"/>
          </p:cNvSpPr>
          <p:nvPr>
            <p:ph type="sldNum" idx="12"/>
          </p:nvPr>
        </p:nvSpPr>
        <p:spPr>
          <a:xfrm>
            <a:off x="23248620" y="20340325"/>
            <a:ext cx="7406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8"/>
          <p:cNvSpPr txBox="1">
            <a:spLocks noGrp="1"/>
          </p:cNvSpPr>
          <p:nvPr>
            <p:ph type="title"/>
          </p:nvPr>
        </p:nvSpPr>
        <p:spPr>
          <a:xfrm>
            <a:off x="2263140" y="1168405"/>
            <a:ext cx="28392120" cy="42418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8"/>
          <p:cNvSpPr txBox="1">
            <a:spLocks noGrp="1"/>
          </p:cNvSpPr>
          <p:nvPr>
            <p:ph type="body" idx="1"/>
          </p:nvPr>
        </p:nvSpPr>
        <p:spPr>
          <a:xfrm>
            <a:off x="2263140" y="5842000"/>
            <a:ext cx="28392120" cy="139242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15" lvl="0" indent="-228611" algn="l">
              <a:lnSpc>
                <a:spcPct val="90000"/>
              </a:lnSpc>
              <a:spcBef>
                <a:spcPts val="32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609630" lvl="1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914446" lvl="2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219261" lvl="3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1524076" lvl="4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1828891" lvl="5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2133707" lvl="6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2438522" lvl="7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2743337" lvl="8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8"/>
          <p:cNvSpPr txBox="1">
            <a:spLocks noGrp="1"/>
          </p:cNvSpPr>
          <p:nvPr>
            <p:ph type="dt" idx="10"/>
          </p:nvPr>
        </p:nvSpPr>
        <p:spPr>
          <a:xfrm>
            <a:off x="2263140" y="20340325"/>
            <a:ext cx="7406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8"/>
          <p:cNvSpPr txBox="1">
            <a:spLocks noGrp="1"/>
          </p:cNvSpPr>
          <p:nvPr>
            <p:ph type="ftr" idx="11"/>
          </p:nvPr>
        </p:nvSpPr>
        <p:spPr>
          <a:xfrm>
            <a:off x="10904220" y="20340325"/>
            <a:ext cx="1110996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8"/>
          <p:cNvSpPr txBox="1">
            <a:spLocks noGrp="1"/>
          </p:cNvSpPr>
          <p:nvPr>
            <p:ph type="sldNum" idx="12"/>
          </p:nvPr>
        </p:nvSpPr>
        <p:spPr>
          <a:xfrm>
            <a:off x="23248620" y="20340325"/>
            <a:ext cx="7406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9"/>
          <p:cNvSpPr txBox="1">
            <a:spLocks noGrp="1"/>
          </p:cNvSpPr>
          <p:nvPr>
            <p:ph type="title"/>
          </p:nvPr>
        </p:nvSpPr>
        <p:spPr>
          <a:xfrm>
            <a:off x="2245996" y="5471166"/>
            <a:ext cx="28392120" cy="91287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800"/>
              <a:buFont typeface="Calibri"/>
              <a:buNone/>
              <a:defRPr sz="19201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9"/>
          <p:cNvSpPr txBox="1">
            <a:spLocks noGrp="1"/>
          </p:cNvSpPr>
          <p:nvPr>
            <p:ph type="body" idx="1"/>
          </p:nvPr>
        </p:nvSpPr>
        <p:spPr>
          <a:xfrm>
            <a:off x="2245996" y="14686286"/>
            <a:ext cx="28392120" cy="4800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15" lvl="0" indent="-152408" algn="l">
              <a:lnSpc>
                <a:spcPct val="90000"/>
              </a:lnSpc>
              <a:spcBef>
                <a:spcPts val="3200"/>
              </a:spcBef>
              <a:spcAft>
                <a:spcPts val="0"/>
              </a:spcAft>
              <a:buClr>
                <a:schemeClr val="dk1"/>
              </a:buClr>
              <a:buSzPts val="11520"/>
              <a:buNone/>
              <a:defRPr sz="7680">
                <a:solidFill>
                  <a:schemeClr val="dk1"/>
                </a:solidFill>
              </a:defRPr>
            </a:lvl1pPr>
            <a:lvl2pPr marL="609630" lvl="1" indent="-152408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rgbClr val="888888"/>
              </a:buClr>
              <a:buSzPts val="9600"/>
              <a:buNone/>
              <a:defRPr sz="6400">
                <a:solidFill>
                  <a:srgbClr val="888888"/>
                </a:solidFill>
              </a:defRPr>
            </a:lvl2pPr>
            <a:lvl3pPr marL="914446" lvl="2" indent="-152408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rgbClr val="888888"/>
              </a:buClr>
              <a:buSzPts val="8640"/>
              <a:buNone/>
              <a:defRPr sz="5760">
                <a:solidFill>
                  <a:srgbClr val="888888"/>
                </a:solidFill>
              </a:defRPr>
            </a:lvl3pPr>
            <a:lvl4pPr marL="1219261" lvl="3" indent="-152408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rgbClr val="888888"/>
              </a:buClr>
              <a:buSzPts val="7680"/>
              <a:buNone/>
              <a:defRPr sz="5120">
                <a:solidFill>
                  <a:srgbClr val="888888"/>
                </a:solidFill>
              </a:defRPr>
            </a:lvl4pPr>
            <a:lvl5pPr marL="1524076" lvl="4" indent="-152408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rgbClr val="888888"/>
              </a:buClr>
              <a:buSzPts val="7680"/>
              <a:buNone/>
              <a:defRPr sz="5120">
                <a:solidFill>
                  <a:srgbClr val="888888"/>
                </a:solidFill>
              </a:defRPr>
            </a:lvl5pPr>
            <a:lvl6pPr marL="1828891" lvl="5" indent="-152408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rgbClr val="888888"/>
              </a:buClr>
              <a:buSzPts val="7680"/>
              <a:buNone/>
              <a:defRPr sz="5120">
                <a:solidFill>
                  <a:srgbClr val="888888"/>
                </a:solidFill>
              </a:defRPr>
            </a:lvl6pPr>
            <a:lvl7pPr marL="2133707" lvl="6" indent="-152408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rgbClr val="888888"/>
              </a:buClr>
              <a:buSzPts val="7680"/>
              <a:buNone/>
              <a:defRPr sz="5120">
                <a:solidFill>
                  <a:srgbClr val="888888"/>
                </a:solidFill>
              </a:defRPr>
            </a:lvl7pPr>
            <a:lvl8pPr marL="2438522" lvl="7" indent="-152408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rgbClr val="888888"/>
              </a:buClr>
              <a:buSzPts val="7680"/>
              <a:buNone/>
              <a:defRPr sz="5120">
                <a:solidFill>
                  <a:srgbClr val="888888"/>
                </a:solidFill>
              </a:defRPr>
            </a:lvl8pPr>
            <a:lvl9pPr marL="2743337" lvl="8" indent="-152408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rgbClr val="888888"/>
              </a:buClr>
              <a:buSzPts val="7680"/>
              <a:buNone/>
              <a:defRPr sz="512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9"/>
          <p:cNvSpPr txBox="1">
            <a:spLocks noGrp="1"/>
          </p:cNvSpPr>
          <p:nvPr>
            <p:ph type="dt" idx="10"/>
          </p:nvPr>
        </p:nvSpPr>
        <p:spPr>
          <a:xfrm>
            <a:off x="2263140" y="20340325"/>
            <a:ext cx="7406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9"/>
          <p:cNvSpPr txBox="1">
            <a:spLocks noGrp="1"/>
          </p:cNvSpPr>
          <p:nvPr>
            <p:ph type="ftr" idx="11"/>
          </p:nvPr>
        </p:nvSpPr>
        <p:spPr>
          <a:xfrm>
            <a:off x="10904220" y="20340325"/>
            <a:ext cx="1110996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9"/>
          <p:cNvSpPr txBox="1">
            <a:spLocks noGrp="1"/>
          </p:cNvSpPr>
          <p:nvPr>
            <p:ph type="sldNum" idx="12"/>
          </p:nvPr>
        </p:nvSpPr>
        <p:spPr>
          <a:xfrm>
            <a:off x="23248620" y="20340325"/>
            <a:ext cx="7406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0"/>
          <p:cNvSpPr txBox="1">
            <a:spLocks noGrp="1"/>
          </p:cNvSpPr>
          <p:nvPr>
            <p:ph type="title"/>
          </p:nvPr>
        </p:nvSpPr>
        <p:spPr>
          <a:xfrm>
            <a:off x="2263140" y="1168405"/>
            <a:ext cx="28392120" cy="42418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10"/>
          <p:cNvSpPr txBox="1">
            <a:spLocks noGrp="1"/>
          </p:cNvSpPr>
          <p:nvPr>
            <p:ph type="body" idx="1"/>
          </p:nvPr>
        </p:nvSpPr>
        <p:spPr>
          <a:xfrm>
            <a:off x="2263140" y="5842000"/>
            <a:ext cx="13990320" cy="139242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15" lvl="0" indent="-228611" algn="l">
              <a:lnSpc>
                <a:spcPct val="90000"/>
              </a:lnSpc>
              <a:spcBef>
                <a:spcPts val="32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609630" lvl="1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914446" lvl="2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219261" lvl="3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1524076" lvl="4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1828891" lvl="5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2133707" lvl="6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2438522" lvl="7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2743337" lvl="8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10"/>
          <p:cNvSpPr txBox="1">
            <a:spLocks noGrp="1"/>
          </p:cNvSpPr>
          <p:nvPr>
            <p:ph type="body" idx="2"/>
          </p:nvPr>
        </p:nvSpPr>
        <p:spPr>
          <a:xfrm>
            <a:off x="16664940" y="5842000"/>
            <a:ext cx="13990320" cy="139242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15" lvl="0" indent="-228611" algn="l">
              <a:lnSpc>
                <a:spcPct val="90000"/>
              </a:lnSpc>
              <a:spcBef>
                <a:spcPts val="32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609630" lvl="1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914446" lvl="2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219261" lvl="3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1524076" lvl="4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1828891" lvl="5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2133707" lvl="6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2438522" lvl="7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2743337" lvl="8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10"/>
          <p:cNvSpPr txBox="1">
            <a:spLocks noGrp="1"/>
          </p:cNvSpPr>
          <p:nvPr>
            <p:ph type="dt" idx="10"/>
          </p:nvPr>
        </p:nvSpPr>
        <p:spPr>
          <a:xfrm>
            <a:off x="2263140" y="20340325"/>
            <a:ext cx="7406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0"/>
          <p:cNvSpPr txBox="1">
            <a:spLocks noGrp="1"/>
          </p:cNvSpPr>
          <p:nvPr>
            <p:ph type="ftr" idx="11"/>
          </p:nvPr>
        </p:nvSpPr>
        <p:spPr>
          <a:xfrm>
            <a:off x="10904220" y="20340325"/>
            <a:ext cx="1110996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10"/>
          <p:cNvSpPr txBox="1">
            <a:spLocks noGrp="1"/>
          </p:cNvSpPr>
          <p:nvPr>
            <p:ph type="sldNum" idx="12"/>
          </p:nvPr>
        </p:nvSpPr>
        <p:spPr>
          <a:xfrm>
            <a:off x="23248620" y="20340325"/>
            <a:ext cx="7406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1"/>
          <p:cNvSpPr txBox="1">
            <a:spLocks noGrp="1"/>
          </p:cNvSpPr>
          <p:nvPr>
            <p:ph type="title"/>
          </p:nvPr>
        </p:nvSpPr>
        <p:spPr>
          <a:xfrm>
            <a:off x="2267428" y="1168405"/>
            <a:ext cx="28392120" cy="42418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11"/>
          <p:cNvSpPr txBox="1">
            <a:spLocks noGrp="1"/>
          </p:cNvSpPr>
          <p:nvPr>
            <p:ph type="body" idx="1"/>
          </p:nvPr>
        </p:nvSpPr>
        <p:spPr>
          <a:xfrm>
            <a:off x="2267432" y="5379721"/>
            <a:ext cx="13926024" cy="26365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304815" lvl="0" indent="-152408" algn="l">
              <a:lnSpc>
                <a:spcPct val="90000"/>
              </a:lnSpc>
              <a:spcBef>
                <a:spcPts val="3200"/>
              </a:spcBef>
              <a:spcAft>
                <a:spcPts val="0"/>
              </a:spcAft>
              <a:buClr>
                <a:schemeClr val="dk1"/>
              </a:buClr>
              <a:buSzPts val="11520"/>
              <a:buNone/>
              <a:defRPr sz="7680" b="1"/>
            </a:lvl1pPr>
            <a:lvl2pPr marL="609630" lvl="1" indent="-152408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9600"/>
              <a:buNone/>
              <a:defRPr sz="6400" b="1"/>
            </a:lvl2pPr>
            <a:lvl3pPr marL="914446" lvl="2" indent="-152408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8640"/>
              <a:buNone/>
              <a:defRPr sz="5760" b="1"/>
            </a:lvl3pPr>
            <a:lvl4pPr marL="1219261" lvl="3" indent="-152408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5120" b="1"/>
            </a:lvl4pPr>
            <a:lvl5pPr marL="1524076" lvl="4" indent="-152408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5120" b="1"/>
            </a:lvl5pPr>
            <a:lvl6pPr marL="1828891" lvl="5" indent="-152408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5120" b="1"/>
            </a:lvl6pPr>
            <a:lvl7pPr marL="2133707" lvl="6" indent="-152408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5120" b="1"/>
            </a:lvl7pPr>
            <a:lvl8pPr marL="2438522" lvl="7" indent="-152408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5120" b="1"/>
            </a:lvl8pPr>
            <a:lvl9pPr marL="2743337" lvl="8" indent="-152408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5120" b="1"/>
            </a:lvl9pPr>
          </a:lstStyle>
          <a:p>
            <a:endParaRPr/>
          </a:p>
        </p:txBody>
      </p:sp>
      <p:sp>
        <p:nvSpPr>
          <p:cNvPr id="43" name="Google Shape;43;p11"/>
          <p:cNvSpPr txBox="1">
            <a:spLocks noGrp="1"/>
          </p:cNvSpPr>
          <p:nvPr>
            <p:ph type="body" idx="2"/>
          </p:nvPr>
        </p:nvSpPr>
        <p:spPr>
          <a:xfrm>
            <a:off x="2267432" y="8016240"/>
            <a:ext cx="13926024" cy="117906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15" lvl="0" indent="-228611" algn="l">
              <a:lnSpc>
                <a:spcPct val="90000"/>
              </a:lnSpc>
              <a:spcBef>
                <a:spcPts val="32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609630" lvl="1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914446" lvl="2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219261" lvl="3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1524076" lvl="4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1828891" lvl="5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2133707" lvl="6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2438522" lvl="7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2743337" lvl="8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1"/>
          <p:cNvSpPr txBox="1">
            <a:spLocks noGrp="1"/>
          </p:cNvSpPr>
          <p:nvPr>
            <p:ph type="body" idx="3"/>
          </p:nvPr>
        </p:nvSpPr>
        <p:spPr>
          <a:xfrm>
            <a:off x="16664942" y="5379721"/>
            <a:ext cx="13994608" cy="26365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304815" lvl="0" indent="-152408" algn="l">
              <a:lnSpc>
                <a:spcPct val="90000"/>
              </a:lnSpc>
              <a:spcBef>
                <a:spcPts val="3200"/>
              </a:spcBef>
              <a:spcAft>
                <a:spcPts val="0"/>
              </a:spcAft>
              <a:buClr>
                <a:schemeClr val="dk1"/>
              </a:buClr>
              <a:buSzPts val="11520"/>
              <a:buNone/>
              <a:defRPr sz="7680" b="1"/>
            </a:lvl1pPr>
            <a:lvl2pPr marL="609630" lvl="1" indent="-152408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9600"/>
              <a:buNone/>
              <a:defRPr sz="6400" b="1"/>
            </a:lvl2pPr>
            <a:lvl3pPr marL="914446" lvl="2" indent="-152408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8640"/>
              <a:buNone/>
              <a:defRPr sz="5760" b="1"/>
            </a:lvl3pPr>
            <a:lvl4pPr marL="1219261" lvl="3" indent="-152408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5120" b="1"/>
            </a:lvl4pPr>
            <a:lvl5pPr marL="1524076" lvl="4" indent="-152408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5120" b="1"/>
            </a:lvl5pPr>
            <a:lvl6pPr marL="1828891" lvl="5" indent="-152408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5120" b="1"/>
            </a:lvl6pPr>
            <a:lvl7pPr marL="2133707" lvl="6" indent="-152408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5120" b="1"/>
            </a:lvl7pPr>
            <a:lvl8pPr marL="2438522" lvl="7" indent="-152408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5120" b="1"/>
            </a:lvl8pPr>
            <a:lvl9pPr marL="2743337" lvl="8" indent="-152408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5120" b="1"/>
            </a:lvl9pPr>
          </a:lstStyle>
          <a:p>
            <a:endParaRPr/>
          </a:p>
        </p:txBody>
      </p:sp>
      <p:sp>
        <p:nvSpPr>
          <p:cNvPr id="45" name="Google Shape;45;p11"/>
          <p:cNvSpPr txBox="1">
            <a:spLocks noGrp="1"/>
          </p:cNvSpPr>
          <p:nvPr>
            <p:ph type="body" idx="4"/>
          </p:nvPr>
        </p:nvSpPr>
        <p:spPr>
          <a:xfrm>
            <a:off x="16664942" y="8016240"/>
            <a:ext cx="13994608" cy="117906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15" lvl="0" indent="-228611" algn="l">
              <a:lnSpc>
                <a:spcPct val="90000"/>
              </a:lnSpc>
              <a:spcBef>
                <a:spcPts val="32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609630" lvl="1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914446" lvl="2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219261" lvl="3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1524076" lvl="4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1828891" lvl="5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2133707" lvl="6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2438522" lvl="7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2743337" lvl="8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11"/>
          <p:cNvSpPr txBox="1">
            <a:spLocks noGrp="1"/>
          </p:cNvSpPr>
          <p:nvPr>
            <p:ph type="dt" idx="10"/>
          </p:nvPr>
        </p:nvSpPr>
        <p:spPr>
          <a:xfrm>
            <a:off x="2263140" y="20340325"/>
            <a:ext cx="7406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ftr" idx="11"/>
          </p:nvPr>
        </p:nvSpPr>
        <p:spPr>
          <a:xfrm>
            <a:off x="10904220" y="20340325"/>
            <a:ext cx="1110996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11"/>
          <p:cNvSpPr txBox="1">
            <a:spLocks noGrp="1"/>
          </p:cNvSpPr>
          <p:nvPr>
            <p:ph type="sldNum" idx="12"/>
          </p:nvPr>
        </p:nvSpPr>
        <p:spPr>
          <a:xfrm>
            <a:off x="23248620" y="20340325"/>
            <a:ext cx="7406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2"/>
          <p:cNvSpPr txBox="1">
            <a:spLocks noGrp="1"/>
          </p:cNvSpPr>
          <p:nvPr>
            <p:ph type="title"/>
          </p:nvPr>
        </p:nvSpPr>
        <p:spPr>
          <a:xfrm>
            <a:off x="2263140" y="1168405"/>
            <a:ext cx="28392120" cy="42418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12"/>
          <p:cNvSpPr txBox="1">
            <a:spLocks noGrp="1"/>
          </p:cNvSpPr>
          <p:nvPr>
            <p:ph type="dt" idx="10"/>
          </p:nvPr>
        </p:nvSpPr>
        <p:spPr>
          <a:xfrm>
            <a:off x="2263140" y="20340325"/>
            <a:ext cx="7406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2"/>
          <p:cNvSpPr txBox="1">
            <a:spLocks noGrp="1"/>
          </p:cNvSpPr>
          <p:nvPr>
            <p:ph type="ftr" idx="11"/>
          </p:nvPr>
        </p:nvSpPr>
        <p:spPr>
          <a:xfrm>
            <a:off x="10904220" y="20340325"/>
            <a:ext cx="1110996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2"/>
          <p:cNvSpPr txBox="1">
            <a:spLocks noGrp="1"/>
          </p:cNvSpPr>
          <p:nvPr>
            <p:ph type="sldNum" idx="12"/>
          </p:nvPr>
        </p:nvSpPr>
        <p:spPr>
          <a:xfrm>
            <a:off x="23248620" y="20340325"/>
            <a:ext cx="7406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3"/>
          <p:cNvSpPr txBox="1">
            <a:spLocks noGrp="1"/>
          </p:cNvSpPr>
          <p:nvPr>
            <p:ph type="dt" idx="10"/>
          </p:nvPr>
        </p:nvSpPr>
        <p:spPr>
          <a:xfrm>
            <a:off x="2263140" y="20340325"/>
            <a:ext cx="7406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3"/>
          <p:cNvSpPr txBox="1">
            <a:spLocks noGrp="1"/>
          </p:cNvSpPr>
          <p:nvPr>
            <p:ph type="ftr" idx="11"/>
          </p:nvPr>
        </p:nvSpPr>
        <p:spPr>
          <a:xfrm>
            <a:off x="10904220" y="20340325"/>
            <a:ext cx="1110996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3"/>
          <p:cNvSpPr txBox="1">
            <a:spLocks noGrp="1"/>
          </p:cNvSpPr>
          <p:nvPr>
            <p:ph type="sldNum" idx="12"/>
          </p:nvPr>
        </p:nvSpPr>
        <p:spPr>
          <a:xfrm>
            <a:off x="23248620" y="20340325"/>
            <a:ext cx="7406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>
            <a:spLocks noGrp="1"/>
          </p:cNvSpPr>
          <p:nvPr>
            <p:ph type="title"/>
          </p:nvPr>
        </p:nvSpPr>
        <p:spPr>
          <a:xfrm>
            <a:off x="2267428" y="1463040"/>
            <a:ext cx="10617041" cy="5120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360"/>
              <a:buFont typeface="Calibri"/>
              <a:buNone/>
              <a:defRPr sz="10241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4"/>
          <p:cNvSpPr txBox="1">
            <a:spLocks noGrp="1"/>
          </p:cNvSpPr>
          <p:nvPr>
            <p:ph type="body" idx="1"/>
          </p:nvPr>
        </p:nvSpPr>
        <p:spPr>
          <a:xfrm>
            <a:off x="13994608" y="3159765"/>
            <a:ext cx="16664940" cy="1559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15" lvl="0" indent="-802680" algn="l">
              <a:lnSpc>
                <a:spcPct val="90000"/>
              </a:lnSpc>
              <a:spcBef>
                <a:spcPts val="3200"/>
              </a:spcBef>
              <a:spcAft>
                <a:spcPts val="0"/>
              </a:spcAft>
              <a:buClr>
                <a:schemeClr val="dk1"/>
              </a:buClr>
              <a:buSzPts val="15360"/>
              <a:buChar char="•"/>
              <a:defRPr sz="10241"/>
            </a:lvl1pPr>
            <a:lvl2pPr marL="609630" lvl="1" indent="-721396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3440"/>
              <a:buChar char="•"/>
              <a:defRPr sz="8960"/>
            </a:lvl2pPr>
            <a:lvl3pPr marL="914446" lvl="2" indent="-640112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520"/>
              <a:buChar char="•"/>
              <a:defRPr sz="7680"/>
            </a:lvl3pPr>
            <a:lvl4pPr marL="1219261" lvl="3" indent="-558828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9600"/>
              <a:buChar char="•"/>
              <a:defRPr sz="6400"/>
            </a:lvl4pPr>
            <a:lvl5pPr marL="1524076" lvl="4" indent="-558828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9600"/>
              <a:buChar char="•"/>
              <a:defRPr sz="6400"/>
            </a:lvl5pPr>
            <a:lvl6pPr marL="1828891" lvl="5" indent="-558828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9600"/>
              <a:buChar char="•"/>
              <a:defRPr sz="6400"/>
            </a:lvl6pPr>
            <a:lvl7pPr marL="2133707" lvl="6" indent="-558828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9600"/>
              <a:buChar char="•"/>
              <a:defRPr sz="6400"/>
            </a:lvl7pPr>
            <a:lvl8pPr marL="2438522" lvl="7" indent="-558828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9600"/>
              <a:buChar char="•"/>
              <a:defRPr sz="6400"/>
            </a:lvl8pPr>
            <a:lvl9pPr marL="2743337" lvl="8" indent="-558828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9600"/>
              <a:buChar char="•"/>
              <a:defRPr sz="6400"/>
            </a:lvl9pPr>
          </a:lstStyle>
          <a:p>
            <a:endParaRPr/>
          </a:p>
        </p:txBody>
      </p:sp>
      <p:sp>
        <p:nvSpPr>
          <p:cNvPr id="61" name="Google Shape;61;p14"/>
          <p:cNvSpPr txBox="1">
            <a:spLocks noGrp="1"/>
          </p:cNvSpPr>
          <p:nvPr>
            <p:ph type="body" idx="2"/>
          </p:nvPr>
        </p:nvSpPr>
        <p:spPr>
          <a:xfrm>
            <a:off x="2267428" y="6583680"/>
            <a:ext cx="10617041" cy="121970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15" lvl="0" indent="-152408" algn="l">
              <a:lnSpc>
                <a:spcPct val="90000"/>
              </a:lnSpc>
              <a:spcBef>
                <a:spcPts val="32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5120"/>
            </a:lvl1pPr>
            <a:lvl2pPr marL="609630" lvl="1" indent="-152408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6720"/>
              <a:buNone/>
              <a:defRPr sz="4480"/>
            </a:lvl2pPr>
            <a:lvl3pPr marL="914446" lvl="2" indent="-152408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5760"/>
              <a:buNone/>
              <a:defRPr sz="3840"/>
            </a:lvl3pPr>
            <a:lvl4pPr marL="1219261" lvl="3" indent="-152408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3200"/>
            </a:lvl4pPr>
            <a:lvl5pPr marL="1524076" lvl="4" indent="-152408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3200"/>
            </a:lvl5pPr>
            <a:lvl6pPr marL="1828891" lvl="5" indent="-152408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3200"/>
            </a:lvl6pPr>
            <a:lvl7pPr marL="2133707" lvl="6" indent="-152408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3200"/>
            </a:lvl7pPr>
            <a:lvl8pPr marL="2438522" lvl="7" indent="-152408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3200"/>
            </a:lvl8pPr>
            <a:lvl9pPr marL="2743337" lvl="8" indent="-152408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3200"/>
            </a:lvl9pPr>
          </a:lstStyle>
          <a:p>
            <a:endParaRPr/>
          </a:p>
        </p:txBody>
      </p:sp>
      <p:sp>
        <p:nvSpPr>
          <p:cNvPr id="62" name="Google Shape;62;p14"/>
          <p:cNvSpPr txBox="1">
            <a:spLocks noGrp="1"/>
          </p:cNvSpPr>
          <p:nvPr>
            <p:ph type="dt" idx="10"/>
          </p:nvPr>
        </p:nvSpPr>
        <p:spPr>
          <a:xfrm>
            <a:off x="2263140" y="20340325"/>
            <a:ext cx="7406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4"/>
          <p:cNvSpPr txBox="1">
            <a:spLocks noGrp="1"/>
          </p:cNvSpPr>
          <p:nvPr>
            <p:ph type="ftr" idx="11"/>
          </p:nvPr>
        </p:nvSpPr>
        <p:spPr>
          <a:xfrm>
            <a:off x="10904220" y="20340325"/>
            <a:ext cx="1110996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4"/>
          <p:cNvSpPr txBox="1">
            <a:spLocks noGrp="1"/>
          </p:cNvSpPr>
          <p:nvPr>
            <p:ph type="sldNum" idx="12"/>
          </p:nvPr>
        </p:nvSpPr>
        <p:spPr>
          <a:xfrm>
            <a:off x="23248620" y="20340325"/>
            <a:ext cx="7406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>
            <a:spLocks noGrp="1"/>
          </p:cNvSpPr>
          <p:nvPr>
            <p:ph type="title"/>
          </p:nvPr>
        </p:nvSpPr>
        <p:spPr>
          <a:xfrm>
            <a:off x="2267428" y="1463040"/>
            <a:ext cx="10617041" cy="5120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360"/>
              <a:buFont typeface="Calibri"/>
              <a:buNone/>
              <a:defRPr sz="10241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5"/>
          <p:cNvSpPr>
            <a:spLocks noGrp="1"/>
          </p:cNvSpPr>
          <p:nvPr>
            <p:ph type="pic" idx="2"/>
          </p:nvPr>
        </p:nvSpPr>
        <p:spPr>
          <a:xfrm>
            <a:off x="13994608" y="3159765"/>
            <a:ext cx="16664940" cy="1559560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5"/>
          <p:cNvSpPr txBox="1">
            <a:spLocks noGrp="1"/>
          </p:cNvSpPr>
          <p:nvPr>
            <p:ph type="body" idx="1"/>
          </p:nvPr>
        </p:nvSpPr>
        <p:spPr>
          <a:xfrm>
            <a:off x="2267428" y="6583680"/>
            <a:ext cx="10617041" cy="121970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15" lvl="0" indent="-152408" algn="l">
              <a:lnSpc>
                <a:spcPct val="90000"/>
              </a:lnSpc>
              <a:spcBef>
                <a:spcPts val="32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5120"/>
            </a:lvl1pPr>
            <a:lvl2pPr marL="609630" lvl="1" indent="-152408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6720"/>
              <a:buNone/>
              <a:defRPr sz="4480"/>
            </a:lvl2pPr>
            <a:lvl3pPr marL="914446" lvl="2" indent="-152408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5760"/>
              <a:buNone/>
              <a:defRPr sz="3840"/>
            </a:lvl3pPr>
            <a:lvl4pPr marL="1219261" lvl="3" indent="-152408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3200"/>
            </a:lvl4pPr>
            <a:lvl5pPr marL="1524076" lvl="4" indent="-152408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3200"/>
            </a:lvl5pPr>
            <a:lvl6pPr marL="1828891" lvl="5" indent="-152408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3200"/>
            </a:lvl6pPr>
            <a:lvl7pPr marL="2133707" lvl="6" indent="-152408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3200"/>
            </a:lvl7pPr>
            <a:lvl8pPr marL="2438522" lvl="7" indent="-152408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3200"/>
            </a:lvl8pPr>
            <a:lvl9pPr marL="2743337" lvl="8" indent="-152408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3200"/>
            </a:lvl9pPr>
          </a:lstStyle>
          <a:p>
            <a:endParaRPr/>
          </a:p>
        </p:txBody>
      </p:sp>
      <p:sp>
        <p:nvSpPr>
          <p:cNvPr id="69" name="Google Shape;69;p15"/>
          <p:cNvSpPr txBox="1">
            <a:spLocks noGrp="1"/>
          </p:cNvSpPr>
          <p:nvPr>
            <p:ph type="dt" idx="10"/>
          </p:nvPr>
        </p:nvSpPr>
        <p:spPr>
          <a:xfrm>
            <a:off x="2263140" y="20340325"/>
            <a:ext cx="7406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5"/>
          <p:cNvSpPr txBox="1">
            <a:spLocks noGrp="1"/>
          </p:cNvSpPr>
          <p:nvPr>
            <p:ph type="ftr" idx="11"/>
          </p:nvPr>
        </p:nvSpPr>
        <p:spPr>
          <a:xfrm>
            <a:off x="10904220" y="20340325"/>
            <a:ext cx="1110996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5"/>
          <p:cNvSpPr txBox="1">
            <a:spLocks noGrp="1"/>
          </p:cNvSpPr>
          <p:nvPr>
            <p:ph type="sldNum" idx="12"/>
          </p:nvPr>
        </p:nvSpPr>
        <p:spPr>
          <a:xfrm>
            <a:off x="23248620" y="20340325"/>
            <a:ext cx="7406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6"/>
          <p:cNvSpPr txBox="1">
            <a:spLocks noGrp="1"/>
          </p:cNvSpPr>
          <p:nvPr>
            <p:ph type="title"/>
          </p:nvPr>
        </p:nvSpPr>
        <p:spPr>
          <a:xfrm>
            <a:off x="2263140" y="1168405"/>
            <a:ext cx="28392120" cy="42418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6"/>
          <p:cNvSpPr txBox="1">
            <a:spLocks noGrp="1"/>
          </p:cNvSpPr>
          <p:nvPr>
            <p:ph type="body" idx="1"/>
          </p:nvPr>
        </p:nvSpPr>
        <p:spPr>
          <a:xfrm rot="5400000">
            <a:off x="9497060" y="-1391919"/>
            <a:ext cx="13924281" cy="28392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15" lvl="0" indent="-228611" algn="l">
              <a:lnSpc>
                <a:spcPct val="90000"/>
              </a:lnSpc>
              <a:spcBef>
                <a:spcPts val="32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609630" lvl="1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914446" lvl="2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219261" lvl="3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1524076" lvl="4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1828891" lvl="5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2133707" lvl="6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2438522" lvl="7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2743337" lvl="8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16"/>
          <p:cNvSpPr txBox="1">
            <a:spLocks noGrp="1"/>
          </p:cNvSpPr>
          <p:nvPr>
            <p:ph type="dt" idx="10"/>
          </p:nvPr>
        </p:nvSpPr>
        <p:spPr>
          <a:xfrm>
            <a:off x="2263140" y="20340325"/>
            <a:ext cx="7406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6"/>
          <p:cNvSpPr txBox="1">
            <a:spLocks noGrp="1"/>
          </p:cNvSpPr>
          <p:nvPr>
            <p:ph type="ftr" idx="11"/>
          </p:nvPr>
        </p:nvSpPr>
        <p:spPr>
          <a:xfrm>
            <a:off x="10904220" y="20340325"/>
            <a:ext cx="1110996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6"/>
          <p:cNvSpPr txBox="1">
            <a:spLocks noGrp="1"/>
          </p:cNvSpPr>
          <p:nvPr>
            <p:ph type="sldNum" idx="12"/>
          </p:nvPr>
        </p:nvSpPr>
        <p:spPr>
          <a:xfrm>
            <a:off x="23248620" y="20340325"/>
            <a:ext cx="7406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7"/>
          <p:cNvSpPr txBox="1">
            <a:spLocks noGrp="1"/>
          </p:cNvSpPr>
          <p:nvPr>
            <p:ph type="title"/>
          </p:nvPr>
        </p:nvSpPr>
        <p:spPr>
          <a:xfrm rot="5400000">
            <a:off x="17807306" y="6918326"/>
            <a:ext cx="18597881" cy="7098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7"/>
          <p:cNvSpPr txBox="1">
            <a:spLocks noGrp="1"/>
          </p:cNvSpPr>
          <p:nvPr>
            <p:ph type="body" idx="1"/>
          </p:nvPr>
        </p:nvSpPr>
        <p:spPr>
          <a:xfrm rot="5400000">
            <a:off x="3405506" y="26036"/>
            <a:ext cx="18597881" cy="20882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15" lvl="0" indent="-228611" algn="l">
              <a:lnSpc>
                <a:spcPct val="90000"/>
              </a:lnSpc>
              <a:spcBef>
                <a:spcPts val="32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609630" lvl="1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914446" lvl="2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219261" lvl="3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1524076" lvl="4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1828891" lvl="5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2133707" lvl="6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2438522" lvl="7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2743337" lvl="8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17"/>
          <p:cNvSpPr txBox="1">
            <a:spLocks noGrp="1"/>
          </p:cNvSpPr>
          <p:nvPr>
            <p:ph type="dt" idx="10"/>
          </p:nvPr>
        </p:nvSpPr>
        <p:spPr>
          <a:xfrm>
            <a:off x="2263140" y="20340325"/>
            <a:ext cx="7406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7"/>
          <p:cNvSpPr txBox="1">
            <a:spLocks noGrp="1"/>
          </p:cNvSpPr>
          <p:nvPr>
            <p:ph type="ftr" idx="11"/>
          </p:nvPr>
        </p:nvSpPr>
        <p:spPr>
          <a:xfrm>
            <a:off x="10904220" y="20340325"/>
            <a:ext cx="1110996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7"/>
          <p:cNvSpPr txBox="1">
            <a:spLocks noGrp="1"/>
          </p:cNvSpPr>
          <p:nvPr>
            <p:ph type="sldNum" idx="12"/>
          </p:nvPr>
        </p:nvSpPr>
        <p:spPr>
          <a:xfrm>
            <a:off x="23248620" y="20340325"/>
            <a:ext cx="7406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6"/>
          <p:cNvSpPr txBox="1">
            <a:spLocks noGrp="1"/>
          </p:cNvSpPr>
          <p:nvPr>
            <p:ph type="title"/>
          </p:nvPr>
        </p:nvSpPr>
        <p:spPr>
          <a:xfrm>
            <a:off x="2263140" y="1168405"/>
            <a:ext cx="28392120" cy="42418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120"/>
              <a:buFont typeface="Calibri"/>
              <a:buNone/>
              <a:defRPr sz="2112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6"/>
          <p:cNvSpPr txBox="1">
            <a:spLocks noGrp="1"/>
          </p:cNvSpPr>
          <p:nvPr>
            <p:ph type="body" idx="1"/>
          </p:nvPr>
        </p:nvSpPr>
        <p:spPr>
          <a:xfrm>
            <a:off x="2263140" y="5842000"/>
            <a:ext cx="28392120" cy="139242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1082040" algn="l" rtl="0">
              <a:lnSpc>
                <a:spcPct val="90000"/>
              </a:lnSpc>
              <a:spcBef>
                <a:spcPts val="4800"/>
              </a:spcBef>
              <a:spcAft>
                <a:spcPts val="0"/>
              </a:spcAft>
              <a:buClr>
                <a:schemeClr val="dk1"/>
              </a:buClr>
              <a:buSzPts val="13440"/>
              <a:buFont typeface="Arial"/>
              <a:buChar char="•"/>
              <a:defRPr sz="1343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960120" algn="l" rtl="0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1520"/>
              <a:buFont typeface="Arial"/>
              <a:buChar char="•"/>
              <a:defRPr sz="1152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838200" algn="l" rtl="0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Arial"/>
              <a:buChar char="•"/>
              <a:defRPr sz="9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777239" algn="l" rtl="0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8640"/>
              <a:buFont typeface="Arial"/>
              <a:buChar char="•"/>
              <a:defRPr sz="864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777239" algn="l" rtl="0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8640"/>
              <a:buFont typeface="Arial"/>
              <a:buChar char="•"/>
              <a:defRPr sz="864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777239" algn="l" rtl="0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8640"/>
              <a:buFont typeface="Arial"/>
              <a:buChar char="•"/>
              <a:defRPr sz="864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777239" algn="l" rtl="0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8640"/>
              <a:buFont typeface="Arial"/>
              <a:buChar char="•"/>
              <a:defRPr sz="864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777239" algn="l" rtl="0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8640"/>
              <a:buFont typeface="Arial"/>
              <a:buChar char="•"/>
              <a:defRPr sz="864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777240" algn="l" rtl="0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8640"/>
              <a:buFont typeface="Arial"/>
              <a:buChar char="•"/>
              <a:defRPr sz="864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6"/>
          <p:cNvSpPr txBox="1">
            <a:spLocks noGrp="1"/>
          </p:cNvSpPr>
          <p:nvPr>
            <p:ph type="dt" idx="10"/>
          </p:nvPr>
        </p:nvSpPr>
        <p:spPr>
          <a:xfrm>
            <a:off x="2263140" y="20340325"/>
            <a:ext cx="7406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83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83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83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83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83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83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83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83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6"/>
          <p:cNvSpPr txBox="1">
            <a:spLocks noGrp="1"/>
          </p:cNvSpPr>
          <p:nvPr>
            <p:ph type="ftr" idx="11"/>
          </p:nvPr>
        </p:nvSpPr>
        <p:spPr>
          <a:xfrm>
            <a:off x="10904220" y="20340325"/>
            <a:ext cx="1110996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83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83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83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83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83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83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83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83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6"/>
          <p:cNvSpPr txBox="1">
            <a:spLocks noGrp="1"/>
          </p:cNvSpPr>
          <p:nvPr>
            <p:ph type="sldNum" idx="12"/>
          </p:nvPr>
        </p:nvSpPr>
        <p:spPr>
          <a:xfrm>
            <a:off x="23248620" y="20340325"/>
            <a:ext cx="7406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s://doi.org/10.1161/cir.0000000000000527" TargetMode="External"/><Relationship Id="rId4" Type="http://schemas.openxmlformats.org/officeDocument/2006/relationships/hyperlink" Target="http://doi.org/10.37765/ajmc.2020.88525" TargetMode="External"/><Relationship Id="rId5" Type="http://schemas.openxmlformats.org/officeDocument/2006/relationships/hyperlink" Target="https://www.ajmc.com/view/aha-telemetry-guidelines-improve-telemetry-utilization-in-the-inpatient-setting%0a" TargetMode="External"/><Relationship Id="rId6" Type="http://schemas.openxmlformats.org/officeDocument/2006/relationships/image" Target="../media/image1.jpg"/><Relationship Id="rId7" Type="http://schemas.openxmlformats.org/officeDocument/2006/relationships/image" Target="../media/image2.jpg"/><Relationship Id="rId8" Type="http://schemas.openxmlformats.org/officeDocument/2006/relationships/image" Target="../media/image3.jpg"/><Relationship Id="rId9" Type="http://schemas.openxmlformats.org/officeDocument/2006/relationships/image" Target="../media/image4.jpg"/><Relationship Id="rId10" Type="http://schemas.openxmlformats.org/officeDocument/2006/relationships/image" Target="../media/image5.jpg"/><Relationship Id="rId11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84CA5771-15AE-3064-9463-CB9417F3A6B6}"/>
              </a:ext>
            </a:extLst>
          </p:cNvPr>
          <p:cNvGrpSpPr/>
          <p:nvPr/>
        </p:nvGrpSpPr>
        <p:grpSpPr>
          <a:xfrm>
            <a:off x="593897" y="318341"/>
            <a:ext cx="32410400" cy="21308917"/>
            <a:chOff x="2499360" y="376366"/>
            <a:chExt cx="28701307" cy="21308917"/>
          </a:xfrm>
        </p:grpSpPr>
        <p:sp>
          <p:nvSpPr>
            <p:cNvPr id="89" name="Google Shape;89;p1"/>
            <p:cNvSpPr/>
            <p:nvPr/>
          </p:nvSpPr>
          <p:spPr>
            <a:xfrm>
              <a:off x="21579833" y="18701083"/>
              <a:ext cx="8839200" cy="2984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60950" tIns="30467" rIns="60950" bIns="30467" anchor="ctr" anchorCtr="0">
              <a:noAutofit/>
            </a:bodyPr>
            <a:lstStyle/>
            <a:p>
              <a:pPr algn="ctr">
                <a:buSzPts val="7258"/>
              </a:pPr>
              <a:endParaRPr sz="4839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0" name="Google Shape;90;p1"/>
            <p:cNvSpPr/>
            <p:nvPr/>
          </p:nvSpPr>
          <p:spPr>
            <a:xfrm>
              <a:off x="2499360" y="9434668"/>
              <a:ext cx="8839200" cy="1080400"/>
            </a:xfrm>
            <a:prstGeom prst="rect">
              <a:avLst/>
            </a:prstGeom>
            <a:solidFill>
              <a:srgbClr val="004671"/>
            </a:solidFill>
            <a:ln>
              <a:noFill/>
            </a:ln>
          </p:spPr>
          <p:txBody>
            <a:bodyPr spcFirstLastPara="1" wrap="square" lIns="60950" tIns="30467" rIns="60950" bIns="30467" anchor="ctr" anchorCtr="0">
              <a:noAutofit/>
            </a:bodyPr>
            <a:lstStyle/>
            <a:p>
              <a:pPr algn="ctr">
                <a:buSzPts val="7258"/>
              </a:pPr>
              <a:r>
                <a:rPr lang="en-US" sz="4839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Methods</a:t>
              </a:r>
              <a:endParaRPr sz="933"/>
            </a:p>
          </p:txBody>
        </p:sp>
        <p:sp>
          <p:nvSpPr>
            <p:cNvPr id="91" name="Google Shape;91;p1"/>
            <p:cNvSpPr/>
            <p:nvPr/>
          </p:nvSpPr>
          <p:spPr>
            <a:xfrm>
              <a:off x="2499360" y="10496786"/>
              <a:ext cx="8839200" cy="11072448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60950" tIns="30467" rIns="60950" bIns="30467" anchor="ctr" anchorCtr="0">
              <a:noAutofit/>
            </a:bodyPr>
            <a:lstStyle/>
            <a:p>
              <a:pPr>
                <a:buSzPts val="7258"/>
              </a:pPr>
              <a:r>
                <a:rPr lang="en-US" sz="2400" dirty="0">
                  <a:solidFill>
                    <a:schemeClr val="dk1"/>
                  </a:solidFill>
                  <a:highlight>
                    <a:schemeClr val="lt1"/>
                  </a:highlight>
                </a:rPr>
                <a:t>Our project involved three phares designed to evaluate resident knowledge and practice patterns regarding telemetry use before and after an educational intervention.</a:t>
              </a:r>
              <a:endParaRPr sz="2400" dirty="0">
                <a:solidFill>
                  <a:schemeClr val="dk1"/>
                </a:solidFill>
                <a:highlight>
                  <a:schemeClr val="lt1"/>
                </a:highlight>
              </a:endParaRPr>
            </a:p>
            <a:p>
              <a:pPr>
                <a:buSzPts val="7258"/>
              </a:pPr>
              <a:endParaRPr sz="2400" dirty="0">
                <a:solidFill>
                  <a:schemeClr val="dk1"/>
                </a:solidFill>
                <a:highlight>
                  <a:schemeClr val="lt1"/>
                </a:highlight>
              </a:endParaRPr>
            </a:p>
            <a:p>
              <a:pPr>
                <a:buSzPts val="7258"/>
              </a:pPr>
              <a:endParaRPr sz="2400" dirty="0">
                <a:solidFill>
                  <a:schemeClr val="dk1"/>
                </a:solidFill>
                <a:highlight>
                  <a:schemeClr val="lt1"/>
                </a:highlight>
              </a:endParaRPr>
            </a:p>
            <a:p>
              <a:pPr>
                <a:buSzPts val="7258"/>
              </a:pPr>
              <a:r>
                <a:rPr lang="en-US" sz="4000" dirty="0">
                  <a:solidFill>
                    <a:schemeClr val="dk1"/>
                  </a:solidFill>
                  <a:highlight>
                    <a:schemeClr val="lt1"/>
                  </a:highlight>
                </a:rPr>
                <a:t>Phase 1:Pre-Education Assessment</a:t>
              </a:r>
              <a:endParaRPr sz="4000" dirty="0">
                <a:solidFill>
                  <a:schemeClr val="dk1"/>
                </a:solidFill>
                <a:highlight>
                  <a:schemeClr val="lt1"/>
                </a:highlight>
              </a:endParaRPr>
            </a:p>
            <a:p>
              <a:pPr>
                <a:buSzPts val="7258"/>
              </a:pPr>
              <a:r>
                <a:rPr lang="en-US" sz="2000" dirty="0">
                  <a:solidFill>
                    <a:schemeClr val="dk1"/>
                  </a:solidFill>
                  <a:highlight>
                    <a:schemeClr val="lt1"/>
                  </a:highlight>
                </a:rPr>
                <a:t>Baseline knowledge and telemetry </a:t>
              </a:r>
              <a:r>
                <a:rPr lang="en-US" sz="2000" dirty="0" err="1">
                  <a:solidFill>
                    <a:schemeClr val="dk1"/>
                  </a:solidFill>
                  <a:highlight>
                    <a:schemeClr val="lt1"/>
                  </a:highlight>
                </a:rPr>
                <a:t>utilisation</a:t>
              </a:r>
              <a:r>
                <a:rPr lang="en-US" sz="2000" dirty="0">
                  <a:solidFill>
                    <a:schemeClr val="dk1"/>
                  </a:solidFill>
                  <a:highlight>
                    <a:schemeClr val="lt1"/>
                  </a:highlight>
                </a:rPr>
                <a:t> were evaluated. A 10 question multiple-choice survey based on American Heart Association (AHA) telemetry guidelines was designed,25 medicine residents participated in this anonymous survey to assess baseline knowledge of appropriate telemetry </a:t>
              </a:r>
              <a:r>
                <a:rPr lang="en-US" sz="2000" dirty="0" err="1">
                  <a:solidFill>
                    <a:schemeClr val="dk1"/>
                  </a:solidFill>
                  <a:highlight>
                    <a:schemeClr val="lt1"/>
                  </a:highlight>
                </a:rPr>
                <a:t>use.Concurrently</a:t>
              </a:r>
              <a:r>
                <a:rPr lang="en-US" sz="2000" dirty="0">
                  <a:solidFill>
                    <a:schemeClr val="dk1"/>
                  </a:solidFill>
                  <a:highlight>
                    <a:schemeClr val="lt1"/>
                  </a:highlight>
                </a:rPr>
                <a:t>, telemetry orders for 30 inpatients were reviewed and each was classified as appropriate or inappropriate according to AHA guidelines criteria, establishing a baseline measure of telemetry ordering practices.</a:t>
              </a:r>
              <a:endParaRPr sz="2000" dirty="0">
                <a:solidFill>
                  <a:schemeClr val="dk1"/>
                </a:solidFill>
                <a:highlight>
                  <a:schemeClr val="lt1"/>
                </a:highlight>
              </a:endParaRPr>
            </a:p>
            <a:p>
              <a:pPr>
                <a:buSzPts val="7258"/>
              </a:pPr>
              <a:endParaRPr sz="2000" dirty="0">
                <a:solidFill>
                  <a:schemeClr val="dk1"/>
                </a:solidFill>
                <a:highlight>
                  <a:schemeClr val="lt1"/>
                </a:highlight>
              </a:endParaRPr>
            </a:p>
            <a:p>
              <a:pPr>
                <a:buSzPts val="7258"/>
              </a:pPr>
              <a:r>
                <a:rPr lang="en-US" sz="4000" dirty="0">
                  <a:solidFill>
                    <a:schemeClr val="dk1"/>
                  </a:solidFill>
                  <a:highlight>
                    <a:schemeClr val="lt1"/>
                  </a:highlight>
                </a:rPr>
                <a:t>Phase 2:Educational intervention </a:t>
              </a:r>
              <a:endParaRPr sz="4000" dirty="0">
                <a:solidFill>
                  <a:schemeClr val="dk1"/>
                </a:solidFill>
                <a:highlight>
                  <a:schemeClr val="lt1"/>
                </a:highlight>
              </a:endParaRPr>
            </a:p>
            <a:p>
              <a:pPr>
                <a:buSzPts val="7258"/>
              </a:pPr>
              <a:r>
                <a:rPr lang="en-US" sz="2000" dirty="0">
                  <a:solidFill>
                    <a:schemeClr val="dk1"/>
                  </a:solidFill>
                  <a:highlight>
                    <a:schemeClr val="lt1"/>
                  </a:highlight>
                </a:rPr>
                <a:t>An Educational module in appropriate telemetry use was implemented. a concise summary of AHA telemetry monitoring guidelines was created as a </a:t>
              </a:r>
              <a:r>
                <a:rPr lang="en-US" sz="2000" dirty="0" err="1">
                  <a:solidFill>
                    <a:schemeClr val="dk1"/>
                  </a:solidFill>
                  <a:highlight>
                    <a:schemeClr val="lt1"/>
                  </a:highlight>
                </a:rPr>
                <a:t>Powerpoint</a:t>
              </a:r>
              <a:r>
                <a:rPr lang="en-US" sz="2000" dirty="0">
                  <a:solidFill>
                    <a:schemeClr val="dk1"/>
                  </a:solidFill>
                  <a:highlight>
                    <a:schemeClr val="lt1"/>
                  </a:highlight>
                </a:rPr>
                <a:t> Presentation highlighting indication and proper use of telemetry. PowerPoint presentation was shared electronically with all residents, reinforcing guidelines recommendations and raising awareness about reducing inappropriate telemetry orders.</a:t>
              </a:r>
              <a:endParaRPr sz="2000" dirty="0">
                <a:solidFill>
                  <a:schemeClr val="dk1"/>
                </a:solidFill>
                <a:highlight>
                  <a:schemeClr val="lt1"/>
                </a:highlight>
              </a:endParaRPr>
            </a:p>
            <a:p>
              <a:pPr>
                <a:buSzPts val="7258"/>
              </a:pPr>
              <a:endParaRPr sz="2000" dirty="0">
                <a:solidFill>
                  <a:schemeClr val="dk1"/>
                </a:solidFill>
                <a:highlight>
                  <a:schemeClr val="lt1"/>
                </a:highlight>
              </a:endParaRPr>
            </a:p>
            <a:p>
              <a:pPr>
                <a:buSzPts val="7258"/>
              </a:pPr>
              <a:r>
                <a:rPr lang="en-US" sz="4000" dirty="0">
                  <a:solidFill>
                    <a:schemeClr val="dk1"/>
                  </a:solidFill>
                  <a:highlight>
                    <a:schemeClr val="lt1"/>
                  </a:highlight>
                </a:rPr>
                <a:t>Phase 3: Post-Education Assessment</a:t>
              </a:r>
              <a:endParaRPr sz="4000" dirty="0">
                <a:solidFill>
                  <a:schemeClr val="dk1"/>
                </a:solidFill>
                <a:highlight>
                  <a:schemeClr val="lt1"/>
                </a:highlight>
              </a:endParaRPr>
            </a:p>
            <a:p>
              <a:pPr>
                <a:buSzPts val="7258"/>
              </a:pPr>
              <a:r>
                <a:rPr lang="en-US" sz="2000" dirty="0">
                  <a:solidFill>
                    <a:schemeClr val="dk1"/>
                  </a:solidFill>
                  <a:highlight>
                    <a:schemeClr val="lt1"/>
                  </a:highlight>
                </a:rPr>
                <a:t>After the intervention the same 10-Question multiple choice survey was Re-administered to the Residents to measure changes in knowledge. additionally, a follow-up chart review of telemetry orders for 30 inpatients was conducted, with each order again classified for appropriateness using the same AHA criteria. Pre and post-intervention survey results and telemetry </a:t>
              </a:r>
              <a:r>
                <a:rPr lang="en-US" sz="2000" dirty="0" err="1">
                  <a:solidFill>
                    <a:schemeClr val="dk1"/>
                  </a:solidFill>
                  <a:highlight>
                    <a:schemeClr val="lt1"/>
                  </a:highlight>
                </a:rPr>
                <a:t>utilisation</a:t>
              </a:r>
              <a:r>
                <a:rPr lang="en-US" sz="2000" dirty="0">
                  <a:solidFill>
                    <a:schemeClr val="dk1"/>
                  </a:solidFill>
                  <a:highlight>
                    <a:schemeClr val="lt1"/>
                  </a:highlight>
                </a:rPr>
                <a:t> data were compared to assess improvements in resident knowledge and the appropriateness of telemetry use.</a:t>
              </a:r>
              <a:endParaRPr sz="2000" dirty="0">
                <a:solidFill>
                  <a:schemeClr val="dk1"/>
                </a:solidFill>
                <a:highlight>
                  <a:schemeClr val="lt1"/>
                </a:highlight>
              </a:endParaRPr>
            </a:p>
          </p:txBody>
        </p:sp>
        <p:sp>
          <p:nvSpPr>
            <p:cNvPr id="92" name="Google Shape;92;p1"/>
            <p:cNvSpPr/>
            <p:nvPr/>
          </p:nvSpPr>
          <p:spPr>
            <a:xfrm>
              <a:off x="2499360" y="4328160"/>
              <a:ext cx="8900166" cy="1080481"/>
            </a:xfrm>
            <a:prstGeom prst="rect">
              <a:avLst/>
            </a:prstGeom>
            <a:solidFill>
              <a:srgbClr val="004671"/>
            </a:solidFill>
            <a:ln>
              <a:noFill/>
            </a:ln>
          </p:spPr>
          <p:txBody>
            <a:bodyPr spcFirstLastPara="1" wrap="square" lIns="60950" tIns="30467" rIns="60950" bIns="30467" anchor="ctr" anchorCtr="0">
              <a:noAutofit/>
            </a:bodyPr>
            <a:lstStyle/>
            <a:p>
              <a:pPr algn="ctr">
                <a:buSzPts val="7258"/>
              </a:pPr>
              <a:r>
                <a:rPr lang="en-US" sz="4839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Introduction</a:t>
              </a:r>
              <a:endParaRPr sz="933"/>
            </a:p>
          </p:txBody>
        </p:sp>
        <p:sp>
          <p:nvSpPr>
            <p:cNvPr id="93" name="Google Shape;93;p1"/>
            <p:cNvSpPr/>
            <p:nvPr/>
          </p:nvSpPr>
          <p:spPr>
            <a:xfrm>
              <a:off x="2499360" y="5420025"/>
              <a:ext cx="8839200" cy="3500728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60950" tIns="30467" rIns="60950" bIns="30467" anchor="ctr" anchorCtr="0">
              <a:noAutofit/>
            </a:bodyPr>
            <a:lstStyle/>
            <a:p>
              <a:pPr>
                <a:buSzPts val="7258"/>
              </a:pPr>
              <a:r>
                <a:rPr lang="en-US" sz="2000">
                  <a:solidFill>
                    <a:schemeClr val="dk1"/>
                  </a:solidFill>
                </a:rPr>
                <a:t>Telemetry monitoring plays a vital role in cardiac care, but its overuse can lead to alarm fatigue, unnecessary healthcare costs and inefficient resource utilization in United States, more than $1 billion is spent annually on telemetry and studies estimates that up to 35-50% of this may be inappropriate or not guideline-supported.</a:t>
              </a:r>
              <a:endParaRPr sz="2000">
                <a:solidFill>
                  <a:schemeClr val="dk1"/>
                </a:solidFill>
              </a:endParaRPr>
            </a:p>
            <a:p>
              <a:pPr>
                <a:buSzPts val="7258"/>
              </a:pPr>
              <a:r>
                <a:rPr lang="en-US" sz="2000">
                  <a:solidFill>
                    <a:schemeClr val="dk1"/>
                  </a:solidFill>
                </a:rPr>
                <a:t>Despite clear American Heart Association (AHA) recommendations for appropriate telemetry use, adherence remains variable. Educating residents about evidence-based indications offers an opportunity to reduce low-value care, promote high-value practices and enhance patient safety. This project aimed to improve the appropriate use of telemetry through a targeted educational intervention.</a:t>
              </a:r>
              <a:endParaRPr sz="2000">
                <a:solidFill>
                  <a:schemeClr val="dk1"/>
                </a:solidFill>
              </a:endParaRPr>
            </a:p>
          </p:txBody>
        </p:sp>
        <p:sp>
          <p:nvSpPr>
            <p:cNvPr id="94" name="Google Shape;94;p1"/>
            <p:cNvSpPr/>
            <p:nvPr/>
          </p:nvSpPr>
          <p:spPr>
            <a:xfrm>
              <a:off x="2499360" y="376366"/>
              <a:ext cx="27919680" cy="3809162"/>
            </a:xfrm>
            <a:prstGeom prst="rect">
              <a:avLst/>
            </a:prstGeom>
            <a:solidFill>
              <a:srgbClr val="004671"/>
            </a:solidFill>
            <a:ln>
              <a:noFill/>
            </a:ln>
          </p:spPr>
          <p:txBody>
            <a:bodyPr spcFirstLastPara="1" wrap="square" lIns="60950" tIns="30467" rIns="60950" bIns="30467" anchor="ctr" anchorCtr="0">
              <a:noAutofit/>
            </a:bodyPr>
            <a:lstStyle/>
            <a:p>
              <a:pPr algn="ctr">
                <a:buSzPts val="7258"/>
              </a:pPr>
              <a:endParaRPr sz="4839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5" name="Google Shape;95;p1"/>
            <p:cNvSpPr/>
            <p:nvPr/>
          </p:nvSpPr>
          <p:spPr>
            <a:xfrm>
              <a:off x="2519571" y="1088748"/>
              <a:ext cx="28064136" cy="80019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0950" tIns="30467" rIns="60950" bIns="30467" anchor="t" anchorCtr="0">
              <a:spAutoFit/>
            </a:bodyPr>
            <a:lstStyle/>
            <a:p>
              <a:pPr algn="ctr">
                <a:buSzPts val="8500"/>
              </a:pPr>
              <a:r>
                <a:rPr lang="en-US" sz="4800" b="1" dirty="0">
                  <a:solidFill>
                    <a:schemeClr val="lt1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Rethinking Routine Telemetry: A Push for Smarter Care</a:t>
              </a:r>
              <a:endParaRPr sz="4800" dirty="0"/>
            </a:p>
          </p:txBody>
        </p:sp>
        <p:sp>
          <p:nvSpPr>
            <p:cNvPr id="96" name="Google Shape;96;p1"/>
            <p:cNvSpPr/>
            <p:nvPr/>
          </p:nvSpPr>
          <p:spPr>
            <a:xfrm>
              <a:off x="2499360" y="2124317"/>
              <a:ext cx="27919680" cy="127218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0950" tIns="30467" rIns="60950" bIns="30467" anchor="t" anchorCtr="0">
              <a:spAutoFit/>
            </a:bodyPr>
            <a:lstStyle/>
            <a:p>
              <a:pPr algn="ctr">
                <a:buSzPts val="6000"/>
              </a:pPr>
              <a:r>
                <a:rPr lang="en-US" sz="3600" dirty="0">
                  <a:solidFill>
                    <a:schemeClr val="lt1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Sukhman Boparai, M.D, </a:t>
              </a:r>
              <a:r>
                <a:rPr lang="en-US" sz="3600" dirty="0" err="1">
                  <a:solidFill>
                    <a:schemeClr val="lt1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Sukhmeet</a:t>
              </a:r>
              <a:r>
                <a:rPr lang="en-US" sz="3600" dirty="0">
                  <a:solidFill>
                    <a:schemeClr val="lt1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 Dhillon, M.D, Muhammad Zahid, </a:t>
              </a:r>
              <a:r>
                <a:rPr lang="en-US" sz="3600" dirty="0" err="1">
                  <a:solidFill>
                    <a:schemeClr val="lt1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M.D,Anupama</a:t>
              </a:r>
              <a:r>
                <a:rPr lang="en-US" sz="3600" dirty="0">
                  <a:solidFill>
                    <a:schemeClr val="lt1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 </a:t>
              </a:r>
              <a:r>
                <a:rPr lang="en-US" sz="3600" dirty="0" err="1">
                  <a:solidFill>
                    <a:schemeClr val="lt1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Poliyedath</a:t>
              </a:r>
              <a:r>
                <a:rPr lang="en-US" sz="3600" dirty="0">
                  <a:solidFill>
                    <a:schemeClr val="lt1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, M.D</a:t>
              </a:r>
              <a:endParaRPr sz="900" dirty="0"/>
            </a:p>
            <a:p>
              <a:pPr algn="ctr">
                <a:buSzPts val="5000"/>
              </a:pPr>
              <a:endParaRPr sz="933" dirty="0"/>
            </a:p>
            <a:p>
              <a:pPr algn="ctr">
                <a:buSzPts val="5000"/>
              </a:pPr>
              <a:r>
                <a:rPr lang="en-US" sz="3334" i="1" dirty="0">
                  <a:solidFill>
                    <a:schemeClr val="lt1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Saint Agnes Medical Center, Fresno, CA</a:t>
              </a:r>
              <a:endParaRPr sz="933" dirty="0"/>
            </a:p>
          </p:txBody>
        </p:sp>
        <p:sp>
          <p:nvSpPr>
            <p:cNvPr id="97" name="Google Shape;97;p1"/>
            <p:cNvSpPr txBox="1"/>
            <p:nvPr/>
          </p:nvSpPr>
          <p:spPr>
            <a:xfrm>
              <a:off x="12107400" y="9703390"/>
              <a:ext cx="8730647" cy="36930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0950" tIns="30467" rIns="60950" bIns="30467" anchor="t" anchorCtr="0">
              <a:spAutoFit/>
            </a:bodyPr>
            <a:lstStyle/>
            <a:p>
              <a:pPr>
                <a:buSzPts val="3000"/>
              </a:pPr>
              <a:r>
                <a:rPr lang="en-US" sz="2000" b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Figure 1: </a:t>
              </a:r>
              <a:endParaRPr sz="933"/>
            </a:p>
          </p:txBody>
        </p:sp>
        <p:sp>
          <p:nvSpPr>
            <p:cNvPr id="99" name="Google Shape;99;p1"/>
            <p:cNvSpPr/>
            <p:nvPr/>
          </p:nvSpPr>
          <p:spPr>
            <a:xfrm>
              <a:off x="11704300" y="9434667"/>
              <a:ext cx="9509800" cy="1080400"/>
            </a:xfrm>
            <a:prstGeom prst="rect">
              <a:avLst/>
            </a:prstGeom>
            <a:solidFill>
              <a:srgbClr val="004671"/>
            </a:solidFill>
            <a:ln>
              <a:noFill/>
            </a:ln>
          </p:spPr>
          <p:txBody>
            <a:bodyPr spcFirstLastPara="1" wrap="square" lIns="60950" tIns="30467" rIns="60950" bIns="30467" anchor="ctr" anchorCtr="0">
              <a:noAutofit/>
            </a:bodyPr>
            <a:lstStyle/>
            <a:p>
              <a:pPr algn="ctr">
                <a:buSzPts val="7258"/>
              </a:pPr>
              <a:r>
                <a:rPr lang="en-US" sz="4839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Results</a:t>
              </a:r>
              <a:endParaRPr sz="933"/>
            </a:p>
          </p:txBody>
        </p:sp>
        <p:sp>
          <p:nvSpPr>
            <p:cNvPr id="101" name="Google Shape;101;p1"/>
            <p:cNvSpPr/>
            <p:nvPr/>
          </p:nvSpPr>
          <p:spPr>
            <a:xfrm>
              <a:off x="21579840" y="14453430"/>
              <a:ext cx="8839200" cy="1080481"/>
            </a:xfrm>
            <a:prstGeom prst="rect">
              <a:avLst/>
            </a:prstGeom>
            <a:solidFill>
              <a:srgbClr val="004671"/>
            </a:solidFill>
            <a:ln>
              <a:noFill/>
            </a:ln>
          </p:spPr>
          <p:txBody>
            <a:bodyPr spcFirstLastPara="1" wrap="square" lIns="60950" tIns="30467" rIns="60950" bIns="30467" anchor="ctr" anchorCtr="0">
              <a:noAutofit/>
            </a:bodyPr>
            <a:lstStyle/>
            <a:p>
              <a:pPr algn="ctr">
                <a:buSzPts val="7258"/>
              </a:pPr>
              <a:r>
                <a:rPr lang="en-US" sz="4839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References</a:t>
              </a:r>
              <a:endParaRPr sz="933"/>
            </a:p>
          </p:txBody>
        </p:sp>
        <p:sp>
          <p:nvSpPr>
            <p:cNvPr id="102" name="Google Shape;102;p1"/>
            <p:cNvSpPr/>
            <p:nvPr/>
          </p:nvSpPr>
          <p:spPr>
            <a:xfrm>
              <a:off x="21579833" y="15533917"/>
              <a:ext cx="8839200" cy="2984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60950" tIns="30467" rIns="60950" bIns="30467" anchor="ctr" anchorCtr="0">
              <a:noAutofit/>
            </a:bodyPr>
            <a:lstStyle/>
            <a:p>
              <a:pPr>
                <a:buSzPts val="7258"/>
              </a:pPr>
              <a:r>
                <a:rPr lang="en-US" sz="20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Update to practice standards for electrocardiographic monitoring in hospitals settings: a scientific statement from the American heart Association. </a:t>
              </a:r>
              <a:r>
                <a:rPr lang="en-US" sz="2000" u="sng">
                  <a:solidFill>
                    <a:schemeClr val="hlink"/>
                  </a:solidFill>
                  <a:latin typeface="Calibri"/>
                  <a:ea typeface="Calibri"/>
                  <a:cs typeface="Calibri"/>
                  <a:sym typeface="Calibri"/>
                  <a:hlinkClick r:id="rId3"/>
                </a:rPr>
                <a:t>https://doi.org/10.1161/cir.0000000000000527</a:t>
              </a:r>
              <a:r>
                <a:rPr lang="en-US" sz="20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. AHA Telemetry guidelines improve Telemetry utilisation in the inpatient setting. </a:t>
              </a:r>
              <a:r>
                <a:rPr lang="en-US" sz="2000" u="sng">
                  <a:solidFill>
                    <a:schemeClr val="hlink"/>
                  </a:solidFill>
                  <a:latin typeface="Calibri"/>
                  <a:ea typeface="Calibri"/>
                  <a:cs typeface="Calibri"/>
                  <a:sym typeface="Calibri"/>
                  <a:hlinkClick r:id="rId4"/>
                </a:rPr>
                <a:t>http://doi.org/10.37765/ajmc.2020.88525</a:t>
              </a:r>
              <a:r>
                <a:rPr lang="en-US" sz="20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. </a:t>
              </a:r>
              <a:endParaRPr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>
                <a:buSzPts val="7258"/>
              </a:pPr>
              <a:r>
                <a:rPr lang="en-US" sz="2000" u="sng">
                  <a:solidFill>
                    <a:schemeClr val="hlink"/>
                  </a:solidFill>
                  <a:latin typeface="Calibri"/>
                  <a:ea typeface="Calibri"/>
                  <a:cs typeface="Calibri"/>
                  <a:sym typeface="Calibri"/>
                  <a:hlinkClick r:id="rId5"/>
                </a:rPr>
                <a:t>https://www.ajmc.com/view/aha-telemetry-guidelines-improve-telemetry-utilization-in-the-inpatient-setting%0a</a:t>
              </a:r>
              <a:endParaRPr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algn="ctr">
                <a:buSzPts val="7258"/>
              </a:pPr>
              <a:endParaRPr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3" name="Google Shape;103;p1"/>
            <p:cNvSpPr/>
            <p:nvPr/>
          </p:nvSpPr>
          <p:spPr>
            <a:xfrm>
              <a:off x="21640802" y="9425793"/>
              <a:ext cx="8778232" cy="1080400"/>
            </a:xfrm>
            <a:prstGeom prst="rect">
              <a:avLst/>
            </a:prstGeom>
            <a:solidFill>
              <a:srgbClr val="004671"/>
            </a:solidFill>
            <a:ln>
              <a:noFill/>
            </a:ln>
          </p:spPr>
          <p:txBody>
            <a:bodyPr spcFirstLastPara="1" wrap="square" lIns="60950" tIns="30467" rIns="60950" bIns="30467" anchor="ctr" anchorCtr="0">
              <a:noAutofit/>
            </a:bodyPr>
            <a:lstStyle/>
            <a:p>
              <a:pPr algn="ctr">
                <a:buSzPts val="7258"/>
              </a:pPr>
              <a:r>
                <a:rPr lang="en-US" sz="4839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Discussion</a:t>
              </a:r>
              <a:endParaRPr sz="933"/>
            </a:p>
          </p:txBody>
        </p:sp>
        <p:sp>
          <p:nvSpPr>
            <p:cNvPr id="104" name="Google Shape;104;p1"/>
            <p:cNvSpPr/>
            <p:nvPr/>
          </p:nvSpPr>
          <p:spPr>
            <a:xfrm>
              <a:off x="21600054" y="10693467"/>
              <a:ext cx="8879947" cy="349334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60950" tIns="30467" rIns="60950" bIns="30467" anchor="ctr" anchorCtr="0">
              <a:noAutofit/>
            </a:bodyPr>
            <a:lstStyle/>
            <a:p>
              <a:pPr>
                <a:buSzPts val="4000"/>
              </a:pPr>
              <a:r>
                <a:rPr lang="en-US" sz="2000" dirty="0">
                  <a:solidFill>
                    <a:schemeClr val="dk1"/>
                  </a:solidFill>
                </a:rPr>
                <a:t>This quality improvement initiative showed that a focused, low-resource educational can meaningfully improve both residents knowledge and clinical practice related to telemetry use. After implementing AHA-guidelines-based teaching, residents demonstrated more confidence in identifying appropriate indication and telemetry </a:t>
              </a:r>
              <a:r>
                <a:rPr lang="en-US" sz="2000" dirty="0" err="1">
                  <a:solidFill>
                    <a:schemeClr val="dk1"/>
                  </a:solidFill>
                </a:rPr>
                <a:t>utilisation</a:t>
              </a:r>
              <a:r>
                <a:rPr lang="en-US" sz="2000" dirty="0">
                  <a:solidFill>
                    <a:schemeClr val="dk1"/>
                  </a:solidFill>
                </a:rPr>
                <a:t> aligned more closely with evidence based practices.</a:t>
              </a:r>
              <a:endParaRPr sz="2000" dirty="0">
                <a:solidFill>
                  <a:schemeClr val="dk1"/>
                </a:solidFill>
              </a:endParaRPr>
            </a:p>
            <a:p>
              <a:pPr>
                <a:buSzPts val="4000"/>
              </a:pPr>
              <a:r>
                <a:rPr lang="en-US" sz="2000" dirty="0">
                  <a:solidFill>
                    <a:schemeClr val="dk1"/>
                  </a:solidFill>
                </a:rPr>
                <a:t>Reducing unnecessary telemetry not only improves patient safety by decreasing alarm fatigue but also helps free up critical resources and reduce excess healthcare costs. sustained reinforcements through education and decision -support tools can help ensure long-term improvements and promote a culture of high-value care.</a:t>
              </a:r>
              <a:endParaRPr sz="2000" dirty="0">
                <a:solidFill>
                  <a:schemeClr val="dk1"/>
                </a:solidFill>
              </a:endParaRPr>
            </a:p>
            <a:p>
              <a:pPr>
                <a:buSzPts val="4000"/>
              </a:pPr>
              <a:endParaRPr sz="1600" dirty="0">
                <a:solidFill>
                  <a:schemeClr val="dk1"/>
                </a:solidFill>
              </a:endParaRPr>
            </a:p>
            <a:p>
              <a:pPr>
                <a:buSzPts val="4000"/>
              </a:pPr>
              <a:endParaRPr sz="1733" dirty="0">
                <a:solidFill>
                  <a:schemeClr val="dk1"/>
                </a:solidFill>
              </a:endParaRPr>
            </a:p>
          </p:txBody>
        </p:sp>
        <p:sp>
          <p:nvSpPr>
            <p:cNvPr id="105" name="Google Shape;105;p1"/>
            <p:cNvSpPr/>
            <p:nvPr/>
          </p:nvSpPr>
          <p:spPr>
            <a:xfrm>
              <a:off x="11734800" y="4328160"/>
              <a:ext cx="9509760" cy="5072738"/>
            </a:xfrm>
            <a:prstGeom prst="rect">
              <a:avLst/>
            </a:prstGeom>
            <a:noFill/>
            <a:ln w="12700" cap="flat" cmpd="sng">
              <a:noFill/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60950" tIns="30467" rIns="60950" bIns="30467" anchor="ctr" anchorCtr="0">
              <a:noAutofit/>
            </a:bodyPr>
            <a:lstStyle/>
            <a:p>
              <a:pPr algn="ctr">
                <a:buSzPts val="7258"/>
              </a:pPr>
              <a:endParaRPr sz="4839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07" name="Google Shape;107;p1" descr="Logo, company name&#10;&#10;Description automatically generated"/>
            <p:cNvPicPr preferRelativeResize="0"/>
            <p:nvPr/>
          </p:nvPicPr>
          <p:blipFill rotWithShape="1">
            <a:blip r:embed="rId6">
              <a:alphaModFix/>
            </a:blip>
            <a:srcRect b="54543"/>
            <a:stretch/>
          </p:blipFill>
          <p:spPr>
            <a:xfrm>
              <a:off x="23135772" y="19251783"/>
              <a:ext cx="3748117" cy="1692222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08" name="Google Shape;108;p1" descr="Logo, company name&#10;&#10;Description automatically generated"/>
            <p:cNvPicPr preferRelativeResize="0"/>
            <p:nvPr/>
          </p:nvPicPr>
          <p:blipFill rotWithShape="1">
            <a:blip r:embed="rId6">
              <a:alphaModFix/>
            </a:blip>
            <a:srcRect t="47565" b="13424"/>
            <a:stretch/>
          </p:blipFill>
          <p:spPr>
            <a:xfrm>
              <a:off x="25219049" y="19225988"/>
              <a:ext cx="3955647" cy="1532673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09" name="Google Shape;109;p1" title="PHOTO-2025-04-25-18-28-17 2.jpg"/>
            <p:cNvPicPr preferRelativeResize="0"/>
            <p:nvPr/>
          </p:nvPicPr>
          <p:blipFill>
            <a:blip r:embed="rId7">
              <a:alphaModFix/>
            </a:blip>
            <a:stretch>
              <a:fillRect/>
            </a:stretch>
          </p:blipFill>
          <p:spPr>
            <a:xfrm>
              <a:off x="12519594" y="10802437"/>
              <a:ext cx="6995356" cy="556630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0" name="Google Shape;110;p1" title="PHOTO-2025-04-25-18-28-17.jpg"/>
            <p:cNvPicPr preferRelativeResize="0"/>
            <p:nvPr/>
          </p:nvPicPr>
          <p:blipFill>
            <a:blip r:embed="rId8">
              <a:alphaModFix/>
            </a:blip>
            <a:stretch>
              <a:fillRect/>
            </a:stretch>
          </p:blipFill>
          <p:spPr>
            <a:xfrm>
              <a:off x="12286778" y="16656116"/>
              <a:ext cx="8048718" cy="4627083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1" name="Google Shape;111;p1" title="PHOTO-2025-04-25-18-27-33.jpg"/>
            <p:cNvPicPr preferRelativeResize="0"/>
            <p:nvPr/>
          </p:nvPicPr>
          <p:blipFill>
            <a:blip r:embed="rId9">
              <a:alphaModFix/>
            </a:blip>
            <a:stretch>
              <a:fillRect/>
            </a:stretch>
          </p:blipFill>
          <p:spPr>
            <a:xfrm>
              <a:off x="12897906" y="4368494"/>
              <a:ext cx="7302217" cy="484873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2" name="Google Shape;112;p1" title="PHOTO-2025-04-25-18-27-11.jpg"/>
            <p:cNvPicPr preferRelativeResize="0"/>
            <p:nvPr/>
          </p:nvPicPr>
          <p:blipFill>
            <a:blip r:embed="rId10">
              <a:alphaModFix/>
            </a:blip>
            <a:stretch>
              <a:fillRect/>
            </a:stretch>
          </p:blipFill>
          <p:spPr>
            <a:xfrm>
              <a:off x="21600055" y="4368494"/>
              <a:ext cx="8818978" cy="4889774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</p:pic>
        <p:sp>
          <p:nvSpPr>
            <p:cNvPr id="113" name="Google Shape;113;p1"/>
            <p:cNvSpPr txBox="1"/>
            <p:nvPr/>
          </p:nvSpPr>
          <p:spPr>
            <a:xfrm>
              <a:off x="28868067" y="18518084"/>
              <a:ext cx="2332600" cy="150192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0950" tIns="60950" rIns="60950" bIns="60950" anchor="t" anchorCtr="0">
              <a:spAutoFit/>
            </a:bodyPr>
            <a:lstStyle/>
            <a:p>
              <a:endParaRPr sz="896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114" name="Picture 113" descr="52Q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9279088" y="576072"/>
            <a:ext cx="2103120" cy="31089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567</Words>
  <Application>Microsoft Macintosh PowerPoint</Application>
  <PresentationFormat>Custom</PresentationFormat>
  <Paragraphs>28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Calibri</vt:lpstr>
      <vt:lpstr>Arial</vt:lpstr>
      <vt:lpstr>Helvetica Neue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Microsoft Office User</dc:creator>
  <cp:lastModifiedBy>Phil Kim</cp:lastModifiedBy>
  <cp:revision>1</cp:revision>
  <dcterms:created xsi:type="dcterms:W3CDTF">2016-02-18T22:13:49Z</dcterms:created>
  <dcterms:modified xsi:type="dcterms:W3CDTF">2025-04-26T16:37:14Z</dcterms:modified>
</cp:coreProperties>
</file>