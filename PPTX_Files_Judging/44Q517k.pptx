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6" r:id="rId2"/>
  </p:sldIdLst>
  <p:sldSz cx="32918400" cy="21945600"/>
  <p:notesSz cx="6808788" cy="8086725"/>
  <p:custDataLst>
    <p:tags r:id="rId4"/>
  </p:custDataLst>
  <p:defaultTextStyle>
    <a:defPPr>
      <a:defRPr lang="en-US"/>
    </a:defPPr>
    <a:lvl1pPr algn="l" rtl="0" fontAlgn="base">
      <a:spcBef>
        <a:spcPct val="0"/>
      </a:spcBef>
      <a:spcAft>
        <a:spcPct val="0"/>
      </a:spcAft>
      <a:defRPr sz="2857" kern="1200">
        <a:solidFill>
          <a:schemeClr val="tx1"/>
        </a:solidFill>
        <a:latin typeface="Arial"/>
        <a:ea typeface="+mn-ea"/>
        <a:cs typeface="+mn-cs"/>
      </a:defRPr>
    </a:lvl1pPr>
    <a:lvl2pPr marL="326532" algn="l" rtl="0" fontAlgn="base">
      <a:spcBef>
        <a:spcPct val="0"/>
      </a:spcBef>
      <a:spcAft>
        <a:spcPct val="0"/>
      </a:spcAft>
      <a:defRPr sz="2857" kern="1200">
        <a:solidFill>
          <a:schemeClr val="tx1"/>
        </a:solidFill>
        <a:latin typeface="Arial"/>
        <a:ea typeface="+mn-ea"/>
        <a:cs typeface="+mn-cs"/>
      </a:defRPr>
    </a:lvl2pPr>
    <a:lvl3pPr marL="653064" algn="l" rtl="0" fontAlgn="base">
      <a:spcBef>
        <a:spcPct val="0"/>
      </a:spcBef>
      <a:spcAft>
        <a:spcPct val="0"/>
      </a:spcAft>
      <a:defRPr sz="2857" kern="1200">
        <a:solidFill>
          <a:schemeClr val="tx1"/>
        </a:solidFill>
        <a:latin typeface="Arial"/>
        <a:ea typeface="+mn-ea"/>
        <a:cs typeface="+mn-cs"/>
      </a:defRPr>
    </a:lvl3pPr>
    <a:lvl4pPr marL="979597" algn="l" rtl="0" fontAlgn="base">
      <a:spcBef>
        <a:spcPct val="0"/>
      </a:spcBef>
      <a:spcAft>
        <a:spcPct val="0"/>
      </a:spcAft>
      <a:defRPr sz="2857" kern="1200">
        <a:solidFill>
          <a:schemeClr val="tx1"/>
        </a:solidFill>
        <a:latin typeface="Arial"/>
        <a:ea typeface="+mn-ea"/>
        <a:cs typeface="+mn-cs"/>
      </a:defRPr>
    </a:lvl4pPr>
    <a:lvl5pPr marL="1306129" algn="l" rtl="0" fontAlgn="base">
      <a:spcBef>
        <a:spcPct val="0"/>
      </a:spcBef>
      <a:spcAft>
        <a:spcPct val="0"/>
      </a:spcAft>
      <a:defRPr sz="2857" kern="1200">
        <a:solidFill>
          <a:schemeClr val="tx1"/>
        </a:solidFill>
        <a:latin typeface="Arial"/>
        <a:ea typeface="+mn-ea"/>
        <a:cs typeface="+mn-cs"/>
      </a:defRPr>
    </a:lvl5pPr>
    <a:lvl6pPr marL="1632661" algn="l" defTabSz="653064" rtl="0" eaLnBrk="1" latinLnBrk="0" hangingPunct="1">
      <a:defRPr sz="2857" kern="1200">
        <a:solidFill>
          <a:schemeClr val="tx1"/>
        </a:solidFill>
        <a:latin typeface="Arial"/>
        <a:ea typeface="+mn-ea"/>
        <a:cs typeface="+mn-cs"/>
      </a:defRPr>
    </a:lvl6pPr>
    <a:lvl7pPr marL="1959193" algn="l" defTabSz="653064" rtl="0" eaLnBrk="1" latinLnBrk="0" hangingPunct="1">
      <a:defRPr sz="2857" kern="1200">
        <a:solidFill>
          <a:schemeClr val="tx1"/>
        </a:solidFill>
        <a:latin typeface="Arial"/>
        <a:ea typeface="+mn-ea"/>
        <a:cs typeface="+mn-cs"/>
      </a:defRPr>
    </a:lvl7pPr>
    <a:lvl8pPr marL="2285726" algn="l" defTabSz="653064" rtl="0" eaLnBrk="1" latinLnBrk="0" hangingPunct="1">
      <a:defRPr sz="2857" kern="1200">
        <a:solidFill>
          <a:schemeClr val="tx1"/>
        </a:solidFill>
        <a:latin typeface="Arial"/>
        <a:ea typeface="+mn-ea"/>
        <a:cs typeface="+mn-cs"/>
      </a:defRPr>
    </a:lvl8pPr>
    <a:lvl9pPr marL="2612258" algn="l" defTabSz="653064" rtl="0" eaLnBrk="1" latinLnBrk="0" hangingPunct="1">
      <a:defRPr sz="2857"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63A227-4E99-1611-BF23-0099E57E23C3}" v="55" dt="2025-04-21T18:03:28.593"/>
    <p1510:client id="{55D846EC-4BF4-8441-220B-02017C361AF5}" v="296" dt="2025-04-21T16:45:54.445"/>
    <p1510:client id="{EB48B687-29C5-2AF7-E3EA-AAAAA9FABACD}" v="1" dt="2025-04-21T15:39:53.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52" autoAdjust="0"/>
    <p:restoredTop sz="94660"/>
  </p:normalViewPr>
  <p:slideViewPr>
    <p:cSldViewPr snapToGrid="0">
      <p:cViewPr varScale="1">
        <p:scale>
          <a:sx n="38" d="100"/>
          <a:sy n="38" d="100"/>
        </p:scale>
        <p:origin x="1176" y="248"/>
      </p:cViewPr>
      <p:guideLst>
        <p:guide orient="horz" pos="6912"/>
        <p:guide pos="10368"/>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tags" Target="tags/tag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rin Nikravangolsefid" userId="S::nasrin.nikravangolsefid@samc.com::57dfdcc4-ba78-4f5b-8e42-2bfc3601f06b" providerId="AD" clId="Web-{EB48B687-29C5-2AF7-E3EA-AAAAA9FABACD}"/>
    <pc:docChg chg="modSld">
      <pc:chgData name="Nasrin Nikravangolsefid" userId="S::nasrin.nikravangolsefid@samc.com::57dfdcc4-ba78-4f5b-8e42-2bfc3601f06b" providerId="AD" clId="Web-{EB48B687-29C5-2AF7-E3EA-AAAAA9FABACD}" dt="2025-04-21T15:39:53.787" v="0"/>
      <pc:docMkLst>
        <pc:docMk/>
      </pc:docMkLst>
      <pc:sldChg chg="delSp">
        <pc:chgData name="Nasrin Nikravangolsefid" userId="S::nasrin.nikravangolsefid@samc.com::57dfdcc4-ba78-4f5b-8e42-2bfc3601f06b" providerId="AD" clId="Web-{EB48B687-29C5-2AF7-E3EA-AAAAA9FABACD}" dt="2025-04-21T15:39:53.787" v="0"/>
        <pc:sldMkLst>
          <pc:docMk/>
          <pc:sldMk cId="0" sldId="256"/>
        </pc:sldMkLst>
        <pc:picChg chg="del">
          <ac:chgData name="Nasrin Nikravangolsefid" userId="S::nasrin.nikravangolsefid@samc.com::57dfdcc4-ba78-4f5b-8e42-2bfc3601f06b" providerId="AD" clId="Web-{EB48B687-29C5-2AF7-E3EA-AAAAA9FABACD}" dt="2025-04-21T15:39:53.787" v="0"/>
          <ac:picMkLst>
            <pc:docMk/>
            <pc:sldMk cId="0" sldId="256"/>
            <ac:picMk id="1044" creationId="{00000000-0000-0000-0000-000000000000}"/>
          </ac:picMkLst>
        </pc:picChg>
      </pc:sldChg>
    </pc:docChg>
  </pc:docChgLst>
  <pc:docChgLst>
    <pc:chgData name="Nasrin Nikravangolsefid" userId="S::nasrin.nikravangolsefid@samc.com::57dfdcc4-ba78-4f5b-8e42-2bfc3601f06b" providerId="AD" clId="Web-{4063A227-4E99-1611-BF23-0099E57E23C3}"/>
    <pc:docChg chg="modSld">
      <pc:chgData name="Nasrin Nikravangolsefid" userId="S::nasrin.nikravangolsefid@samc.com::57dfdcc4-ba78-4f5b-8e42-2bfc3601f06b" providerId="AD" clId="Web-{4063A227-4E99-1611-BF23-0099E57E23C3}" dt="2025-04-21T18:03:28.593" v="25" actId="1076"/>
      <pc:docMkLst>
        <pc:docMk/>
      </pc:docMkLst>
      <pc:sldChg chg="modSp">
        <pc:chgData name="Nasrin Nikravangolsefid" userId="S::nasrin.nikravangolsefid@samc.com::57dfdcc4-ba78-4f5b-8e42-2bfc3601f06b" providerId="AD" clId="Web-{4063A227-4E99-1611-BF23-0099E57E23C3}" dt="2025-04-21T18:03:28.593" v="25" actId="1076"/>
        <pc:sldMkLst>
          <pc:docMk/>
          <pc:sldMk cId="0" sldId="256"/>
        </pc:sldMkLst>
        <pc:spChg chg="mod">
          <ac:chgData name="Nasrin Nikravangolsefid" userId="S::nasrin.nikravangolsefid@samc.com::57dfdcc4-ba78-4f5b-8e42-2bfc3601f06b" providerId="AD" clId="Web-{4063A227-4E99-1611-BF23-0099E57E23C3}" dt="2025-04-21T17:59:29.452" v="13"/>
          <ac:spMkLst>
            <pc:docMk/>
            <pc:sldMk cId="0" sldId="256"/>
            <ac:spMk id="2" creationId="{58ABEB7D-7EC3-464A-9B2A-6F756213FB59}"/>
          </ac:spMkLst>
        </pc:spChg>
        <pc:spChg chg="mod">
          <ac:chgData name="Nasrin Nikravangolsefid" userId="S::nasrin.nikravangolsefid@samc.com::57dfdcc4-ba78-4f5b-8e42-2bfc3601f06b" providerId="AD" clId="Web-{4063A227-4E99-1611-BF23-0099E57E23C3}" dt="2025-04-21T18:02:42.483" v="19" actId="20577"/>
          <ac:spMkLst>
            <pc:docMk/>
            <pc:sldMk cId="0" sldId="256"/>
            <ac:spMk id="3" creationId="{76F5F059-7763-40EC-9D33-F41BF62183BF}"/>
          </ac:spMkLst>
        </pc:spChg>
        <pc:spChg chg="mod">
          <ac:chgData name="Nasrin Nikravangolsefid" userId="S::nasrin.nikravangolsefid@samc.com::57dfdcc4-ba78-4f5b-8e42-2bfc3601f06b" providerId="AD" clId="Web-{4063A227-4E99-1611-BF23-0099E57E23C3}" dt="2025-04-21T18:02:48.030" v="20" actId="20577"/>
          <ac:spMkLst>
            <pc:docMk/>
            <pc:sldMk cId="0" sldId="256"/>
            <ac:spMk id="24" creationId="{E1CC18A6-93EE-4FA9-999D-18129CE32977}"/>
          </ac:spMkLst>
        </pc:spChg>
        <pc:spChg chg="mod">
          <ac:chgData name="Nasrin Nikravangolsefid" userId="S::nasrin.nikravangolsefid@samc.com::57dfdcc4-ba78-4f5b-8e42-2bfc3601f06b" providerId="AD" clId="Web-{4063A227-4E99-1611-BF23-0099E57E23C3}" dt="2025-04-21T18:03:04.030" v="22" actId="20577"/>
          <ac:spMkLst>
            <pc:docMk/>
            <pc:sldMk cId="0" sldId="256"/>
            <ac:spMk id="26" creationId="{BFADF2F8-88AE-4788-9006-52AF3010800A}"/>
          </ac:spMkLst>
        </pc:spChg>
        <pc:spChg chg="mod">
          <ac:chgData name="Nasrin Nikravangolsefid" userId="S::nasrin.nikravangolsefid@samc.com::57dfdcc4-ba78-4f5b-8e42-2bfc3601f06b" providerId="AD" clId="Web-{4063A227-4E99-1611-BF23-0099E57E23C3}" dt="2025-04-21T18:03:28.593" v="25" actId="1076"/>
          <ac:spMkLst>
            <pc:docMk/>
            <pc:sldMk cId="0" sldId="256"/>
            <ac:spMk id="28" creationId="{0D6E7DEF-3AC4-42E1-A1EB-D1CE420D375D}"/>
          </ac:spMkLst>
        </pc:spChg>
        <pc:spChg chg="mod">
          <ac:chgData name="Nasrin Nikravangolsefid" userId="S::nasrin.nikravangolsefid@samc.com::57dfdcc4-ba78-4f5b-8e42-2bfc3601f06b" providerId="AD" clId="Web-{4063A227-4E99-1611-BF23-0099E57E23C3}" dt="2025-04-21T18:02:37.718" v="18" actId="20577"/>
          <ac:spMkLst>
            <pc:docMk/>
            <pc:sldMk cId="0" sldId="256"/>
            <ac:spMk id="30" creationId="{D3567200-FD6C-4913-BFAA-BA65AC0A65F4}"/>
          </ac:spMkLst>
        </pc:spChg>
        <pc:spChg chg="mod">
          <ac:chgData name="Nasrin Nikravangolsefid" userId="S::nasrin.nikravangolsefid@samc.com::57dfdcc4-ba78-4f5b-8e42-2bfc3601f06b" providerId="AD" clId="Web-{4063A227-4E99-1611-BF23-0099E57E23C3}" dt="2025-04-21T17:57:22.842" v="1"/>
          <ac:spMkLst>
            <pc:docMk/>
            <pc:sldMk cId="0" sldId="256"/>
            <ac:spMk id="40" creationId="{7FF6EDBD-F39C-478E-993E-525A4A962EEE}"/>
          </ac:spMkLst>
        </pc:spChg>
        <pc:spChg chg="mod">
          <ac:chgData name="Nasrin Nikravangolsefid" userId="S::nasrin.nikravangolsefid@samc.com::57dfdcc4-ba78-4f5b-8e42-2bfc3601f06b" providerId="AD" clId="Web-{4063A227-4E99-1611-BF23-0099E57E23C3}" dt="2025-04-21T17:57:28.077" v="2"/>
          <ac:spMkLst>
            <pc:docMk/>
            <pc:sldMk cId="0" sldId="256"/>
            <ac:spMk id="41" creationId="{729CCB52-B6FC-406C-96EC-9F317F510FFA}"/>
          </ac:spMkLst>
        </pc:spChg>
        <pc:spChg chg="mod">
          <ac:chgData name="Nasrin Nikravangolsefid" userId="S::nasrin.nikravangolsefid@samc.com::57dfdcc4-ba78-4f5b-8e42-2bfc3601f06b" providerId="AD" clId="Web-{4063A227-4E99-1611-BF23-0099E57E23C3}" dt="2025-04-21T17:57:34.155" v="3"/>
          <ac:spMkLst>
            <pc:docMk/>
            <pc:sldMk cId="0" sldId="256"/>
            <ac:spMk id="42" creationId="{39B92F31-F8F0-4EA9-AC1B-59A0E37297CE}"/>
          </ac:spMkLst>
        </pc:spChg>
        <pc:spChg chg="mod">
          <ac:chgData name="Nasrin Nikravangolsefid" userId="S::nasrin.nikravangolsefid@samc.com::57dfdcc4-ba78-4f5b-8e42-2bfc3601f06b" providerId="AD" clId="Web-{4063A227-4E99-1611-BF23-0099E57E23C3}" dt="2025-04-21T17:57:41.483" v="4"/>
          <ac:spMkLst>
            <pc:docMk/>
            <pc:sldMk cId="0" sldId="256"/>
            <ac:spMk id="43" creationId="{24CEA4CA-BE3C-4DE5-AA72-8DB5C68483B8}"/>
          </ac:spMkLst>
        </pc:spChg>
        <pc:spChg chg="mod">
          <ac:chgData name="Nasrin Nikravangolsefid" userId="S::nasrin.nikravangolsefid@samc.com::57dfdcc4-ba78-4f5b-8e42-2bfc3601f06b" providerId="AD" clId="Web-{4063A227-4E99-1611-BF23-0099E57E23C3}" dt="2025-04-21T17:57:05.545" v="0"/>
          <ac:spMkLst>
            <pc:docMk/>
            <pc:sldMk cId="0" sldId="256"/>
            <ac:spMk id="1043" creationId="{00000000-0000-0000-0000-000000000000}"/>
          </ac:spMkLst>
        </pc:spChg>
      </pc:sldChg>
    </pc:docChg>
  </pc:docChgLst>
  <pc:docChgLst>
    <pc:chgData name="Nasrin Nikravangolsefid" userId="S::nasrin.nikravangolsefid@samc.com::57dfdcc4-ba78-4f5b-8e42-2bfc3601f06b" providerId="AD" clId="Web-{55D846EC-4BF4-8441-220B-02017C361AF5}"/>
    <pc:docChg chg="modSld">
      <pc:chgData name="Nasrin Nikravangolsefid" userId="S::nasrin.nikravangolsefid@samc.com::57dfdcc4-ba78-4f5b-8e42-2bfc3601f06b" providerId="AD" clId="Web-{55D846EC-4BF4-8441-220B-02017C361AF5}" dt="2025-04-21T16:45:54.445" v="164" actId="20577"/>
      <pc:docMkLst>
        <pc:docMk/>
      </pc:docMkLst>
      <pc:sldChg chg="addSp delSp modSp">
        <pc:chgData name="Nasrin Nikravangolsefid" userId="S::nasrin.nikravangolsefid@samc.com::57dfdcc4-ba78-4f5b-8e42-2bfc3601f06b" providerId="AD" clId="Web-{55D846EC-4BF4-8441-220B-02017C361AF5}" dt="2025-04-21T16:45:54.445" v="164" actId="20577"/>
        <pc:sldMkLst>
          <pc:docMk/>
          <pc:sldMk cId="0" sldId="256"/>
        </pc:sldMkLst>
        <pc:spChg chg="mod">
          <ac:chgData name="Nasrin Nikravangolsefid" userId="S::nasrin.nikravangolsefid@samc.com::57dfdcc4-ba78-4f5b-8e42-2bfc3601f06b" providerId="AD" clId="Web-{55D846EC-4BF4-8441-220B-02017C361AF5}" dt="2025-04-21T16:43:54.505" v="152" actId="1076"/>
          <ac:spMkLst>
            <pc:docMk/>
            <pc:sldMk cId="0" sldId="256"/>
            <ac:spMk id="3" creationId="{76F5F059-7763-40EC-9D33-F41BF62183BF}"/>
          </ac:spMkLst>
        </pc:spChg>
        <pc:spChg chg="mod">
          <ac:chgData name="Nasrin Nikravangolsefid" userId="S::nasrin.nikravangolsefid@samc.com::57dfdcc4-ba78-4f5b-8e42-2bfc3601f06b" providerId="AD" clId="Web-{55D846EC-4BF4-8441-220B-02017C361AF5}" dt="2025-04-21T15:42:32.222" v="5" actId="1076"/>
          <ac:spMkLst>
            <pc:docMk/>
            <pc:sldMk cId="0" sldId="256"/>
            <ac:spMk id="4" creationId="{BB8BCC94-5A48-49CD-AE0B-3BABC264569C}"/>
          </ac:spMkLst>
        </pc:spChg>
        <pc:spChg chg="mod">
          <ac:chgData name="Nasrin Nikravangolsefid" userId="S::nasrin.nikravangolsefid@samc.com::57dfdcc4-ba78-4f5b-8e42-2bfc3601f06b" providerId="AD" clId="Web-{55D846EC-4BF4-8441-220B-02017C361AF5}" dt="2025-04-21T16:45:54.445" v="164" actId="20577"/>
          <ac:spMkLst>
            <pc:docMk/>
            <pc:sldMk cId="0" sldId="256"/>
            <ac:spMk id="9" creationId="{3468E529-8A16-411A-BDAA-E2A35F304B7D}"/>
          </ac:spMkLst>
        </pc:spChg>
        <pc:spChg chg="mod">
          <ac:chgData name="Nasrin Nikravangolsefid" userId="S::nasrin.nikravangolsefid@samc.com::57dfdcc4-ba78-4f5b-8e42-2bfc3601f06b" providerId="AD" clId="Web-{55D846EC-4BF4-8441-220B-02017C361AF5}" dt="2025-04-21T16:45:51.882" v="163" actId="20577"/>
          <ac:spMkLst>
            <pc:docMk/>
            <pc:sldMk cId="0" sldId="256"/>
            <ac:spMk id="10" creationId="{AA1A3D7F-B117-4409-BE6B-6787C15E6108}"/>
          </ac:spMkLst>
        </pc:spChg>
        <pc:spChg chg="mod">
          <ac:chgData name="Nasrin Nikravangolsefid" userId="S::nasrin.nikravangolsefid@samc.com::57dfdcc4-ba78-4f5b-8e42-2bfc3601f06b" providerId="AD" clId="Web-{55D846EC-4BF4-8441-220B-02017C361AF5}" dt="2025-04-21T16:44:49.787" v="159" actId="20577"/>
          <ac:spMkLst>
            <pc:docMk/>
            <pc:sldMk cId="0" sldId="256"/>
            <ac:spMk id="24" creationId="{E1CC18A6-93EE-4FA9-999D-18129CE32977}"/>
          </ac:spMkLst>
        </pc:spChg>
        <pc:spChg chg="mod">
          <ac:chgData name="Nasrin Nikravangolsefid" userId="S::nasrin.nikravangolsefid@samc.com::57dfdcc4-ba78-4f5b-8e42-2bfc3601f06b" providerId="AD" clId="Web-{55D846EC-4BF4-8441-220B-02017C361AF5}" dt="2025-04-21T15:46:38.787" v="44" actId="20577"/>
          <ac:spMkLst>
            <pc:docMk/>
            <pc:sldMk cId="0" sldId="256"/>
            <ac:spMk id="25" creationId="{63B25C99-FCA8-4771-8146-756030D2120A}"/>
          </ac:spMkLst>
        </pc:spChg>
        <pc:spChg chg="mod">
          <ac:chgData name="Nasrin Nikravangolsefid" userId="S::nasrin.nikravangolsefid@samc.com::57dfdcc4-ba78-4f5b-8e42-2bfc3601f06b" providerId="AD" clId="Web-{55D846EC-4BF4-8441-220B-02017C361AF5}" dt="2025-04-21T16:44:38.834" v="157" actId="20577"/>
          <ac:spMkLst>
            <pc:docMk/>
            <pc:sldMk cId="0" sldId="256"/>
            <ac:spMk id="26" creationId="{BFADF2F8-88AE-4788-9006-52AF3010800A}"/>
          </ac:spMkLst>
        </pc:spChg>
        <pc:spChg chg="mod">
          <ac:chgData name="Nasrin Nikravangolsefid" userId="S::nasrin.nikravangolsefid@samc.com::57dfdcc4-ba78-4f5b-8e42-2bfc3601f06b" providerId="AD" clId="Web-{55D846EC-4BF4-8441-220B-02017C361AF5}" dt="2025-04-21T15:45:48.521" v="39" actId="20577"/>
          <ac:spMkLst>
            <pc:docMk/>
            <pc:sldMk cId="0" sldId="256"/>
            <ac:spMk id="27" creationId="{1467034A-39FB-448D-A8E6-A895FA29A735}"/>
          </ac:spMkLst>
        </pc:spChg>
        <pc:spChg chg="mod">
          <ac:chgData name="Nasrin Nikravangolsefid" userId="S::nasrin.nikravangolsefid@samc.com::57dfdcc4-ba78-4f5b-8e42-2bfc3601f06b" providerId="AD" clId="Web-{55D846EC-4BF4-8441-220B-02017C361AF5}" dt="2025-04-21T16:43:22.238" v="147" actId="20577"/>
          <ac:spMkLst>
            <pc:docMk/>
            <pc:sldMk cId="0" sldId="256"/>
            <ac:spMk id="28" creationId="{0D6E7DEF-3AC4-42E1-A1EB-D1CE420D375D}"/>
          </ac:spMkLst>
        </pc:spChg>
        <pc:spChg chg="del mod">
          <ac:chgData name="Nasrin Nikravangolsefid" userId="S::nasrin.nikravangolsefid@samc.com::57dfdcc4-ba78-4f5b-8e42-2bfc3601f06b" providerId="AD" clId="Web-{55D846EC-4BF4-8441-220B-02017C361AF5}" dt="2025-04-21T15:47:49.069" v="52"/>
          <ac:spMkLst>
            <pc:docMk/>
            <pc:sldMk cId="0" sldId="256"/>
            <ac:spMk id="29" creationId="{B32042E6-00F7-423A-A497-851DD656951C}"/>
          </ac:spMkLst>
        </pc:spChg>
        <pc:spChg chg="mod">
          <ac:chgData name="Nasrin Nikravangolsefid" userId="S::nasrin.nikravangolsefid@samc.com::57dfdcc4-ba78-4f5b-8e42-2bfc3601f06b" providerId="AD" clId="Web-{55D846EC-4BF4-8441-220B-02017C361AF5}" dt="2025-04-21T16:44:02.989" v="153" actId="1076"/>
          <ac:spMkLst>
            <pc:docMk/>
            <pc:sldMk cId="0" sldId="256"/>
            <ac:spMk id="30" creationId="{D3567200-FD6C-4913-BFAA-BA65AC0A65F4}"/>
          </ac:spMkLst>
        </pc:spChg>
        <pc:spChg chg="mod">
          <ac:chgData name="Nasrin Nikravangolsefid" userId="S::nasrin.nikravangolsefid@samc.com::57dfdcc4-ba78-4f5b-8e42-2bfc3601f06b" providerId="AD" clId="Web-{55D846EC-4BF4-8441-220B-02017C361AF5}" dt="2025-04-21T15:51:10.540" v="101" actId="1076"/>
          <ac:spMkLst>
            <pc:docMk/>
            <pc:sldMk cId="0" sldId="256"/>
            <ac:spMk id="31" creationId="{2753E027-9019-43FF-976D-E742F6876784}"/>
          </ac:spMkLst>
        </pc:spChg>
        <pc:picChg chg="add mod">
          <ac:chgData name="Nasrin Nikravangolsefid" userId="S::nasrin.nikravangolsefid@samc.com::57dfdcc4-ba78-4f5b-8e42-2bfc3601f06b" providerId="AD" clId="Web-{55D846EC-4BF4-8441-220B-02017C361AF5}" dt="2025-04-21T15:47:45.944" v="51" actId="1076"/>
          <ac:picMkLst>
            <pc:docMk/>
            <pc:sldMk cId="0" sldId="256"/>
            <ac:picMk id="5" creationId="{2C38FD93-DE72-0C24-925D-ACF74B9D49F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51163" cy="404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t" anchorCtr="0" compatLnSpc="1">
            <a:prstTxWarp prst="textNoShape">
              <a:avLst/>
            </a:prstTxWarp>
          </a:bodyPr>
          <a:lstStyle>
            <a:defPPr>
              <a:defRPr kern="1200"/>
            </a:defPPr>
            <a:lvl1pPr>
              <a:defRPr sz="1200" smtClean="0">
                <a:latin typeface="Arial" pitchFamily="34" charset="0"/>
              </a:defRPr>
            </a:lvl1pPr>
          </a:lstStyle>
          <a:p>
            <a:pPr>
              <a:defRPr/>
            </a:pPr>
            <a:endParaRPr lang="en-US"/>
          </a:p>
        </p:txBody>
      </p:sp>
      <p:sp>
        <p:nvSpPr>
          <p:cNvPr id="3075" name="Rectangle 3"/>
          <p:cNvSpPr>
            <a:spLocks noGrp="1" noChangeArrowheads="1"/>
          </p:cNvSpPr>
          <p:nvPr>
            <p:ph type="dt" idx="1"/>
          </p:nvPr>
        </p:nvSpPr>
        <p:spPr bwMode="auto">
          <a:xfrm>
            <a:off x="3856038" y="0"/>
            <a:ext cx="2951162" cy="404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t" anchorCtr="0" compatLnSpc="1">
            <a:prstTxWarp prst="textNoShape">
              <a:avLst/>
            </a:prstTxWarp>
          </a:bodyPr>
          <a:lstStyle>
            <a:defPPr>
              <a:defRPr kern="1200"/>
            </a:defPPr>
            <a:lvl1pPr algn="r">
              <a:defRPr sz="1200" smtClean="0">
                <a:latin typeface="Arial" pitchFamily="34"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30300" y="606425"/>
            <a:ext cx="4548188" cy="30321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1038" y="3841750"/>
            <a:ext cx="5446712" cy="363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t" anchorCtr="0" compatLnSpc="1">
            <a:prstTxWarp prst="textNoShape">
              <a:avLst/>
            </a:prstTxWarp>
          </a:bodyPr>
          <a:lstStyle>
            <a:defPPr>
              <a:defRPr kern="1200"/>
            </a:def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7680325"/>
            <a:ext cx="2951163" cy="404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b" anchorCtr="0" compatLnSpc="1">
            <a:prstTxWarp prst="textNoShape">
              <a:avLst/>
            </a:prstTxWarp>
          </a:bodyPr>
          <a:lstStyle>
            <a:defPPr>
              <a:defRPr kern="1200"/>
            </a:defPPr>
            <a:lvl1pPr>
              <a:defRPr sz="1200" smtClean="0">
                <a:latin typeface="Arial" pitchFamily="34" charset="0"/>
              </a:defRPr>
            </a:lvl1pPr>
          </a:lstStyle>
          <a:p>
            <a:pPr>
              <a:defRPr/>
            </a:pPr>
            <a:endParaRPr lang="en-US"/>
          </a:p>
        </p:txBody>
      </p:sp>
      <p:sp>
        <p:nvSpPr>
          <p:cNvPr id="3079" name="Rectangle 7"/>
          <p:cNvSpPr>
            <a:spLocks noGrp="1" noChangeArrowheads="1"/>
          </p:cNvSpPr>
          <p:nvPr>
            <p:ph type="sldNum" sz="quarter" idx="5"/>
          </p:nvPr>
        </p:nvSpPr>
        <p:spPr bwMode="auto">
          <a:xfrm>
            <a:off x="3856038" y="7680325"/>
            <a:ext cx="2951162" cy="404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b" anchorCtr="0" compatLnSpc="1">
            <a:prstTxWarp prst="textNoShape">
              <a:avLst/>
            </a:prstTxWarp>
          </a:bodyPr>
          <a:lstStyle>
            <a:defPPr>
              <a:defRPr kern="1200"/>
            </a:defPPr>
            <a:lvl1pPr algn="r">
              <a:defRPr sz="1200" smtClean="0">
                <a:latin typeface="Arial" pitchFamily="34" charset="0"/>
              </a:defRPr>
            </a:lvl1pPr>
          </a:lstStyle>
          <a:p>
            <a:pPr>
              <a:defRPr/>
            </a:pPr>
            <a:fld id="{FD68BA3D-49E0-46A5-97E9-F72E8ED8D052}" type="slidenum">
              <a:rPr lang="en-US"/>
              <a:pPr>
                <a:defRPr/>
              </a:pPr>
              <a:t>‹#›</a:t>
            </a:fld>
            <a:endParaRPr lang="en-US"/>
          </a:p>
        </p:txBody>
      </p:sp>
    </p:spTree>
    <p:extLst>
      <p:ext uri="{BB962C8B-B14F-4D97-AF65-F5344CB8AC3E}">
        <p14:creationId xmlns:p14="http://schemas.microsoft.com/office/powerpoint/2010/main" val="29524005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857" kern="1200">
        <a:solidFill>
          <a:schemeClr val="tx1"/>
        </a:solidFill>
        <a:latin typeface="Arial" pitchFamily="34" charset="0"/>
        <a:ea typeface="+mn-ea"/>
        <a:cs typeface="+mn-cs"/>
      </a:defRPr>
    </a:lvl1pPr>
    <a:lvl2pPr marL="326532" algn="l" rtl="0" eaLnBrk="0" fontAlgn="base" hangingPunct="0">
      <a:spcBef>
        <a:spcPct val="30000"/>
      </a:spcBef>
      <a:spcAft>
        <a:spcPct val="0"/>
      </a:spcAft>
      <a:defRPr sz="857" kern="1200">
        <a:solidFill>
          <a:schemeClr val="tx1"/>
        </a:solidFill>
        <a:latin typeface="Arial" pitchFamily="34" charset="0"/>
        <a:ea typeface="+mn-ea"/>
        <a:cs typeface="+mn-cs"/>
      </a:defRPr>
    </a:lvl2pPr>
    <a:lvl3pPr marL="653064" algn="l" rtl="0" eaLnBrk="0" fontAlgn="base" hangingPunct="0">
      <a:spcBef>
        <a:spcPct val="30000"/>
      </a:spcBef>
      <a:spcAft>
        <a:spcPct val="0"/>
      </a:spcAft>
      <a:defRPr sz="857" kern="1200">
        <a:solidFill>
          <a:schemeClr val="tx1"/>
        </a:solidFill>
        <a:latin typeface="Arial" pitchFamily="34" charset="0"/>
        <a:ea typeface="+mn-ea"/>
        <a:cs typeface="+mn-cs"/>
      </a:defRPr>
    </a:lvl3pPr>
    <a:lvl4pPr marL="979597" algn="l" rtl="0" eaLnBrk="0" fontAlgn="base" hangingPunct="0">
      <a:spcBef>
        <a:spcPct val="30000"/>
      </a:spcBef>
      <a:spcAft>
        <a:spcPct val="0"/>
      </a:spcAft>
      <a:defRPr sz="857" kern="1200">
        <a:solidFill>
          <a:schemeClr val="tx1"/>
        </a:solidFill>
        <a:latin typeface="Arial" pitchFamily="34" charset="0"/>
        <a:ea typeface="+mn-ea"/>
        <a:cs typeface="+mn-cs"/>
      </a:defRPr>
    </a:lvl4pPr>
    <a:lvl5pPr marL="1306129" algn="l" rtl="0" eaLnBrk="0" fontAlgn="base" hangingPunct="0">
      <a:spcBef>
        <a:spcPct val="30000"/>
      </a:spcBef>
      <a:spcAft>
        <a:spcPct val="0"/>
      </a:spcAft>
      <a:defRPr sz="857" kern="1200">
        <a:solidFill>
          <a:schemeClr val="tx1"/>
        </a:solidFill>
        <a:latin typeface="Arial" pitchFamily="34" charset="0"/>
        <a:ea typeface="+mn-ea"/>
        <a:cs typeface="+mn-cs"/>
      </a:defRPr>
    </a:lvl5pPr>
    <a:lvl6pPr marL="1632661" algn="l" defTabSz="653064" rtl="0" eaLnBrk="1" latinLnBrk="0" hangingPunct="1">
      <a:defRPr sz="857" kern="1200">
        <a:solidFill>
          <a:schemeClr val="tx1"/>
        </a:solidFill>
        <a:latin typeface="+mn-lt"/>
        <a:ea typeface="+mn-ea"/>
        <a:cs typeface="+mn-cs"/>
      </a:defRPr>
    </a:lvl6pPr>
    <a:lvl7pPr marL="1959193" algn="l" defTabSz="653064" rtl="0" eaLnBrk="1" latinLnBrk="0" hangingPunct="1">
      <a:defRPr sz="857" kern="1200">
        <a:solidFill>
          <a:schemeClr val="tx1"/>
        </a:solidFill>
        <a:latin typeface="+mn-lt"/>
        <a:ea typeface="+mn-ea"/>
        <a:cs typeface="+mn-cs"/>
      </a:defRPr>
    </a:lvl7pPr>
    <a:lvl8pPr marL="2285726" algn="l" defTabSz="653064" rtl="0" eaLnBrk="1" latinLnBrk="0" hangingPunct="1">
      <a:defRPr sz="857" kern="1200">
        <a:solidFill>
          <a:schemeClr val="tx1"/>
        </a:solidFill>
        <a:latin typeface="+mn-lt"/>
        <a:ea typeface="+mn-ea"/>
        <a:cs typeface="+mn-cs"/>
      </a:defRPr>
    </a:lvl8pPr>
    <a:lvl9pPr marL="2612258" algn="l" defTabSz="653064" rtl="0" eaLnBrk="1" latinLnBrk="0" hangingPunct="1">
      <a:defRPr sz="8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fld id="{FE711041-1460-417A-9628-0999F88FE5EF}" type="slidenum">
              <a:rPr lang="en-US" altLang="en-US" sz="1200"/>
              <a:pPr eaLnBrk="1" hangingPunct="1"/>
              <a:t>1</a:t>
            </a:fld>
            <a:endParaRPr lang="en-US" altLang="en-US" sz="1200"/>
          </a:p>
        </p:txBody>
      </p:sp>
      <p:sp>
        <p:nvSpPr>
          <p:cNvPr id="4099" name="Rectangle 2"/>
          <p:cNvSpPr>
            <a:spLocks noGrp="1" noRot="1" noChangeAspect="1" noChangeArrowheads="1" noTextEdit="1"/>
          </p:cNvSpPr>
          <p:nvPr>
            <p:ph type="sldImg"/>
          </p:nvPr>
        </p:nvSpPr>
        <p:spPr>
          <a:xfrm>
            <a:off x="1130300" y="606425"/>
            <a:ext cx="4548188" cy="3032125"/>
          </a:xfrm>
        </p:spPr>
      </p:sp>
      <p:sp>
        <p:nvSpPr>
          <p:cNvPr id="4100" name="Rectangle 3"/>
          <p:cNvSpPr>
            <a:spLocks noGrp="1" noChangeArrowheads="1"/>
          </p:cNvSpPr>
          <p:nvPr>
            <p:ph type="body" idx="1"/>
          </p:nvPr>
        </p:nvSpPr>
        <p:spPr>
          <a:noFill/>
        </p:spPr>
        <p:txBody>
          <a:bodyPr/>
          <a:lstStyle>
            <a:defPPr>
              <a:defRPr kern="1200"/>
            </a:defPPr>
          </a:lstStyle>
          <a:p>
            <a:pPr eaLnBrk="1" hangingPunct="1"/>
            <a:endParaRPr lang="en-US" altLang="en-US">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337" y="6817179"/>
            <a:ext cx="27981728" cy="470444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8033" y="12436022"/>
            <a:ext cx="23042336" cy="5607957"/>
          </a:xfrm>
        </p:spPr>
        <p:txBody>
          <a:bodyPr/>
          <a:lstStyle>
            <a:defPPr>
              <a:defRPr kern="1200"/>
            </a:defPPr>
            <a:lvl1pPr marL="0" indent="0" algn="ctr">
              <a:buNone/>
              <a:defRPr/>
            </a:lvl1pPr>
            <a:lvl2pPr marL="261257" indent="0" algn="ctr">
              <a:buNone/>
              <a:defRPr/>
            </a:lvl2pPr>
            <a:lvl3pPr marL="522514" indent="0" algn="ctr">
              <a:buNone/>
              <a:defRPr/>
            </a:lvl3pPr>
            <a:lvl4pPr marL="783771" indent="0" algn="ctr">
              <a:buNone/>
              <a:defRPr/>
            </a:lvl4pPr>
            <a:lvl5pPr marL="1045028" indent="0" algn="ctr">
              <a:buNone/>
              <a:defRPr/>
            </a:lvl5pPr>
            <a:lvl6pPr marL="1306286" indent="0" algn="ctr">
              <a:buNone/>
              <a:defRPr/>
            </a:lvl6pPr>
            <a:lvl7pPr marL="1567543" indent="0" algn="ctr">
              <a:buNone/>
              <a:defRPr/>
            </a:lvl7pPr>
            <a:lvl8pPr marL="1828800" indent="0" algn="ctr">
              <a:buNone/>
              <a:defRPr/>
            </a:lvl8pPr>
            <a:lvl9pPr marL="2090057"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A95BE68-8CCE-46D6-825E-4C89311130E0}" type="slidenum">
              <a:rPr lang="en-US"/>
              <a:pPr>
                <a:defRPr/>
              </a:pPr>
              <a:t>‹#›</a:t>
            </a:fld>
            <a:endParaRPr lang="en-US"/>
          </a:p>
        </p:txBody>
      </p:sp>
    </p:spTree>
    <p:extLst>
      <p:ext uri="{BB962C8B-B14F-4D97-AF65-F5344CB8AC3E}">
        <p14:creationId xmlns:p14="http://schemas.microsoft.com/office/powerpoint/2010/main" val="194554309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1AA1885A-9E93-4209-AD0F-62A47E16BA21}" type="slidenum">
              <a:rPr lang="en-US"/>
              <a:pPr>
                <a:defRPr/>
              </a:pPr>
              <a:t>‹#›</a:t>
            </a:fld>
            <a:endParaRPr lang="en-US"/>
          </a:p>
        </p:txBody>
      </p:sp>
    </p:spTree>
    <p:extLst>
      <p:ext uri="{BB962C8B-B14F-4D97-AF65-F5344CB8AC3E}">
        <p14:creationId xmlns:p14="http://schemas.microsoft.com/office/powerpoint/2010/main" val="256576333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445"/>
            <a:ext cx="27980367" cy="4357914"/>
          </a:xfrm>
        </p:spPr>
        <p:txBody>
          <a:bodyPr anchor="t"/>
          <a:lstStyle>
            <a:defPPr>
              <a:defRPr kern="1200"/>
            </a:defPPr>
            <a:lvl1pPr algn="l">
              <a:defRPr sz="2285" b="1" cap="all"/>
            </a:lvl1pPr>
          </a:lstStyle>
          <a:p>
            <a:r>
              <a:rPr lang="en-US"/>
              <a:t>Click to edit Master title style</a:t>
            </a:r>
          </a:p>
        </p:txBody>
      </p:sp>
      <p:sp>
        <p:nvSpPr>
          <p:cNvPr id="3" name="Text Placeholder 2"/>
          <p:cNvSpPr>
            <a:spLocks noGrp="1"/>
          </p:cNvSpPr>
          <p:nvPr>
            <p:ph type="body" idx="1"/>
          </p:nvPr>
        </p:nvSpPr>
        <p:spPr>
          <a:xfrm>
            <a:off x="2600325" y="9301843"/>
            <a:ext cx="27980367" cy="4800600"/>
          </a:xfrm>
        </p:spPr>
        <p:txBody>
          <a:bodyPr anchor="b"/>
          <a:lstStyle>
            <a:defPPr>
              <a:defRPr kern="1200"/>
            </a:defPPr>
            <a:lvl1pPr marL="0" indent="0">
              <a:buNone/>
              <a:defRPr sz="1143"/>
            </a:lvl1pPr>
            <a:lvl2pPr marL="261257" indent="0">
              <a:buNone/>
              <a:defRPr sz="1029"/>
            </a:lvl2pPr>
            <a:lvl3pPr marL="522514" indent="0">
              <a:buNone/>
              <a:defRPr sz="914"/>
            </a:lvl3pPr>
            <a:lvl4pPr marL="783771" indent="0">
              <a:buNone/>
              <a:defRPr sz="800"/>
            </a:lvl4pPr>
            <a:lvl5pPr marL="1045028" indent="0">
              <a:buNone/>
              <a:defRPr sz="800"/>
            </a:lvl5pPr>
            <a:lvl6pPr marL="1306286" indent="0">
              <a:buNone/>
              <a:defRPr sz="800"/>
            </a:lvl6pPr>
            <a:lvl7pPr marL="1567543" indent="0">
              <a:buNone/>
              <a:defRPr sz="800"/>
            </a:lvl7pPr>
            <a:lvl8pPr marL="1828800" indent="0">
              <a:buNone/>
              <a:defRPr sz="800"/>
            </a:lvl8pPr>
            <a:lvl9pPr marL="2090057" indent="0">
              <a:buNone/>
              <a:defRPr sz="8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8D8E578A-D0F8-4058-94E3-8546EF85F9EE}" type="slidenum">
              <a:rPr lang="en-US"/>
              <a:pPr>
                <a:defRPr/>
              </a:pPr>
              <a:t>‹#›</a:t>
            </a:fld>
            <a:endParaRPr lang="en-US"/>
          </a:p>
        </p:txBody>
      </p:sp>
    </p:spTree>
    <p:extLst>
      <p:ext uri="{BB962C8B-B14F-4D97-AF65-F5344CB8AC3E}">
        <p14:creationId xmlns:p14="http://schemas.microsoft.com/office/powerpoint/2010/main" val="405163550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6465" y="5121729"/>
            <a:ext cx="14747422" cy="14482536"/>
          </a:xfrm>
        </p:spPr>
        <p:txBody>
          <a:bodyPr/>
          <a:lstStyle>
            <a:defPPr>
              <a:defRPr kern="1200"/>
            </a:defPPr>
            <a:lvl1pPr>
              <a:defRPr sz="1600"/>
            </a:lvl1pPr>
            <a:lvl2pPr>
              <a:defRPr sz="1371"/>
            </a:lvl2pPr>
            <a:lvl3pPr>
              <a:defRPr sz="1143"/>
            </a:lvl3pPr>
            <a:lvl4pPr>
              <a:defRPr sz="1029"/>
            </a:lvl4pPr>
            <a:lvl5pPr>
              <a:defRPr sz="1029"/>
            </a:lvl5pPr>
            <a:lvl6pPr>
              <a:defRPr sz="1029"/>
            </a:lvl6pPr>
            <a:lvl7pPr>
              <a:defRPr sz="1029"/>
            </a:lvl7pPr>
            <a:lvl8pPr>
              <a:defRPr sz="1029"/>
            </a:lvl8pPr>
            <a:lvl9pPr>
              <a:defRPr sz="102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24514" y="5121729"/>
            <a:ext cx="14748782" cy="14482536"/>
          </a:xfrm>
        </p:spPr>
        <p:txBody>
          <a:bodyPr/>
          <a:lstStyle>
            <a:defPPr>
              <a:defRPr kern="1200"/>
            </a:defPPr>
            <a:lvl1pPr>
              <a:defRPr sz="1600"/>
            </a:lvl1pPr>
            <a:lvl2pPr>
              <a:defRPr sz="1371"/>
            </a:lvl2pPr>
            <a:lvl3pPr>
              <a:defRPr sz="1143"/>
            </a:lvl3pPr>
            <a:lvl4pPr>
              <a:defRPr sz="1029"/>
            </a:lvl4pPr>
            <a:lvl5pPr>
              <a:defRPr sz="1029"/>
            </a:lvl5pPr>
            <a:lvl6pPr>
              <a:defRPr sz="1029"/>
            </a:lvl6pPr>
            <a:lvl7pPr>
              <a:defRPr sz="1029"/>
            </a:lvl7pPr>
            <a:lvl8pPr>
              <a:defRPr sz="1029"/>
            </a:lvl8pPr>
            <a:lvl9pPr>
              <a:defRPr sz="102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0AD92783-880D-4EF9-AAA3-0353101734EF}" type="slidenum">
              <a:rPr lang="en-US"/>
              <a:pPr>
                <a:defRPr/>
              </a:pPr>
              <a:t>‹#›</a:t>
            </a:fld>
            <a:endParaRPr lang="en-US"/>
          </a:p>
        </p:txBody>
      </p:sp>
    </p:spTree>
    <p:extLst>
      <p:ext uri="{BB962C8B-B14F-4D97-AF65-F5344CB8AC3E}">
        <p14:creationId xmlns:p14="http://schemas.microsoft.com/office/powerpoint/2010/main" val="201832015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6465" y="879022"/>
            <a:ext cx="29625472" cy="36576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6464" y="4912180"/>
            <a:ext cx="14544677" cy="2047421"/>
          </a:xfrm>
        </p:spPr>
        <p:txBody>
          <a:bodyPr anchor="b"/>
          <a:lstStyle>
            <a:defPPr>
              <a:defRPr kern="1200"/>
            </a:defPPr>
            <a:lvl1pPr marL="0" indent="0">
              <a:buNone/>
              <a:defRPr sz="1371" b="1"/>
            </a:lvl1pPr>
            <a:lvl2pPr marL="261257" indent="0">
              <a:buNone/>
              <a:defRPr sz="1143" b="1"/>
            </a:lvl2pPr>
            <a:lvl3pPr marL="522514" indent="0">
              <a:buNone/>
              <a:defRPr sz="1029" b="1"/>
            </a:lvl3pPr>
            <a:lvl4pPr marL="783771" indent="0">
              <a:buNone/>
              <a:defRPr sz="914" b="1"/>
            </a:lvl4pPr>
            <a:lvl5pPr marL="1045028" indent="0">
              <a:buNone/>
              <a:defRPr sz="914" b="1"/>
            </a:lvl5pPr>
            <a:lvl6pPr marL="1306286" indent="0">
              <a:buNone/>
              <a:defRPr sz="914" b="1"/>
            </a:lvl6pPr>
            <a:lvl7pPr marL="1567543" indent="0">
              <a:buNone/>
              <a:defRPr sz="914" b="1"/>
            </a:lvl7pPr>
            <a:lvl8pPr marL="1828800" indent="0">
              <a:buNone/>
              <a:defRPr sz="914" b="1"/>
            </a:lvl8pPr>
            <a:lvl9pPr marL="2090057" indent="0">
              <a:buNone/>
              <a:defRPr sz="914" b="1"/>
            </a:lvl9pPr>
          </a:lstStyle>
          <a:p>
            <a:pPr lvl="0"/>
            <a:r>
              <a:rPr lang="en-US"/>
              <a:t>Click to edit Master text styles</a:t>
            </a:r>
          </a:p>
        </p:txBody>
      </p:sp>
      <p:sp>
        <p:nvSpPr>
          <p:cNvPr id="4" name="Content Placeholder 3"/>
          <p:cNvSpPr>
            <a:spLocks noGrp="1"/>
          </p:cNvSpPr>
          <p:nvPr>
            <p:ph sz="half" idx="2"/>
          </p:nvPr>
        </p:nvSpPr>
        <p:spPr>
          <a:xfrm>
            <a:off x="1646464" y="6959600"/>
            <a:ext cx="14544677" cy="12643757"/>
          </a:xfrm>
        </p:spPr>
        <p:txBody>
          <a:bodyPr/>
          <a:lstStyle>
            <a:defPPr>
              <a:defRPr kern="1200"/>
            </a:defPPr>
            <a:lvl1pPr>
              <a:defRPr sz="1371"/>
            </a:lvl1pPr>
            <a:lvl2pPr>
              <a:defRPr sz="1143"/>
            </a:lvl2pPr>
            <a:lvl3pPr>
              <a:defRPr sz="1029"/>
            </a:lvl3pPr>
            <a:lvl4pPr>
              <a:defRPr sz="914"/>
            </a:lvl4pPr>
            <a:lvl5pPr>
              <a:defRPr sz="914"/>
            </a:lvl5pPr>
            <a:lvl6pPr>
              <a:defRPr sz="914"/>
            </a:lvl6pPr>
            <a:lvl7pPr>
              <a:defRPr sz="914"/>
            </a:lvl7pPr>
            <a:lvl8pPr>
              <a:defRPr sz="914"/>
            </a:lvl8pPr>
            <a:lvl9pPr>
              <a:defRPr sz="9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1818" y="4912180"/>
            <a:ext cx="14550120" cy="2047421"/>
          </a:xfrm>
        </p:spPr>
        <p:txBody>
          <a:bodyPr anchor="b"/>
          <a:lstStyle>
            <a:defPPr>
              <a:defRPr kern="1200"/>
            </a:defPPr>
            <a:lvl1pPr marL="0" indent="0">
              <a:buNone/>
              <a:defRPr sz="1371" b="1"/>
            </a:lvl1pPr>
            <a:lvl2pPr marL="261257" indent="0">
              <a:buNone/>
              <a:defRPr sz="1143" b="1"/>
            </a:lvl2pPr>
            <a:lvl3pPr marL="522514" indent="0">
              <a:buNone/>
              <a:defRPr sz="1029" b="1"/>
            </a:lvl3pPr>
            <a:lvl4pPr marL="783771" indent="0">
              <a:buNone/>
              <a:defRPr sz="914" b="1"/>
            </a:lvl4pPr>
            <a:lvl5pPr marL="1045028" indent="0">
              <a:buNone/>
              <a:defRPr sz="914" b="1"/>
            </a:lvl5pPr>
            <a:lvl6pPr marL="1306286" indent="0">
              <a:buNone/>
              <a:defRPr sz="914" b="1"/>
            </a:lvl6pPr>
            <a:lvl7pPr marL="1567543" indent="0">
              <a:buNone/>
              <a:defRPr sz="914" b="1"/>
            </a:lvl7pPr>
            <a:lvl8pPr marL="1828800" indent="0">
              <a:buNone/>
              <a:defRPr sz="914" b="1"/>
            </a:lvl8pPr>
            <a:lvl9pPr marL="2090057" indent="0">
              <a:buNone/>
              <a:defRPr sz="914" b="1"/>
            </a:lvl9pPr>
          </a:lstStyle>
          <a:p>
            <a:pPr lvl="0"/>
            <a:r>
              <a:rPr lang="en-US"/>
              <a:t>Click to edit Master text styles</a:t>
            </a:r>
          </a:p>
        </p:txBody>
      </p:sp>
      <p:sp>
        <p:nvSpPr>
          <p:cNvPr id="6" name="Content Placeholder 5"/>
          <p:cNvSpPr>
            <a:spLocks noGrp="1"/>
          </p:cNvSpPr>
          <p:nvPr>
            <p:ph sz="quarter" idx="4"/>
          </p:nvPr>
        </p:nvSpPr>
        <p:spPr>
          <a:xfrm>
            <a:off x="16721818" y="6959600"/>
            <a:ext cx="14550120" cy="12643757"/>
          </a:xfrm>
        </p:spPr>
        <p:txBody>
          <a:bodyPr/>
          <a:lstStyle>
            <a:defPPr>
              <a:defRPr kern="1200"/>
            </a:defPPr>
            <a:lvl1pPr>
              <a:defRPr sz="1371"/>
            </a:lvl1pPr>
            <a:lvl2pPr>
              <a:defRPr sz="1143"/>
            </a:lvl2pPr>
            <a:lvl3pPr>
              <a:defRPr sz="1029"/>
            </a:lvl3pPr>
            <a:lvl4pPr>
              <a:defRPr sz="914"/>
            </a:lvl4pPr>
            <a:lvl5pPr>
              <a:defRPr sz="914"/>
            </a:lvl5pPr>
            <a:lvl6pPr>
              <a:defRPr sz="914"/>
            </a:lvl6pPr>
            <a:lvl7pPr>
              <a:defRPr sz="914"/>
            </a:lvl7pPr>
            <a:lvl8pPr>
              <a:defRPr sz="914"/>
            </a:lvl8pPr>
            <a:lvl9pPr>
              <a:defRPr sz="9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278D30F0-36CE-423B-87E3-3336EA73C414}" type="slidenum">
              <a:rPr lang="en-US"/>
              <a:pPr>
                <a:defRPr/>
              </a:pPr>
              <a:t>‹#›</a:t>
            </a:fld>
            <a:endParaRPr lang="en-US"/>
          </a:p>
        </p:txBody>
      </p:sp>
    </p:spTree>
    <p:extLst>
      <p:ext uri="{BB962C8B-B14F-4D97-AF65-F5344CB8AC3E}">
        <p14:creationId xmlns:p14="http://schemas.microsoft.com/office/powerpoint/2010/main" val="258422132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F3C68488-87DD-4EF1-ADE4-C23BB20DA123}" type="slidenum">
              <a:rPr lang="en-US"/>
              <a:pPr>
                <a:defRPr/>
              </a:pPr>
              <a:t>‹#›</a:t>
            </a:fld>
            <a:endParaRPr lang="en-US"/>
          </a:p>
        </p:txBody>
      </p:sp>
    </p:spTree>
    <p:extLst>
      <p:ext uri="{BB962C8B-B14F-4D97-AF65-F5344CB8AC3E}">
        <p14:creationId xmlns:p14="http://schemas.microsoft.com/office/powerpoint/2010/main" val="57576423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D04324FF-B463-45BE-A8A2-637C431B850F}" type="slidenum">
              <a:rPr lang="en-US"/>
              <a:pPr>
                <a:defRPr/>
              </a:pPr>
              <a:t>‹#›</a:t>
            </a:fld>
            <a:endParaRPr lang="en-US"/>
          </a:p>
        </p:txBody>
      </p:sp>
    </p:spTree>
    <p:extLst>
      <p:ext uri="{BB962C8B-B14F-4D97-AF65-F5344CB8AC3E}">
        <p14:creationId xmlns:p14="http://schemas.microsoft.com/office/powerpoint/2010/main" val="250707535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6465" y="873580"/>
            <a:ext cx="10829926" cy="3718378"/>
          </a:xfrm>
        </p:spPr>
        <p:txBody>
          <a:bodyPr anchor="b"/>
          <a:lstStyle>
            <a:defPPr>
              <a:defRPr kern="1200"/>
            </a:defPPr>
            <a:lvl1pPr algn="l">
              <a:defRPr sz="1143" b="1"/>
            </a:lvl1pPr>
          </a:lstStyle>
          <a:p>
            <a:r>
              <a:rPr lang="en-US"/>
              <a:t>Click to edit Master title style</a:t>
            </a:r>
          </a:p>
        </p:txBody>
      </p:sp>
      <p:sp>
        <p:nvSpPr>
          <p:cNvPr id="3" name="Content Placeholder 2"/>
          <p:cNvSpPr>
            <a:spLocks noGrp="1"/>
          </p:cNvSpPr>
          <p:nvPr>
            <p:ph idx="1"/>
          </p:nvPr>
        </p:nvSpPr>
        <p:spPr>
          <a:xfrm>
            <a:off x="12869636" y="873580"/>
            <a:ext cx="18402300" cy="18729778"/>
          </a:xfrm>
        </p:spPr>
        <p:txBody>
          <a:bodyPr/>
          <a:lstStyle>
            <a:defPPr>
              <a:defRPr kern="1200"/>
            </a:defPPr>
            <a:lvl1pPr>
              <a:defRPr sz="1829"/>
            </a:lvl1pPr>
            <a:lvl2pPr>
              <a:defRPr sz="1600"/>
            </a:lvl2pPr>
            <a:lvl3pPr>
              <a:defRPr sz="1371"/>
            </a:lvl3pPr>
            <a:lvl4pPr>
              <a:defRPr sz="1143"/>
            </a:lvl4pPr>
            <a:lvl5pPr>
              <a:defRPr sz="1143"/>
            </a:lvl5pPr>
            <a:lvl6pPr>
              <a:defRPr sz="1143"/>
            </a:lvl6pPr>
            <a:lvl7pPr>
              <a:defRPr sz="1143"/>
            </a:lvl7pPr>
            <a:lvl8pPr>
              <a:defRPr sz="1143"/>
            </a:lvl8pPr>
            <a:lvl9pPr>
              <a:defRPr sz="11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6465" y="4591957"/>
            <a:ext cx="10829926" cy="15011400"/>
          </a:xfrm>
        </p:spPr>
        <p:txBody>
          <a:bodyPr/>
          <a:lstStyle>
            <a:defPPr>
              <a:defRPr kern="1200"/>
            </a:defPPr>
            <a:lvl1pPr marL="0" indent="0">
              <a:buNone/>
              <a:defRPr sz="800"/>
            </a:lvl1pPr>
            <a:lvl2pPr marL="261257" indent="0">
              <a:buNone/>
              <a:defRPr sz="686"/>
            </a:lvl2pPr>
            <a:lvl3pPr marL="522514" indent="0">
              <a:buNone/>
              <a:defRPr sz="571"/>
            </a:lvl3pPr>
            <a:lvl4pPr marL="783771" indent="0">
              <a:buNone/>
              <a:defRPr sz="514"/>
            </a:lvl4pPr>
            <a:lvl5pPr marL="1045028" indent="0">
              <a:buNone/>
              <a:defRPr sz="514"/>
            </a:lvl5pPr>
            <a:lvl6pPr marL="1306286" indent="0">
              <a:buNone/>
              <a:defRPr sz="514"/>
            </a:lvl6pPr>
            <a:lvl7pPr marL="1567543" indent="0">
              <a:buNone/>
              <a:defRPr sz="514"/>
            </a:lvl7pPr>
            <a:lvl8pPr marL="1828800" indent="0">
              <a:buNone/>
              <a:defRPr sz="514"/>
            </a:lvl8pPr>
            <a:lvl9pPr marL="2090057" indent="0">
              <a:buNone/>
              <a:defRPr sz="514"/>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569AF8B2-148F-4F0B-8BF4-12161EC2D1B2}" type="slidenum">
              <a:rPr lang="en-US"/>
              <a:pPr>
                <a:defRPr/>
              </a:pPr>
              <a:t>‹#›</a:t>
            </a:fld>
            <a:endParaRPr lang="en-US"/>
          </a:p>
        </p:txBody>
      </p:sp>
    </p:spTree>
    <p:extLst>
      <p:ext uri="{BB962C8B-B14F-4D97-AF65-F5344CB8AC3E}">
        <p14:creationId xmlns:p14="http://schemas.microsoft.com/office/powerpoint/2010/main" val="85334203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508" y="15361558"/>
            <a:ext cx="19750768" cy="1814286"/>
          </a:xfrm>
        </p:spPr>
        <p:txBody>
          <a:bodyPr anchor="b"/>
          <a:lstStyle>
            <a:defPPr>
              <a:defRPr kern="1200"/>
            </a:defPPr>
            <a:lvl1pPr algn="l">
              <a:defRPr sz="1143" b="1"/>
            </a:lvl1pPr>
          </a:lstStyle>
          <a:p>
            <a:r>
              <a:rPr lang="en-US"/>
              <a:t>Click to edit Master title style</a:t>
            </a:r>
          </a:p>
        </p:txBody>
      </p:sp>
      <p:sp>
        <p:nvSpPr>
          <p:cNvPr id="3" name="Picture Placeholder 2"/>
          <p:cNvSpPr>
            <a:spLocks noGrp="1"/>
          </p:cNvSpPr>
          <p:nvPr>
            <p:ph type="pic" idx="1"/>
          </p:nvPr>
        </p:nvSpPr>
        <p:spPr>
          <a:xfrm>
            <a:off x="6452508" y="1961244"/>
            <a:ext cx="19750768" cy="13167178"/>
          </a:xfrm>
        </p:spPr>
        <p:txBody>
          <a:bodyPr/>
          <a:lstStyle>
            <a:defPPr>
              <a:defRPr kern="1200"/>
            </a:defPPr>
            <a:lvl1pPr marL="0" indent="0">
              <a:buNone/>
              <a:defRPr sz="1829"/>
            </a:lvl1pPr>
            <a:lvl2pPr marL="261257" indent="0">
              <a:buNone/>
              <a:defRPr sz="1600"/>
            </a:lvl2pPr>
            <a:lvl3pPr marL="522514" indent="0">
              <a:buNone/>
              <a:defRPr sz="1371"/>
            </a:lvl3pPr>
            <a:lvl4pPr marL="783771" indent="0">
              <a:buNone/>
              <a:defRPr sz="1143"/>
            </a:lvl4pPr>
            <a:lvl5pPr marL="1045028" indent="0">
              <a:buNone/>
              <a:defRPr sz="1143"/>
            </a:lvl5pPr>
            <a:lvl6pPr marL="1306286" indent="0">
              <a:buNone/>
              <a:defRPr sz="1143"/>
            </a:lvl6pPr>
            <a:lvl7pPr marL="1567543" indent="0">
              <a:buNone/>
              <a:defRPr sz="1143"/>
            </a:lvl7pPr>
            <a:lvl8pPr marL="1828800" indent="0">
              <a:buNone/>
              <a:defRPr sz="1143"/>
            </a:lvl8pPr>
            <a:lvl9pPr marL="2090057" indent="0">
              <a:buNone/>
              <a:defRPr sz="1143"/>
            </a:lvl9pPr>
          </a:lstStyle>
          <a:p>
            <a:pPr lvl="0"/>
            <a:endParaRPr lang="en-US" noProof="0"/>
          </a:p>
        </p:txBody>
      </p:sp>
      <p:sp>
        <p:nvSpPr>
          <p:cNvPr id="4" name="Text Placeholder 3"/>
          <p:cNvSpPr>
            <a:spLocks noGrp="1"/>
          </p:cNvSpPr>
          <p:nvPr>
            <p:ph type="body" sz="half" idx="2"/>
          </p:nvPr>
        </p:nvSpPr>
        <p:spPr>
          <a:xfrm>
            <a:off x="6452508" y="17175843"/>
            <a:ext cx="19750768" cy="2575379"/>
          </a:xfrm>
        </p:spPr>
        <p:txBody>
          <a:bodyPr/>
          <a:lstStyle>
            <a:defPPr>
              <a:defRPr kern="1200"/>
            </a:defPPr>
            <a:lvl1pPr marL="0" indent="0">
              <a:buNone/>
              <a:defRPr sz="800"/>
            </a:lvl1pPr>
            <a:lvl2pPr marL="261257" indent="0">
              <a:buNone/>
              <a:defRPr sz="686"/>
            </a:lvl2pPr>
            <a:lvl3pPr marL="522514" indent="0">
              <a:buNone/>
              <a:defRPr sz="571"/>
            </a:lvl3pPr>
            <a:lvl4pPr marL="783771" indent="0">
              <a:buNone/>
              <a:defRPr sz="514"/>
            </a:lvl4pPr>
            <a:lvl5pPr marL="1045028" indent="0">
              <a:buNone/>
              <a:defRPr sz="514"/>
            </a:lvl5pPr>
            <a:lvl6pPr marL="1306286" indent="0">
              <a:buNone/>
              <a:defRPr sz="514"/>
            </a:lvl6pPr>
            <a:lvl7pPr marL="1567543" indent="0">
              <a:buNone/>
              <a:defRPr sz="514"/>
            </a:lvl7pPr>
            <a:lvl8pPr marL="1828800" indent="0">
              <a:buNone/>
              <a:defRPr sz="514"/>
            </a:lvl8pPr>
            <a:lvl9pPr marL="2090057" indent="0">
              <a:buNone/>
              <a:defRPr sz="514"/>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394B4100-3FB4-4EE7-9A6A-3BB0409AD99E}" type="slidenum">
              <a:rPr lang="en-US"/>
              <a:pPr>
                <a:defRPr/>
              </a:pPr>
              <a:t>‹#›</a:t>
            </a:fld>
            <a:endParaRPr lang="en-US"/>
          </a:p>
        </p:txBody>
      </p:sp>
    </p:spTree>
    <p:extLst>
      <p:ext uri="{BB962C8B-B14F-4D97-AF65-F5344CB8AC3E}">
        <p14:creationId xmlns:p14="http://schemas.microsoft.com/office/powerpoint/2010/main" val="1869168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9B474208-0198-4A25-8E49-9981AE94CAD4}" type="slidenum">
              <a:rPr lang="en-US"/>
              <a:pPr>
                <a:defRPr/>
              </a:pPr>
              <a:t>‹#›</a:t>
            </a:fld>
            <a:endParaRPr lang="en-US"/>
          </a:p>
        </p:txBody>
      </p:sp>
    </p:spTree>
    <p:extLst>
      <p:ext uri="{BB962C8B-B14F-4D97-AF65-F5344CB8AC3E}">
        <p14:creationId xmlns:p14="http://schemas.microsoft.com/office/powerpoint/2010/main" val="311440238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929" y="879929"/>
            <a:ext cx="7406369" cy="18724336"/>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6464" y="879929"/>
            <a:ext cx="22089836" cy="18724336"/>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C450EB3-2DBF-480F-84FE-E177DB3F6FE3}" type="slidenum">
              <a:rPr lang="en-US"/>
              <a:pPr>
                <a:defRPr/>
              </a:pPr>
              <a:t>‹#›</a:t>
            </a:fld>
            <a:endParaRPr lang="en-US"/>
          </a:p>
        </p:txBody>
      </p:sp>
    </p:spTree>
    <p:extLst>
      <p:ext uri="{BB962C8B-B14F-4D97-AF65-F5344CB8AC3E}">
        <p14:creationId xmlns:p14="http://schemas.microsoft.com/office/powerpoint/2010/main" val="204215069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646465" y="879929"/>
            <a:ext cx="29626833"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ctr" anchorCtr="0" compatLnSpc="1">
            <a:prstTxWarp prst="textNoShape">
              <a:avLst/>
            </a:prstTxWarp>
          </a:bodyPr>
          <a:lstStyle>
            <a:defPPr>
              <a:defRPr kern="1200"/>
            </a:defPPr>
          </a:lstStyle>
          <a:p>
            <a:pPr lvl="0"/>
            <a:r>
              <a:rPr lang="en-US" altLang="en-US"/>
              <a:t>Click to edit Master title style</a:t>
            </a:r>
          </a:p>
        </p:txBody>
      </p:sp>
      <p:sp>
        <p:nvSpPr>
          <p:cNvPr id="2051" name="Rectangle 3"/>
          <p:cNvSpPr>
            <a:spLocks noGrp="1" noChangeArrowheads="1"/>
          </p:cNvSpPr>
          <p:nvPr>
            <p:ph type="body" idx="1"/>
          </p:nvPr>
        </p:nvSpPr>
        <p:spPr bwMode="auto">
          <a:xfrm>
            <a:off x="1646465" y="5121729"/>
            <a:ext cx="29626833" cy="14482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1646465" y="19985264"/>
            <a:ext cx="7681232"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defTabSz="2687864">
              <a:defRPr sz="4114" smtClean="0">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7665" y="19985264"/>
            <a:ext cx="10424432"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ctr" defTabSz="2687864">
              <a:defRPr sz="4114" smtClean="0">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2065" y="19985264"/>
            <a:ext cx="7681232"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r" defTabSz="2687864">
              <a:defRPr sz="4114" smtClean="0">
                <a:latin typeface="Arial" pitchFamily="34" charset="0"/>
              </a:defRPr>
            </a:lvl1pPr>
          </a:lstStyle>
          <a:p>
            <a:pPr>
              <a:defRPr/>
            </a:pPr>
            <a:fld id="{0B35A14E-1105-4CD0-847A-A3FB94D0B890}" type="slidenum">
              <a:rPr lang="en-US"/>
              <a:pPr>
                <a:defRPr/>
              </a:pPr>
              <a:t>‹#›</a:t>
            </a:fld>
            <a:endParaRPr lang="en-US"/>
          </a:p>
        </p:txBody>
      </p:sp>
      <p:pic>
        <p:nvPicPr>
          <p:cNvPr id="2052" name="New picture"/>
          <p:cNvPicPr/>
          <p:nvPr/>
        </p:nvPicPr>
        <p:blipFill>
          <a:blip r:embed="rId13"/>
          <a:stretch>
            <a:fillRect/>
          </a:stretch>
        </p:blipFill>
        <p:spPr>
          <a:xfrm rot="16200000">
            <a:off x="-11074400" y="10972800"/>
            <a:ext cx="14274800" cy="3937000"/>
          </a:xfrm>
          <a:prstGeom prst="rect">
            <a:avLst/>
          </a:prstGeom>
        </p:spPr>
      </p:pic>
      <p:pic>
        <p:nvPicPr>
          <p:cNvPr id="2053" name="New picture"/>
          <p:cNvPicPr/>
          <p:nvPr/>
        </p:nvPicPr>
        <p:blipFill>
          <a:blip r:embed="rId13"/>
          <a:stretch>
            <a:fillRect/>
          </a:stretch>
        </p:blipFill>
        <p:spPr>
          <a:xfrm rot="5400000">
            <a:off x="29718000" y="10972800"/>
            <a:ext cx="14274800" cy="3937000"/>
          </a:xfrm>
          <a:prstGeom prst="rect">
            <a:avLst/>
          </a:prstGeom>
        </p:spPr>
      </p:pic>
      <p:pic>
        <p:nvPicPr>
          <p:cNvPr id="2054" name="New picture"/>
          <p:cNvPicPr/>
          <p:nvPr/>
        </p:nvPicPr>
        <p:blipFill>
          <a:blip r:embed="rId14"/>
          <a:stretch>
            <a:fillRect/>
          </a:stretch>
        </p:blipFill>
        <p:spPr>
          <a:xfrm>
            <a:off x="1460500" y="22453600"/>
            <a:ext cx="29997400" cy="1447800"/>
          </a:xfrm>
          <a:prstGeom prst="rect">
            <a:avLst/>
          </a:prstGeom>
        </p:spPr>
      </p:pic>
      <p:sp>
        <p:nvSpPr>
          <p:cNvPr id="2055"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introspectiveporpoise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2687864" rtl="0" eaLnBrk="0" fontAlgn="base" hangingPunct="0">
        <a:spcBef>
          <a:spcPct val="0"/>
        </a:spcBef>
        <a:spcAft>
          <a:spcPct val="0"/>
        </a:spcAft>
        <a:defRPr sz="12971">
          <a:solidFill>
            <a:schemeClr val="tx2"/>
          </a:solidFill>
          <a:latin typeface="+mj-lt"/>
          <a:ea typeface="+mj-ea"/>
          <a:cs typeface="+mj-cs"/>
        </a:defRPr>
      </a:lvl1pPr>
      <a:lvl2pPr algn="ctr" defTabSz="2687864" rtl="0" eaLnBrk="0" fontAlgn="base" hangingPunct="0">
        <a:spcBef>
          <a:spcPct val="0"/>
        </a:spcBef>
        <a:spcAft>
          <a:spcPct val="0"/>
        </a:spcAft>
        <a:defRPr sz="12971">
          <a:solidFill>
            <a:schemeClr val="tx2"/>
          </a:solidFill>
          <a:latin typeface="Arial" pitchFamily="34" charset="0"/>
        </a:defRPr>
      </a:lvl2pPr>
      <a:lvl3pPr algn="ctr" defTabSz="2687864" rtl="0" eaLnBrk="0" fontAlgn="base" hangingPunct="0">
        <a:spcBef>
          <a:spcPct val="0"/>
        </a:spcBef>
        <a:spcAft>
          <a:spcPct val="0"/>
        </a:spcAft>
        <a:defRPr sz="12971">
          <a:solidFill>
            <a:schemeClr val="tx2"/>
          </a:solidFill>
          <a:latin typeface="Arial" pitchFamily="34" charset="0"/>
        </a:defRPr>
      </a:lvl3pPr>
      <a:lvl4pPr algn="ctr" defTabSz="2687864" rtl="0" eaLnBrk="0" fontAlgn="base" hangingPunct="0">
        <a:spcBef>
          <a:spcPct val="0"/>
        </a:spcBef>
        <a:spcAft>
          <a:spcPct val="0"/>
        </a:spcAft>
        <a:defRPr sz="12971">
          <a:solidFill>
            <a:schemeClr val="tx2"/>
          </a:solidFill>
          <a:latin typeface="Arial" pitchFamily="34" charset="0"/>
        </a:defRPr>
      </a:lvl4pPr>
      <a:lvl5pPr algn="ctr" defTabSz="2687864" rtl="0" eaLnBrk="0" fontAlgn="base" hangingPunct="0">
        <a:spcBef>
          <a:spcPct val="0"/>
        </a:spcBef>
        <a:spcAft>
          <a:spcPct val="0"/>
        </a:spcAft>
        <a:defRPr sz="12971">
          <a:solidFill>
            <a:schemeClr val="tx2"/>
          </a:solidFill>
          <a:latin typeface="Arial" pitchFamily="34" charset="0"/>
        </a:defRPr>
      </a:lvl5pPr>
      <a:lvl6pPr marL="261257" algn="ctr" defTabSz="2687864" rtl="0" fontAlgn="base">
        <a:spcBef>
          <a:spcPct val="0"/>
        </a:spcBef>
        <a:spcAft>
          <a:spcPct val="0"/>
        </a:spcAft>
        <a:defRPr sz="12971">
          <a:solidFill>
            <a:schemeClr val="tx2"/>
          </a:solidFill>
          <a:latin typeface="Arial" pitchFamily="34" charset="0"/>
        </a:defRPr>
      </a:lvl6pPr>
      <a:lvl7pPr marL="522514" algn="ctr" defTabSz="2687864" rtl="0" fontAlgn="base">
        <a:spcBef>
          <a:spcPct val="0"/>
        </a:spcBef>
        <a:spcAft>
          <a:spcPct val="0"/>
        </a:spcAft>
        <a:defRPr sz="12971">
          <a:solidFill>
            <a:schemeClr val="tx2"/>
          </a:solidFill>
          <a:latin typeface="Arial" pitchFamily="34" charset="0"/>
        </a:defRPr>
      </a:lvl7pPr>
      <a:lvl8pPr marL="783771" algn="ctr" defTabSz="2687864" rtl="0" fontAlgn="base">
        <a:spcBef>
          <a:spcPct val="0"/>
        </a:spcBef>
        <a:spcAft>
          <a:spcPct val="0"/>
        </a:spcAft>
        <a:defRPr sz="12971">
          <a:solidFill>
            <a:schemeClr val="tx2"/>
          </a:solidFill>
          <a:latin typeface="Arial" pitchFamily="34" charset="0"/>
        </a:defRPr>
      </a:lvl8pPr>
      <a:lvl9pPr marL="1045028" algn="ctr" defTabSz="2687864" rtl="0" fontAlgn="base">
        <a:spcBef>
          <a:spcPct val="0"/>
        </a:spcBef>
        <a:spcAft>
          <a:spcPct val="0"/>
        </a:spcAft>
        <a:defRPr sz="12971">
          <a:solidFill>
            <a:schemeClr val="tx2"/>
          </a:solidFill>
          <a:latin typeface="Arial" pitchFamily="34" charset="0"/>
        </a:defRPr>
      </a:lvl9pPr>
    </p:titleStyle>
    <p:bodyStyle>
      <a:defPPr>
        <a:defRPr kern="1200"/>
      </a:defPPr>
      <a:lvl1pPr marL="1008743" indent="-1008743" algn="l" defTabSz="2687864" rtl="0" eaLnBrk="0" fontAlgn="base" hangingPunct="0">
        <a:spcBef>
          <a:spcPct val="20000"/>
        </a:spcBef>
        <a:spcAft>
          <a:spcPct val="0"/>
        </a:spcAft>
        <a:buChar char="•"/>
        <a:defRPr sz="9428">
          <a:solidFill>
            <a:schemeClr val="tx1"/>
          </a:solidFill>
          <a:latin typeface="+mn-lt"/>
          <a:ea typeface="+mn-ea"/>
          <a:cs typeface="+mn-cs"/>
        </a:defRPr>
      </a:lvl1pPr>
      <a:lvl2pPr marL="2184400" indent="-840922" algn="l" defTabSz="2687864" rtl="0" eaLnBrk="0" fontAlgn="base" hangingPunct="0">
        <a:spcBef>
          <a:spcPct val="20000"/>
        </a:spcBef>
        <a:spcAft>
          <a:spcPct val="0"/>
        </a:spcAft>
        <a:buChar char="–"/>
        <a:defRPr sz="8228">
          <a:solidFill>
            <a:schemeClr val="tx1"/>
          </a:solidFill>
          <a:latin typeface="+mn-lt"/>
        </a:defRPr>
      </a:lvl2pPr>
      <a:lvl3pPr marL="3360057" indent="-672193" algn="l" defTabSz="2687864" rtl="0" eaLnBrk="0" fontAlgn="base" hangingPunct="0">
        <a:spcBef>
          <a:spcPct val="20000"/>
        </a:spcBef>
        <a:spcAft>
          <a:spcPct val="0"/>
        </a:spcAft>
        <a:buChar char="•"/>
        <a:defRPr sz="7028">
          <a:solidFill>
            <a:schemeClr val="tx1"/>
          </a:solidFill>
          <a:latin typeface="+mn-lt"/>
        </a:defRPr>
      </a:lvl3pPr>
      <a:lvl4pPr marL="4702628" indent="-672193" algn="l" defTabSz="2687864" rtl="0" eaLnBrk="0" fontAlgn="base" hangingPunct="0">
        <a:spcBef>
          <a:spcPct val="20000"/>
        </a:spcBef>
        <a:spcAft>
          <a:spcPct val="0"/>
        </a:spcAft>
        <a:buChar char="–"/>
        <a:defRPr sz="5943">
          <a:solidFill>
            <a:schemeClr val="tx1"/>
          </a:solidFill>
          <a:latin typeface="+mn-lt"/>
        </a:defRPr>
      </a:lvl4pPr>
      <a:lvl5pPr marL="6046108" indent="-671286" algn="l" defTabSz="2687864" rtl="0" eaLnBrk="0" fontAlgn="base" hangingPunct="0">
        <a:spcBef>
          <a:spcPct val="20000"/>
        </a:spcBef>
        <a:spcAft>
          <a:spcPct val="0"/>
        </a:spcAft>
        <a:buChar char="»"/>
        <a:defRPr sz="5943">
          <a:solidFill>
            <a:schemeClr val="tx1"/>
          </a:solidFill>
          <a:latin typeface="+mn-lt"/>
        </a:defRPr>
      </a:lvl5pPr>
      <a:lvl6pPr marL="6307365" indent="-671286" algn="l" defTabSz="2687864" rtl="0" fontAlgn="base">
        <a:spcBef>
          <a:spcPct val="20000"/>
        </a:spcBef>
        <a:spcAft>
          <a:spcPct val="0"/>
        </a:spcAft>
        <a:buChar char="»"/>
        <a:defRPr sz="5943">
          <a:solidFill>
            <a:schemeClr val="tx1"/>
          </a:solidFill>
          <a:latin typeface="+mn-lt"/>
        </a:defRPr>
      </a:lvl6pPr>
      <a:lvl7pPr marL="6568622" indent="-671286" algn="l" defTabSz="2687864" rtl="0" fontAlgn="base">
        <a:spcBef>
          <a:spcPct val="20000"/>
        </a:spcBef>
        <a:spcAft>
          <a:spcPct val="0"/>
        </a:spcAft>
        <a:buChar char="»"/>
        <a:defRPr sz="5943">
          <a:solidFill>
            <a:schemeClr val="tx1"/>
          </a:solidFill>
          <a:latin typeface="+mn-lt"/>
        </a:defRPr>
      </a:lvl7pPr>
      <a:lvl8pPr marL="6829879" indent="-671286" algn="l" defTabSz="2687864" rtl="0" fontAlgn="base">
        <a:spcBef>
          <a:spcPct val="20000"/>
        </a:spcBef>
        <a:spcAft>
          <a:spcPct val="0"/>
        </a:spcAft>
        <a:buChar char="»"/>
        <a:defRPr sz="5943">
          <a:solidFill>
            <a:schemeClr val="tx1"/>
          </a:solidFill>
          <a:latin typeface="+mn-lt"/>
        </a:defRPr>
      </a:lvl8pPr>
      <a:lvl9pPr marL="7091136" indent="-671286" algn="l" defTabSz="2687864" rtl="0" fontAlgn="base">
        <a:spcBef>
          <a:spcPct val="20000"/>
        </a:spcBef>
        <a:spcAft>
          <a:spcPct val="0"/>
        </a:spcAft>
        <a:buChar char="»"/>
        <a:defRPr sz="5943">
          <a:solidFill>
            <a:schemeClr val="tx1"/>
          </a:solidFill>
          <a:latin typeface="+mn-lt"/>
        </a:defRPr>
      </a:lvl9pPr>
    </p:bodyStyle>
    <p:otherStyle>
      <a:defPPr>
        <a:defRPr lang="en-US"/>
      </a:defPPr>
      <a:lvl1pPr marL="0" algn="l" defTabSz="522514" rtl="0" eaLnBrk="1" latinLnBrk="0" hangingPunct="1">
        <a:defRPr sz="1029" kern="1200">
          <a:solidFill>
            <a:schemeClr val="tx1"/>
          </a:solidFill>
          <a:latin typeface="+mn-lt"/>
          <a:ea typeface="+mn-ea"/>
          <a:cs typeface="+mn-cs"/>
        </a:defRPr>
      </a:lvl1pPr>
      <a:lvl2pPr marL="261257" algn="l" defTabSz="522514" rtl="0" eaLnBrk="1" latinLnBrk="0" hangingPunct="1">
        <a:defRPr sz="1029" kern="1200">
          <a:solidFill>
            <a:schemeClr val="tx1"/>
          </a:solidFill>
          <a:latin typeface="+mn-lt"/>
          <a:ea typeface="+mn-ea"/>
          <a:cs typeface="+mn-cs"/>
        </a:defRPr>
      </a:lvl2pPr>
      <a:lvl3pPr marL="522514" algn="l" defTabSz="522514" rtl="0" eaLnBrk="1" latinLnBrk="0" hangingPunct="1">
        <a:defRPr sz="1029" kern="1200">
          <a:solidFill>
            <a:schemeClr val="tx1"/>
          </a:solidFill>
          <a:latin typeface="+mn-lt"/>
          <a:ea typeface="+mn-ea"/>
          <a:cs typeface="+mn-cs"/>
        </a:defRPr>
      </a:lvl3pPr>
      <a:lvl4pPr marL="783771" algn="l" defTabSz="522514" rtl="0" eaLnBrk="1" latinLnBrk="0" hangingPunct="1">
        <a:defRPr sz="1029" kern="1200">
          <a:solidFill>
            <a:schemeClr val="tx1"/>
          </a:solidFill>
          <a:latin typeface="+mn-lt"/>
          <a:ea typeface="+mn-ea"/>
          <a:cs typeface="+mn-cs"/>
        </a:defRPr>
      </a:lvl4pPr>
      <a:lvl5pPr marL="1045028" algn="l" defTabSz="522514" rtl="0" eaLnBrk="1" latinLnBrk="0" hangingPunct="1">
        <a:defRPr sz="1029" kern="1200">
          <a:solidFill>
            <a:schemeClr val="tx1"/>
          </a:solidFill>
          <a:latin typeface="+mn-lt"/>
          <a:ea typeface="+mn-ea"/>
          <a:cs typeface="+mn-cs"/>
        </a:defRPr>
      </a:lvl5pPr>
      <a:lvl6pPr marL="1306286" algn="l" defTabSz="522514" rtl="0" eaLnBrk="1" latinLnBrk="0" hangingPunct="1">
        <a:defRPr sz="1029" kern="1200">
          <a:solidFill>
            <a:schemeClr val="tx1"/>
          </a:solidFill>
          <a:latin typeface="+mn-lt"/>
          <a:ea typeface="+mn-ea"/>
          <a:cs typeface="+mn-cs"/>
        </a:defRPr>
      </a:lvl6pPr>
      <a:lvl7pPr marL="1567543" algn="l" defTabSz="522514" rtl="0" eaLnBrk="1" latinLnBrk="0" hangingPunct="1">
        <a:defRPr sz="1029" kern="1200">
          <a:solidFill>
            <a:schemeClr val="tx1"/>
          </a:solidFill>
          <a:latin typeface="+mn-lt"/>
          <a:ea typeface="+mn-ea"/>
          <a:cs typeface="+mn-cs"/>
        </a:defRPr>
      </a:lvl7pPr>
      <a:lvl8pPr marL="1828800" algn="l" defTabSz="522514" rtl="0" eaLnBrk="1" latinLnBrk="0" hangingPunct="1">
        <a:defRPr sz="1029" kern="1200">
          <a:solidFill>
            <a:schemeClr val="tx1"/>
          </a:solidFill>
          <a:latin typeface="+mn-lt"/>
          <a:ea typeface="+mn-ea"/>
          <a:cs typeface="+mn-cs"/>
        </a:defRPr>
      </a:lvl8pPr>
      <a:lvl9pPr marL="2090057" algn="l" defTabSz="522514" rtl="0" eaLnBrk="1" latinLnBrk="0" hangingPunct="1">
        <a:defRPr sz="102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AutoShape 85">
            <a:extLst>
              <a:ext uri="{FF2B5EF4-FFF2-40B4-BE49-F238E27FC236}">
                <a16:creationId xmlns:a16="http://schemas.microsoft.com/office/drawing/2014/main" id="{6DF993F1-D25C-4D36-A533-F8852256489F}"/>
              </a:ext>
            </a:extLst>
          </p:cNvPr>
          <p:cNvSpPr>
            <a:spLocks noChangeArrowheads="1"/>
          </p:cNvSpPr>
          <p:nvPr/>
        </p:nvSpPr>
        <p:spPr bwMode="auto">
          <a:xfrm rot="14146992" flipH="1">
            <a:off x="5396971" y="17200766"/>
            <a:ext cx="6542323" cy="2947345"/>
          </a:xfrm>
          <a:prstGeom prst="curvedDownArrow">
            <a:avLst>
              <a:gd name="adj1" fmla="val 22694"/>
              <a:gd name="adj2" fmla="val 65914"/>
              <a:gd name="adj3" fmla="val 39794"/>
            </a:avLst>
          </a:prstGeom>
          <a:solidFill>
            <a:srgbClr val="F59696"/>
          </a:solidFill>
          <a:ln w="9525">
            <a:noFill/>
            <a:miter lim="800000"/>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2" name="Rectangle: Rounded Corners 1">
            <a:extLst>
              <a:ext uri="{FF2B5EF4-FFF2-40B4-BE49-F238E27FC236}">
                <a16:creationId xmlns:a16="http://schemas.microsoft.com/office/drawing/2014/main" id="{58ABEB7D-7EC3-464A-9B2A-6F756213FB59}"/>
              </a:ext>
            </a:extLst>
          </p:cNvPr>
          <p:cNvSpPr/>
          <p:nvPr/>
        </p:nvSpPr>
        <p:spPr bwMode="auto">
          <a:xfrm>
            <a:off x="407697" y="1020650"/>
            <a:ext cx="31968359" cy="4208796"/>
          </a:xfrm>
          <a:prstGeom prst="roundRect">
            <a:avLst/>
          </a:prstGeom>
          <a:solidFill>
            <a:schemeClr val="accent5"/>
          </a:solidFill>
          <a:ln w="9525" cap="flat" cmpd="sng" algn="ctr">
            <a:noFill/>
            <a:prstDash val="solid"/>
            <a:round/>
            <a:headEnd type="none" w="med" len="med"/>
            <a:tailEnd type="none" w="med" len="med"/>
          </a:ln>
          <a:effectLst/>
        </p:spPr>
        <p:txBody>
          <a:bodyPr vert="horz" wrap="square" lIns="60960" tIns="30480" rIns="60960" bIns="30480" numCol="1" rtlCol="0" anchor="t" anchorCtr="0" compatLnSpc="1">
            <a:prstTxWarp prst="textNoShape">
              <a:avLst/>
            </a:prstTxWarp>
          </a:bodyPr>
          <a:lstStyle/>
          <a:p>
            <a:pPr defTabSz="3135999"/>
            <a:endParaRPr lang="en-US" sz="2667" dirty="0">
              <a:latin typeface="Arial" pitchFamily="34" charset="0"/>
            </a:endParaRPr>
          </a:p>
        </p:txBody>
      </p:sp>
      <p:sp>
        <p:nvSpPr>
          <p:cNvPr id="9" name="Text Placeholder 5">
            <a:extLst>
              <a:ext uri="{FF2B5EF4-FFF2-40B4-BE49-F238E27FC236}">
                <a16:creationId xmlns:a16="http://schemas.microsoft.com/office/drawing/2014/main" id="{3468E529-8A16-411A-BDAA-E2A35F304B7D}"/>
              </a:ext>
            </a:extLst>
          </p:cNvPr>
          <p:cNvSpPr txBox="1"/>
          <p:nvPr/>
        </p:nvSpPr>
        <p:spPr>
          <a:xfrm>
            <a:off x="3634347" y="1270828"/>
            <a:ext cx="26452893" cy="1809121"/>
          </a:xfrm>
          <a:prstGeom prst="rect">
            <a:avLst/>
          </a:prstGeom>
        </p:spPr>
        <p:txBody>
          <a:bodyPr lIns="0" tIns="0" rIns="0" bIns="0" anchor="t">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2507516">
              <a:spcBef>
                <a:spcPct val="20000"/>
              </a:spcBef>
              <a:defRPr/>
            </a:pPr>
            <a:r>
              <a:rPr lang="en-US" sz="5400" b="1" dirty="0">
                <a:solidFill>
                  <a:schemeClr val="tx1"/>
                </a:solidFill>
                <a:latin typeface="Times New Roman"/>
                <a:cs typeface="Times New Roman"/>
              </a:rPr>
              <a:t>Hypoglycemia as a Rare Complication of Severe </a:t>
            </a:r>
          </a:p>
          <a:p>
            <a:pPr algn="ctr" defTabSz="2507516">
              <a:spcBef>
                <a:spcPct val="20000"/>
              </a:spcBef>
              <a:defRPr/>
            </a:pPr>
            <a:r>
              <a:rPr lang="en-US" sz="5400" b="1" dirty="0">
                <a:solidFill>
                  <a:schemeClr val="tx1"/>
                </a:solidFill>
                <a:latin typeface="Times New Roman"/>
                <a:cs typeface="Times New Roman"/>
              </a:rPr>
              <a:t>Hypothyroidism in Pregnancy: A Case Report</a:t>
            </a:r>
            <a:endParaRPr lang="en-US" sz="6600" dirty="0">
              <a:solidFill>
                <a:schemeClr val="tx1"/>
              </a:solidFill>
            </a:endParaRPr>
          </a:p>
        </p:txBody>
      </p:sp>
      <p:sp>
        <p:nvSpPr>
          <p:cNvPr id="10" name="Text Placeholder 5">
            <a:extLst>
              <a:ext uri="{FF2B5EF4-FFF2-40B4-BE49-F238E27FC236}">
                <a16:creationId xmlns:a16="http://schemas.microsoft.com/office/drawing/2014/main" id="{AA1A3D7F-B117-4409-BE6B-6787C15E6108}"/>
              </a:ext>
            </a:extLst>
          </p:cNvPr>
          <p:cNvSpPr txBox="1"/>
          <p:nvPr/>
        </p:nvSpPr>
        <p:spPr>
          <a:xfrm>
            <a:off x="4259261" y="3337642"/>
            <a:ext cx="24384000" cy="984885"/>
          </a:xfrm>
          <a:prstGeom prst="rect">
            <a:avLst/>
          </a:prstGeom>
        </p:spPr>
        <p:txBody>
          <a:bodyPr lIns="0" tIns="0" rIns="0" bIns="0" anchor="t">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spcBef>
                <a:spcPts val="0"/>
              </a:spcBef>
              <a:spcAft>
                <a:spcPts val="0"/>
              </a:spcAft>
              <a:defRPr/>
            </a:pPr>
            <a:r>
              <a:rPr lang="en-US" sz="3200" dirty="0">
                <a:solidFill>
                  <a:schemeClr val="tx1"/>
                </a:solidFill>
                <a:latin typeface="Times New Roman"/>
                <a:cs typeface="Times New Roman"/>
              </a:rPr>
              <a:t>Nasrin </a:t>
            </a:r>
            <a:r>
              <a:rPr lang="en-US" sz="3200" dirty="0" err="1">
                <a:solidFill>
                  <a:schemeClr val="tx1"/>
                </a:solidFill>
                <a:latin typeface="Times New Roman"/>
                <a:cs typeface="Times New Roman"/>
              </a:rPr>
              <a:t>Nikravangolsefid</a:t>
            </a:r>
            <a:r>
              <a:rPr lang="en-US" sz="3200" dirty="0">
                <a:solidFill>
                  <a:schemeClr val="tx1"/>
                </a:solidFill>
                <a:latin typeface="Times New Roman"/>
                <a:cs typeface="Times New Roman"/>
              </a:rPr>
              <a:t>, Shiva </a:t>
            </a:r>
            <a:r>
              <a:rPr lang="en-US" sz="3200" dirty="0" err="1">
                <a:solidFill>
                  <a:schemeClr val="tx1"/>
                </a:solidFill>
                <a:latin typeface="Times New Roman"/>
                <a:cs typeface="Times New Roman"/>
              </a:rPr>
              <a:t>Hadadianpour</a:t>
            </a:r>
            <a:r>
              <a:rPr lang="en-US" sz="3200" dirty="0">
                <a:solidFill>
                  <a:schemeClr val="tx1"/>
                </a:solidFill>
                <a:latin typeface="Times New Roman"/>
                <a:cs typeface="Times New Roman"/>
              </a:rPr>
              <a:t>, </a:t>
            </a:r>
            <a:r>
              <a:rPr lang="en-US" sz="3200" dirty="0" err="1">
                <a:solidFill>
                  <a:schemeClr val="tx1"/>
                </a:solidFill>
                <a:latin typeface="Times New Roman"/>
                <a:cs typeface="Times New Roman"/>
              </a:rPr>
              <a:t>Sukhampal</a:t>
            </a:r>
            <a:r>
              <a:rPr lang="en-US" sz="3200" dirty="0">
                <a:solidFill>
                  <a:schemeClr val="tx1"/>
                </a:solidFill>
                <a:latin typeface="Times New Roman"/>
                <a:cs typeface="Times New Roman"/>
              </a:rPr>
              <a:t> S. Sidhu, Anupama </a:t>
            </a:r>
            <a:r>
              <a:rPr lang="en-US" sz="3200" dirty="0" err="1">
                <a:solidFill>
                  <a:schemeClr val="tx1"/>
                </a:solidFill>
                <a:latin typeface="Times New Roman"/>
                <a:cs typeface="Times New Roman"/>
              </a:rPr>
              <a:t>Poliyedath</a:t>
            </a:r>
            <a:endParaRPr lang="en-US" sz="3200" dirty="0">
              <a:solidFill>
                <a:schemeClr val="tx1"/>
              </a:solidFill>
              <a:latin typeface="Times New Roman"/>
              <a:cs typeface="Times New Roman"/>
            </a:endParaRPr>
          </a:p>
          <a:p>
            <a:pPr algn="ctr">
              <a:spcBef>
                <a:spcPts val="0"/>
              </a:spcBef>
              <a:spcAft>
                <a:spcPts val="0"/>
              </a:spcAft>
              <a:defRPr/>
            </a:pPr>
            <a:r>
              <a:rPr lang="en-US" sz="3200" dirty="0">
                <a:solidFill>
                  <a:schemeClr val="tx1"/>
                </a:solidFill>
                <a:latin typeface="Times New Roman"/>
                <a:cs typeface="Times New Roman"/>
              </a:rPr>
              <a:t>Internal Medicine Department, Saint Agnes Medical Center, Fresno, CA</a:t>
            </a:r>
            <a:endParaRPr lang="en-US" dirty="0">
              <a:solidFill>
                <a:schemeClr val="tx1"/>
              </a:solidFill>
            </a:endParaRPr>
          </a:p>
        </p:txBody>
      </p:sp>
      <p:sp>
        <p:nvSpPr>
          <p:cNvPr id="15" name="AutoShape 85">
            <a:extLst>
              <a:ext uri="{FF2B5EF4-FFF2-40B4-BE49-F238E27FC236}">
                <a16:creationId xmlns:a16="http://schemas.microsoft.com/office/drawing/2014/main" id="{61A3DEB9-5A27-42F6-84CA-1D8F177CDA34}"/>
              </a:ext>
            </a:extLst>
          </p:cNvPr>
          <p:cNvSpPr>
            <a:spLocks noChangeArrowheads="1"/>
          </p:cNvSpPr>
          <p:nvPr/>
        </p:nvSpPr>
        <p:spPr bwMode="auto">
          <a:xfrm rot="5163333" flipH="1">
            <a:off x="27226794" y="9196384"/>
            <a:ext cx="6542323" cy="3314009"/>
          </a:xfrm>
          <a:prstGeom prst="curvedDownArrow">
            <a:avLst>
              <a:gd name="adj1" fmla="val 22694"/>
              <a:gd name="adj2" fmla="val 65914"/>
              <a:gd name="adj3" fmla="val 39794"/>
            </a:avLst>
          </a:prstGeom>
          <a:solidFill>
            <a:srgbClr val="F59696"/>
          </a:solidFill>
          <a:ln w="9525">
            <a:noFill/>
            <a:miter lim="800000"/>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14" name="AutoShape 85">
            <a:extLst>
              <a:ext uri="{FF2B5EF4-FFF2-40B4-BE49-F238E27FC236}">
                <a16:creationId xmlns:a16="http://schemas.microsoft.com/office/drawing/2014/main" id="{AD04BB7C-9DE4-4771-B47D-97D10F45C0EE}"/>
              </a:ext>
            </a:extLst>
          </p:cNvPr>
          <p:cNvSpPr>
            <a:spLocks noChangeArrowheads="1"/>
          </p:cNvSpPr>
          <p:nvPr/>
        </p:nvSpPr>
        <p:spPr bwMode="auto">
          <a:xfrm rot="11583029" flipH="1">
            <a:off x="19661577" y="18218651"/>
            <a:ext cx="7368030" cy="2942621"/>
          </a:xfrm>
          <a:prstGeom prst="curvedDownArrow">
            <a:avLst>
              <a:gd name="adj1" fmla="val 22694"/>
              <a:gd name="adj2" fmla="val 65914"/>
              <a:gd name="adj3" fmla="val 39794"/>
            </a:avLst>
          </a:prstGeom>
          <a:solidFill>
            <a:srgbClr val="F59696"/>
          </a:solidFill>
          <a:ln w="9525">
            <a:noFill/>
            <a:miter lim="800000"/>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1037" name="AutoShape 85"/>
          <p:cNvSpPr>
            <a:spLocks noChangeArrowheads="1"/>
          </p:cNvSpPr>
          <p:nvPr/>
        </p:nvSpPr>
        <p:spPr bwMode="auto">
          <a:xfrm rot="18867186" flipH="1">
            <a:off x="155939" y="7325610"/>
            <a:ext cx="6542323" cy="3314009"/>
          </a:xfrm>
          <a:prstGeom prst="curvedDownArrow">
            <a:avLst>
              <a:gd name="adj1" fmla="val 22694"/>
              <a:gd name="adj2" fmla="val 65914"/>
              <a:gd name="adj3" fmla="val 39794"/>
            </a:avLst>
          </a:prstGeom>
          <a:solidFill>
            <a:srgbClr val="F59696"/>
          </a:solidFill>
          <a:ln w="9525">
            <a:noFill/>
            <a:miter lim="800000"/>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nvGrpSpPr>
          <p:cNvPr id="17" name="Group 16">
            <a:extLst>
              <a:ext uri="{FF2B5EF4-FFF2-40B4-BE49-F238E27FC236}">
                <a16:creationId xmlns:a16="http://schemas.microsoft.com/office/drawing/2014/main" id="{5927902F-6CAA-4EB4-AAC2-DBF9D53CB75B}"/>
              </a:ext>
            </a:extLst>
          </p:cNvPr>
          <p:cNvGrpSpPr/>
          <p:nvPr/>
        </p:nvGrpSpPr>
        <p:grpSpPr>
          <a:xfrm>
            <a:off x="641984" y="5052220"/>
            <a:ext cx="31762067" cy="16465913"/>
            <a:chOff x="855406" y="6602876"/>
            <a:chExt cx="42371838" cy="25674324"/>
          </a:xfrm>
        </p:grpSpPr>
        <p:grpSp>
          <p:nvGrpSpPr>
            <p:cNvPr id="7" name="Group 6">
              <a:extLst>
                <a:ext uri="{FF2B5EF4-FFF2-40B4-BE49-F238E27FC236}">
                  <a16:creationId xmlns:a16="http://schemas.microsoft.com/office/drawing/2014/main" id="{D4679D65-B39E-44D7-B4E2-4F0BCB00CA3B}"/>
                </a:ext>
              </a:extLst>
            </p:cNvPr>
            <p:cNvGrpSpPr/>
            <p:nvPr/>
          </p:nvGrpSpPr>
          <p:grpSpPr>
            <a:xfrm>
              <a:off x="855406" y="16622812"/>
              <a:ext cx="15178625" cy="10298592"/>
              <a:chOff x="855406" y="16622812"/>
              <a:chExt cx="15178625" cy="10298592"/>
            </a:xfrm>
          </p:grpSpPr>
          <p:sp>
            <p:nvSpPr>
              <p:cNvPr id="19" name="Oval 81">
                <a:extLst>
                  <a:ext uri="{FF2B5EF4-FFF2-40B4-BE49-F238E27FC236}">
                    <a16:creationId xmlns:a16="http://schemas.microsoft.com/office/drawing/2014/main" id="{2EC6D8E5-5614-4C42-9EF8-431031F97AA6}"/>
                  </a:ext>
                </a:extLst>
              </p:cNvPr>
              <p:cNvSpPr>
                <a:spLocks noChangeArrowheads="1"/>
              </p:cNvSpPr>
              <p:nvPr/>
            </p:nvSpPr>
            <p:spPr bwMode="auto">
              <a:xfrm>
                <a:off x="1046857" y="16926020"/>
                <a:ext cx="14987174" cy="9995384"/>
              </a:xfrm>
              <a:prstGeom prst="ellipse">
                <a:avLst/>
              </a:prstGeom>
              <a:solidFill>
                <a:srgbClr val="BEBEBE"/>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40" name="Oval 81">
                <a:extLst>
                  <a:ext uri="{FF2B5EF4-FFF2-40B4-BE49-F238E27FC236}">
                    <a16:creationId xmlns:a16="http://schemas.microsoft.com/office/drawing/2014/main" id="{7FF6EDBD-F39C-478E-993E-525A4A962EEE}"/>
                  </a:ext>
                </a:extLst>
              </p:cNvPr>
              <p:cNvSpPr>
                <a:spLocks noChangeArrowheads="1"/>
              </p:cNvSpPr>
              <p:nvPr/>
            </p:nvSpPr>
            <p:spPr bwMode="auto">
              <a:xfrm>
                <a:off x="855406" y="16622812"/>
                <a:ext cx="14987174" cy="9995384"/>
              </a:xfrm>
              <a:prstGeom prst="ellipse">
                <a:avLst/>
              </a:prstGeom>
              <a:solidFill>
                <a:schemeClr val="accent1">
                  <a:lumMod val="75000"/>
                </a:schemeClr>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grpSp>
          <p:nvGrpSpPr>
            <p:cNvPr id="12" name="Group 11">
              <a:extLst>
                <a:ext uri="{FF2B5EF4-FFF2-40B4-BE49-F238E27FC236}">
                  <a16:creationId xmlns:a16="http://schemas.microsoft.com/office/drawing/2014/main" id="{F1AAA1B8-4F09-403A-B9C3-8500D63F3BAF}"/>
                </a:ext>
              </a:extLst>
            </p:cNvPr>
            <p:cNvGrpSpPr/>
            <p:nvPr/>
          </p:nvGrpSpPr>
          <p:grpSpPr>
            <a:xfrm>
              <a:off x="28048620" y="16592048"/>
              <a:ext cx="15178625" cy="10298592"/>
              <a:chOff x="28048620" y="16592048"/>
              <a:chExt cx="15178625" cy="10298592"/>
            </a:xfrm>
          </p:grpSpPr>
          <p:sp>
            <p:nvSpPr>
              <p:cNvPr id="20" name="Oval 81">
                <a:extLst>
                  <a:ext uri="{FF2B5EF4-FFF2-40B4-BE49-F238E27FC236}">
                    <a16:creationId xmlns:a16="http://schemas.microsoft.com/office/drawing/2014/main" id="{3EA82CEC-343B-4E42-8C20-3EEA245E4056}"/>
                  </a:ext>
                </a:extLst>
              </p:cNvPr>
              <p:cNvSpPr>
                <a:spLocks noChangeArrowheads="1"/>
              </p:cNvSpPr>
              <p:nvPr/>
            </p:nvSpPr>
            <p:spPr bwMode="auto">
              <a:xfrm>
                <a:off x="28240072" y="16895256"/>
                <a:ext cx="14987174" cy="9995384"/>
              </a:xfrm>
              <a:prstGeom prst="ellipse">
                <a:avLst/>
              </a:prstGeom>
              <a:solidFill>
                <a:srgbClr val="BEBEBE"/>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42" name="Oval 81">
                <a:extLst>
                  <a:ext uri="{FF2B5EF4-FFF2-40B4-BE49-F238E27FC236}">
                    <a16:creationId xmlns:a16="http://schemas.microsoft.com/office/drawing/2014/main" id="{39B92F31-F8F0-4EA9-AC1B-59A0E37297CE}"/>
                  </a:ext>
                </a:extLst>
              </p:cNvPr>
              <p:cNvSpPr>
                <a:spLocks noChangeArrowheads="1"/>
              </p:cNvSpPr>
              <p:nvPr/>
            </p:nvSpPr>
            <p:spPr bwMode="auto">
              <a:xfrm>
                <a:off x="28048620" y="16592048"/>
                <a:ext cx="14987174" cy="9995384"/>
              </a:xfrm>
              <a:prstGeom prst="ellipse">
                <a:avLst/>
              </a:prstGeom>
              <a:solidFill>
                <a:schemeClr val="accent1">
                  <a:lumMod val="75000"/>
                </a:schemeClr>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grpSp>
          <p:nvGrpSpPr>
            <p:cNvPr id="11" name="Group 10">
              <a:extLst>
                <a:ext uri="{FF2B5EF4-FFF2-40B4-BE49-F238E27FC236}">
                  <a16:creationId xmlns:a16="http://schemas.microsoft.com/office/drawing/2014/main" id="{FFFD913D-4762-4A29-95EB-28FCAA4E0488}"/>
                </a:ext>
              </a:extLst>
            </p:cNvPr>
            <p:cNvGrpSpPr/>
            <p:nvPr/>
          </p:nvGrpSpPr>
          <p:grpSpPr>
            <a:xfrm>
              <a:off x="14452012" y="21978607"/>
              <a:ext cx="15178625" cy="10298592"/>
              <a:chOff x="14452012" y="21978607"/>
              <a:chExt cx="15178625" cy="10298592"/>
            </a:xfrm>
          </p:grpSpPr>
          <p:sp>
            <p:nvSpPr>
              <p:cNvPr id="21" name="Oval 81">
                <a:extLst>
                  <a:ext uri="{FF2B5EF4-FFF2-40B4-BE49-F238E27FC236}">
                    <a16:creationId xmlns:a16="http://schemas.microsoft.com/office/drawing/2014/main" id="{26B44134-232C-4D96-A04A-7A9E2A5BBEE6}"/>
                  </a:ext>
                </a:extLst>
              </p:cNvPr>
              <p:cNvSpPr>
                <a:spLocks noChangeArrowheads="1"/>
              </p:cNvSpPr>
              <p:nvPr/>
            </p:nvSpPr>
            <p:spPr bwMode="auto">
              <a:xfrm>
                <a:off x="14643464" y="22281817"/>
                <a:ext cx="14987174" cy="9995384"/>
              </a:xfrm>
              <a:prstGeom prst="ellipse">
                <a:avLst/>
              </a:prstGeom>
              <a:solidFill>
                <a:srgbClr val="BEBEBE"/>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41" name="Oval 81">
                <a:extLst>
                  <a:ext uri="{FF2B5EF4-FFF2-40B4-BE49-F238E27FC236}">
                    <a16:creationId xmlns:a16="http://schemas.microsoft.com/office/drawing/2014/main" id="{729CCB52-B6FC-406C-96EC-9F317F510FFA}"/>
                  </a:ext>
                </a:extLst>
              </p:cNvPr>
              <p:cNvSpPr>
                <a:spLocks noChangeArrowheads="1"/>
              </p:cNvSpPr>
              <p:nvPr/>
            </p:nvSpPr>
            <p:spPr bwMode="auto">
              <a:xfrm>
                <a:off x="14452012" y="21978607"/>
                <a:ext cx="14987174" cy="9995384"/>
              </a:xfrm>
              <a:prstGeom prst="ellipse">
                <a:avLst/>
              </a:prstGeom>
              <a:solidFill>
                <a:schemeClr val="accent1">
                  <a:lumMod val="75000"/>
                </a:schemeClr>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grpSp>
          <p:nvGrpSpPr>
            <p:cNvPr id="6" name="Group 5">
              <a:extLst>
                <a:ext uri="{FF2B5EF4-FFF2-40B4-BE49-F238E27FC236}">
                  <a16:creationId xmlns:a16="http://schemas.microsoft.com/office/drawing/2014/main" id="{C54CDBF1-AAD8-470F-B784-2B55E444EAAD}"/>
                </a:ext>
              </a:extLst>
            </p:cNvPr>
            <p:cNvGrpSpPr/>
            <p:nvPr/>
          </p:nvGrpSpPr>
          <p:grpSpPr>
            <a:xfrm>
              <a:off x="6603547" y="6602876"/>
              <a:ext cx="15178625" cy="10298592"/>
              <a:chOff x="6603547" y="6602876"/>
              <a:chExt cx="15178625" cy="10298592"/>
            </a:xfrm>
          </p:grpSpPr>
          <p:sp>
            <p:nvSpPr>
              <p:cNvPr id="22" name="Oval 81">
                <a:extLst>
                  <a:ext uri="{FF2B5EF4-FFF2-40B4-BE49-F238E27FC236}">
                    <a16:creationId xmlns:a16="http://schemas.microsoft.com/office/drawing/2014/main" id="{A4D8AB75-B6FB-4E7B-8E4F-F4853EC6DBC1}"/>
                  </a:ext>
                </a:extLst>
              </p:cNvPr>
              <p:cNvSpPr>
                <a:spLocks noChangeArrowheads="1"/>
              </p:cNvSpPr>
              <p:nvPr/>
            </p:nvSpPr>
            <p:spPr bwMode="auto">
              <a:xfrm>
                <a:off x="6794998" y="6906084"/>
                <a:ext cx="14987174" cy="9995384"/>
              </a:xfrm>
              <a:prstGeom prst="ellipse">
                <a:avLst/>
              </a:prstGeom>
              <a:solidFill>
                <a:srgbClr val="BEBEBE"/>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1043" name="Oval 81"/>
              <p:cNvSpPr>
                <a:spLocks noChangeArrowheads="1"/>
              </p:cNvSpPr>
              <p:nvPr/>
            </p:nvSpPr>
            <p:spPr bwMode="auto">
              <a:xfrm>
                <a:off x="6603547" y="6602876"/>
                <a:ext cx="14987174" cy="9995384"/>
              </a:xfrm>
              <a:prstGeom prst="ellipse">
                <a:avLst/>
              </a:prstGeom>
              <a:solidFill>
                <a:schemeClr val="accent1">
                  <a:lumMod val="75000"/>
                </a:schemeClr>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grpSp>
          <p:nvGrpSpPr>
            <p:cNvPr id="16" name="Group 15">
              <a:extLst>
                <a:ext uri="{FF2B5EF4-FFF2-40B4-BE49-F238E27FC236}">
                  <a16:creationId xmlns:a16="http://schemas.microsoft.com/office/drawing/2014/main" id="{F5CBCD27-41A2-4BD7-9C9E-E6879B9811F7}"/>
                </a:ext>
              </a:extLst>
            </p:cNvPr>
            <p:cNvGrpSpPr/>
            <p:nvPr/>
          </p:nvGrpSpPr>
          <p:grpSpPr>
            <a:xfrm>
              <a:off x="22300481" y="6602876"/>
              <a:ext cx="15178625" cy="10298592"/>
              <a:chOff x="22300481" y="6602876"/>
              <a:chExt cx="15178625" cy="10298592"/>
            </a:xfrm>
          </p:grpSpPr>
          <p:sp>
            <p:nvSpPr>
              <p:cNvPr id="23" name="Oval 81">
                <a:extLst>
                  <a:ext uri="{FF2B5EF4-FFF2-40B4-BE49-F238E27FC236}">
                    <a16:creationId xmlns:a16="http://schemas.microsoft.com/office/drawing/2014/main" id="{418FCC2E-AFFC-4381-8008-5F3BAA92D086}"/>
                  </a:ext>
                </a:extLst>
              </p:cNvPr>
              <p:cNvSpPr>
                <a:spLocks noChangeArrowheads="1"/>
              </p:cNvSpPr>
              <p:nvPr/>
            </p:nvSpPr>
            <p:spPr bwMode="auto">
              <a:xfrm>
                <a:off x="22491931" y="6906084"/>
                <a:ext cx="14987174" cy="9995384"/>
              </a:xfrm>
              <a:prstGeom prst="ellipse">
                <a:avLst/>
              </a:prstGeom>
              <a:solidFill>
                <a:srgbClr val="BEBEBE"/>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43" name="Oval 81">
                <a:extLst>
                  <a:ext uri="{FF2B5EF4-FFF2-40B4-BE49-F238E27FC236}">
                    <a16:creationId xmlns:a16="http://schemas.microsoft.com/office/drawing/2014/main" id="{24CEA4CA-BE3C-4DE5-AA72-8DB5C68483B8}"/>
                  </a:ext>
                </a:extLst>
              </p:cNvPr>
              <p:cNvSpPr>
                <a:spLocks noChangeArrowheads="1"/>
              </p:cNvSpPr>
              <p:nvPr/>
            </p:nvSpPr>
            <p:spPr bwMode="auto">
              <a:xfrm>
                <a:off x="22300481" y="6602876"/>
                <a:ext cx="14987174" cy="9995384"/>
              </a:xfrm>
              <a:prstGeom prst="ellipse">
                <a:avLst/>
              </a:prstGeom>
              <a:solidFill>
                <a:schemeClr val="accent1">
                  <a:lumMod val="75000"/>
                </a:schemeClr>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grpSp>
      <p:sp>
        <p:nvSpPr>
          <p:cNvPr id="3" name="TextBox 2">
            <a:extLst>
              <a:ext uri="{FF2B5EF4-FFF2-40B4-BE49-F238E27FC236}">
                <a16:creationId xmlns:a16="http://schemas.microsoft.com/office/drawing/2014/main" id="{76F5F059-7763-40EC-9D33-F41BF62183BF}"/>
              </a:ext>
            </a:extLst>
          </p:cNvPr>
          <p:cNvSpPr txBox="1"/>
          <p:nvPr/>
        </p:nvSpPr>
        <p:spPr>
          <a:xfrm>
            <a:off x="7129080" y="5816288"/>
            <a:ext cx="6191045" cy="646331"/>
          </a:xfrm>
          <a:prstGeom prst="rect">
            <a:avLst/>
          </a:prstGeom>
          <a:noFill/>
        </p:spPr>
        <p:txBody>
          <a:bodyPr wrap="square" lIns="91440" tIns="45720" rIns="91440" bIns="45720" rtlCol="0" anchor="t">
            <a:spAutoFit/>
          </a:bodyPr>
          <a:lstStyle/>
          <a:p>
            <a:pPr algn="ctr"/>
            <a:r>
              <a:rPr lang="en-US" sz="3600" b="1" dirty="0">
                <a:solidFill>
                  <a:schemeClr val="accent5">
                    <a:lumMod val="25000"/>
                  </a:schemeClr>
                </a:solidFill>
                <a:latin typeface="Times New Roman"/>
              </a:rPr>
              <a:t>Introduction</a:t>
            </a:r>
          </a:p>
        </p:txBody>
      </p:sp>
      <p:sp>
        <p:nvSpPr>
          <p:cNvPr id="4" name="TextBox 3">
            <a:extLst>
              <a:ext uri="{FF2B5EF4-FFF2-40B4-BE49-F238E27FC236}">
                <a16:creationId xmlns:a16="http://schemas.microsoft.com/office/drawing/2014/main" id="{BB8BCC94-5A48-49CD-AE0B-3BABC264569C}"/>
              </a:ext>
            </a:extLst>
          </p:cNvPr>
          <p:cNvSpPr txBox="1"/>
          <p:nvPr/>
        </p:nvSpPr>
        <p:spPr>
          <a:xfrm>
            <a:off x="6908444" y="6613476"/>
            <a:ext cx="7319456" cy="3631445"/>
          </a:xfrm>
          <a:prstGeom prst="rect">
            <a:avLst/>
          </a:prstGeom>
          <a:noFill/>
        </p:spPr>
        <p:txBody>
          <a:bodyPr wrap="square" lIns="91440" tIns="45720" rIns="91440" bIns="45720" rtlCol="0" anchor="t">
            <a:spAutoFit/>
          </a:bodyPr>
          <a:lstStyle/>
          <a:p>
            <a:pPr marL="457200" indent="-457200">
              <a:spcBef>
                <a:spcPts val="0"/>
              </a:spcBef>
              <a:spcAft>
                <a:spcPts val="0"/>
              </a:spcAft>
              <a:buFont typeface="Arial,Sans-Serif"/>
              <a:buChar char="•"/>
            </a:pPr>
            <a:r>
              <a:rPr lang="en-US" sz="2800">
                <a:latin typeface="Times New Roman"/>
                <a:cs typeface="Times New Roman"/>
              </a:rPr>
              <a:t>Hypoglycemia is a rare manifestation of hypothyroidism but can occur due to the hormonal and biochemical changes associated with the condition. </a:t>
            </a:r>
            <a:endParaRPr lang="en-US" sz="2800" dirty="0">
              <a:latin typeface="Times New Roman"/>
              <a:cs typeface="Times New Roman"/>
            </a:endParaRPr>
          </a:p>
          <a:p>
            <a:pPr marL="457200" indent="-457200">
              <a:spcBef>
                <a:spcPts val="0"/>
              </a:spcBef>
              <a:spcAft>
                <a:spcPts val="0"/>
              </a:spcAft>
              <a:buFont typeface="Arial,Sans-Serif"/>
              <a:buChar char="•"/>
            </a:pPr>
            <a:r>
              <a:rPr lang="en-US" sz="2800" dirty="0">
                <a:latin typeface="Times New Roman"/>
                <a:cs typeface="Times New Roman"/>
              </a:rPr>
              <a:t>We report a case of hypoglycemia in a pregnant woman with severe hypothyroidism who was admitted after a suicide attempt and overdose of quetiapine.</a:t>
            </a:r>
          </a:p>
        </p:txBody>
      </p:sp>
      <p:sp>
        <p:nvSpPr>
          <p:cNvPr id="24" name="TextBox 23">
            <a:extLst>
              <a:ext uri="{FF2B5EF4-FFF2-40B4-BE49-F238E27FC236}">
                <a16:creationId xmlns:a16="http://schemas.microsoft.com/office/drawing/2014/main" id="{E1CC18A6-93EE-4FA9-999D-18129CE32977}"/>
              </a:ext>
            </a:extLst>
          </p:cNvPr>
          <p:cNvSpPr txBox="1"/>
          <p:nvPr/>
        </p:nvSpPr>
        <p:spPr>
          <a:xfrm>
            <a:off x="3163678" y="12054434"/>
            <a:ext cx="6191045" cy="646331"/>
          </a:xfrm>
          <a:prstGeom prst="rect">
            <a:avLst/>
          </a:prstGeom>
          <a:noFill/>
        </p:spPr>
        <p:txBody>
          <a:bodyPr wrap="square" lIns="91440" tIns="45720" rIns="91440" bIns="45720" rtlCol="0" anchor="t">
            <a:spAutoFit/>
          </a:bodyPr>
          <a:lstStyle/>
          <a:p>
            <a:pPr algn="ctr"/>
            <a:r>
              <a:rPr lang="en-US" sz="3600" b="1" dirty="0">
                <a:solidFill>
                  <a:schemeClr val="accent5">
                    <a:lumMod val="25000"/>
                  </a:schemeClr>
                </a:solidFill>
                <a:latin typeface="Times New Roman"/>
              </a:rPr>
              <a:t>Case presentation</a:t>
            </a:r>
          </a:p>
        </p:txBody>
      </p:sp>
      <p:sp>
        <p:nvSpPr>
          <p:cNvPr id="25" name="TextBox 24">
            <a:extLst>
              <a:ext uri="{FF2B5EF4-FFF2-40B4-BE49-F238E27FC236}">
                <a16:creationId xmlns:a16="http://schemas.microsoft.com/office/drawing/2014/main" id="{63B25C99-FCA8-4771-8146-756030D2120A}"/>
              </a:ext>
            </a:extLst>
          </p:cNvPr>
          <p:cNvSpPr txBox="1"/>
          <p:nvPr/>
        </p:nvSpPr>
        <p:spPr>
          <a:xfrm>
            <a:off x="2185695" y="12943637"/>
            <a:ext cx="8147013" cy="3785652"/>
          </a:xfrm>
          <a:prstGeom prst="rect">
            <a:avLst/>
          </a:prstGeom>
          <a:noFill/>
        </p:spPr>
        <p:txBody>
          <a:bodyPr wrap="square" lIns="91440" tIns="45720" rIns="91440" bIns="45720" rtlCol="0" anchor="t">
            <a:spAutoFit/>
          </a:bodyPr>
          <a:lstStyle/>
          <a:p>
            <a:pPr marL="457200" indent="-457200">
              <a:spcBef>
                <a:spcPts val="0"/>
              </a:spcBef>
              <a:spcAft>
                <a:spcPts val="0"/>
              </a:spcAft>
              <a:buFont typeface="Arial,Sans-Serif"/>
              <a:buChar char="•"/>
            </a:pPr>
            <a:r>
              <a:rPr lang="en-US" sz="2000" dirty="0">
                <a:latin typeface="Times New Roman"/>
                <a:cs typeface="Times New Roman"/>
              </a:rPr>
              <a:t>A 23-year-old pregnant woman at 35 weeks gestation with a significant medical history of hypothyroidism status post-thyroidectomy for thyroid cancer, irregular adherence to her 175-mcg daily levothyroxine without prior adjustment for pregnancy, as well as bipolar disorder, was brought to the emergency department after being found unconscious following an apparent suicide attempt via intentional overdose of quetiapine.</a:t>
            </a:r>
          </a:p>
          <a:p>
            <a:pPr marL="457200" indent="-457200">
              <a:spcBef>
                <a:spcPts val="0"/>
              </a:spcBef>
              <a:spcAft>
                <a:spcPts val="0"/>
              </a:spcAft>
              <a:buFont typeface="Arial,Sans-Serif"/>
              <a:buChar char="•"/>
            </a:pPr>
            <a:r>
              <a:rPr lang="en-US" sz="2000" dirty="0">
                <a:latin typeface="Times New Roman"/>
                <a:cs typeface="Times New Roman"/>
              </a:rPr>
              <a:t>Upon arrival, the patient was altered. Her initial vital signs were stable: heart rate 85 beats per minute, blood pressure 98/65 mmHg, respiratory rate 14 breaths per minute, and temperature 36.9°C.</a:t>
            </a:r>
          </a:p>
          <a:p>
            <a:pPr marL="457200" indent="-457200">
              <a:spcBef>
                <a:spcPts val="0"/>
              </a:spcBef>
              <a:spcAft>
                <a:spcPts val="0"/>
              </a:spcAft>
              <a:buFont typeface="Arial,Sans-Serif"/>
              <a:buChar char="•"/>
            </a:pPr>
            <a:r>
              <a:rPr lang="en-US" sz="2000" dirty="0">
                <a:latin typeface="Times New Roman"/>
                <a:cs typeface="Times New Roman"/>
              </a:rPr>
              <a:t>Initial lab tests revealed hypokalemia (K 3.0), normocytic anemia (hemoglobin 7.1) and severe hypothyroidism with a TSH level of 138.47 µIU/mL, free T4 &lt;0.15 ng/dL, and free T3 1.57 </a:t>
            </a:r>
            <a:r>
              <a:rPr lang="en-US" sz="2000" dirty="0" err="1">
                <a:latin typeface="Times New Roman"/>
                <a:cs typeface="Times New Roman"/>
              </a:rPr>
              <a:t>pg</a:t>
            </a:r>
            <a:r>
              <a:rPr lang="en-US" sz="2000" dirty="0">
                <a:latin typeface="Times New Roman"/>
                <a:cs typeface="Times New Roman"/>
              </a:rPr>
              <a:t>/</a:t>
            </a:r>
            <a:r>
              <a:rPr lang="en-US" sz="2000" dirty="0" err="1">
                <a:latin typeface="Times New Roman"/>
                <a:cs typeface="Times New Roman"/>
              </a:rPr>
              <a:t>mL.</a:t>
            </a:r>
            <a:endParaRPr lang="en-US" sz="2000" dirty="0" err="1"/>
          </a:p>
        </p:txBody>
      </p:sp>
      <p:sp>
        <p:nvSpPr>
          <p:cNvPr id="26" name="TextBox 25">
            <a:extLst>
              <a:ext uri="{FF2B5EF4-FFF2-40B4-BE49-F238E27FC236}">
                <a16:creationId xmlns:a16="http://schemas.microsoft.com/office/drawing/2014/main" id="{BFADF2F8-88AE-4788-9006-52AF3010800A}"/>
              </a:ext>
            </a:extLst>
          </p:cNvPr>
          <p:cNvSpPr txBox="1"/>
          <p:nvPr/>
        </p:nvSpPr>
        <p:spPr>
          <a:xfrm>
            <a:off x="13309762" y="15536257"/>
            <a:ext cx="6191045" cy="646331"/>
          </a:xfrm>
          <a:prstGeom prst="rect">
            <a:avLst/>
          </a:prstGeom>
          <a:noFill/>
        </p:spPr>
        <p:txBody>
          <a:bodyPr wrap="square" lIns="91440" tIns="45720" rIns="91440" bIns="45720" rtlCol="0" anchor="t">
            <a:spAutoFit/>
          </a:bodyPr>
          <a:lstStyle/>
          <a:p>
            <a:pPr algn="ctr"/>
            <a:r>
              <a:rPr lang="en-US" sz="3600" b="1" dirty="0">
                <a:solidFill>
                  <a:schemeClr val="accent5">
                    <a:lumMod val="25000"/>
                  </a:schemeClr>
                </a:solidFill>
                <a:latin typeface="Times New Roman"/>
                <a:cs typeface="Times New Roman"/>
              </a:rPr>
              <a:t>Case presentation</a:t>
            </a:r>
            <a:endParaRPr lang="en-US" sz="3600" b="1">
              <a:solidFill>
                <a:schemeClr val="accent5">
                  <a:lumMod val="25000"/>
                </a:schemeClr>
              </a:solidFill>
              <a:latin typeface="Times New Roman"/>
            </a:endParaRPr>
          </a:p>
        </p:txBody>
      </p:sp>
      <p:sp>
        <p:nvSpPr>
          <p:cNvPr id="27" name="TextBox 26">
            <a:extLst>
              <a:ext uri="{FF2B5EF4-FFF2-40B4-BE49-F238E27FC236}">
                <a16:creationId xmlns:a16="http://schemas.microsoft.com/office/drawing/2014/main" id="{1467034A-39FB-448D-A8E6-A895FA29A735}"/>
              </a:ext>
            </a:extLst>
          </p:cNvPr>
          <p:cNvSpPr txBox="1"/>
          <p:nvPr/>
        </p:nvSpPr>
        <p:spPr>
          <a:xfrm>
            <a:off x="12377756" y="16425459"/>
            <a:ext cx="8147013" cy="3416320"/>
          </a:xfrm>
          <a:prstGeom prst="rect">
            <a:avLst/>
          </a:prstGeom>
          <a:noFill/>
        </p:spPr>
        <p:txBody>
          <a:bodyPr wrap="square" lIns="91440" tIns="45720" rIns="91440" bIns="45720" rtlCol="0" anchor="t">
            <a:spAutoFit/>
          </a:bodyPr>
          <a:lstStyle/>
          <a:p>
            <a:pPr marL="457200" indent="-457200">
              <a:spcBef>
                <a:spcPts val="0"/>
              </a:spcBef>
              <a:spcAft>
                <a:spcPts val="0"/>
              </a:spcAft>
              <a:buFont typeface="Arial,Sans-Serif"/>
              <a:buChar char="•"/>
            </a:pPr>
            <a:r>
              <a:rPr lang="en-US" sz="2400" dirty="0">
                <a:latin typeface="Times New Roman"/>
                <a:cs typeface="Times New Roman"/>
              </a:rPr>
              <a:t>The patient experienced persistent hypoglycemia (glucose 60 mg/dL) within the first 48 hours despite dextrose treatment.</a:t>
            </a:r>
          </a:p>
          <a:p>
            <a:pPr marL="457200" indent="-457200">
              <a:spcBef>
                <a:spcPts val="0"/>
              </a:spcBef>
              <a:spcAft>
                <a:spcPts val="0"/>
              </a:spcAft>
              <a:buFont typeface="Arial,Sans-Serif"/>
              <a:buChar char="•"/>
            </a:pPr>
            <a:r>
              <a:rPr lang="en-US" sz="2400" dirty="0">
                <a:latin typeface="Times New Roman"/>
                <a:cs typeface="Times New Roman"/>
              </a:rPr>
              <a:t>Endocrinology was consulted and recommended increasing her outpatient oral levothyroxine dose by 30% to 220 mcg daily to account for pregnancy-related increased thyroid hormone demands.</a:t>
            </a:r>
          </a:p>
          <a:p>
            <a:pPr marL="457200" indent="-457200">
              <a:spcBef>
                <a:spcPts val="0"/>
              </a:spcBef>
              <a:spcAft>
                <a:spcPts val="0"/>
              </a:spcAft>
              <a:buFont typeface="Arial,Sans-Serif"/>
              <a:buChar char="•"/>
            </a:pPr>
            <a:r>
              <a:rPr lang="en-US" sz="2400" dirty="0">
                <a:latin typeface="Times New Roman"/>
                <a:cs typeface="Times New Roman"/>
              </a:rPr>
              <a:t>During her hospital stay, intravenous levothyroxine 170 mcg was administered, with a plan to transition to oral levothyroxine upon discharge. </a:t>
            </a:r>
            <a:endParaRPr lang="en-US" sz="2400" dirty="0"/>
          </a:p>
        </p:txBody>
      </p:sp>
      <p:sp>
        <p:nvSpPr>
          <p:cNvPr id="28" name="TextBox 27">
            <a:extLst>
              <a:ext uri="{FF2B5EF4-FFF2-40B4-BE49-F238E27FC236}">
                <a16:creationId xmlns:a16="http://schemas.microsoft.com/office/drawing/2014/main" id="{0D6E7DEF-3AC4-42E1-A1EB-D1CE420D375D}"/>
              </a:ext>
            </a:extLst>
          </p:cNvPr>
          <p:cNvSpPr txBox="1"/>
          <p:nvPr/>
        </p:nvSpPr>
        <p:spPr>
          <a:xfrm>
            <a:off x="22536341" y="12468502"/>
            <a:ext cx="8030061" cy="523220"/>
          </a:xfrm>
          <a:prstGeom prst="rect">
            <a:avLst/>
          </a:prstGeom>
          <a:noFill/>
        </p:spPr>
        <p:txBody>
          <a:bodyPr wrap="square" lIns="91440" tIns="45720" rIns="91440" bIns="45720" rtlCol="0" anchor="t">
            <a:spAutoFit/>
          </a:bodyPr>
          <a:lstStyle/>
          <a:p>
            <a:pPr algn="ctr"/>
            <a:r>
              <a:rPr lang="en-US" sz="2800" b="1" dirty="0">
                <a:solidFill>
                  <a:schemeClr val="accent5">
                    <a:lumMod val="25000"/>
                  </a:schemeClr>
                </a:solidFill>
                <a:latin typeface="Times New Roman"/>
              </a:rPr>
              <a:t>Causes of hypoglycemia in hypothyroidism</a:t>
            </a:r>
            <a:endParaRPr lang="en-US" sz="2800">
              <a:solidFill>
                <a:schemeClr val="accent5">
                  <a:lumMod val="25000"/>
                </a:schemeClr>
              </a:solidFill>
              <a:latin typeface="Times New Roman"/>
            </a:endParaRPr>
          </a:p>
        </p:txBody>
      </p:sp>
      <p:sp>
        <p:nvSpPr>
          <p:cNvPr id="30" name="TextBox 29">
            <a:extLst>
              <a:ext uri="{FF2B5EF4-FFF2-40B4-BE49-F238E27FC236}">
                <a16:creationId xmlns:a16="http://schemas.microsoft.com/office/drawing/2014/main" id="{D3567200-FD6C-4913-BFAA-BA65AC0A65F4}"/>
              </a:ext>
            </a:extLst>
          </p:cNvPr>
          <p:cNvSpPr txBox="1"/>
          <p:nvPr/>
        </p:nvSpPr>
        <p:spPr>
          <a:xfrm>
            <a:off x="19422877" y="5540243"/>
            <a:ext cx="6191045" cy="646331"/>
          </a:xfrm>
          <a:prstGeom prst="rect">
            <a:avLst/>
          </a:prstGeom>
          <a:noFill/>
        </p:spPr>
        <p:txBody>
          <a:bodyPr wrap="square" lIns="91440" tIns="45720" rIns="91440" bIns="45720" rtlCol="0" anchor="t">
            <a:spAutoFit/>
          </a:bodyPr>
          <a:lstStyle/>
          <a:p>
            <a:pPr algn="ctr"/>
            <a:r>
              <a:rPr lang="en-US" sz="3600" b="1" dirty="0">
                <a:solidFill>
                  <a:schemeClr val="accent5">
                    <a:lumMod val="25000"/>
                  </a:schemeClr>
                </a:solidFill>
                <a:latin typeface="Times New Roman"/>
              </a:rPr>
              <a:t>Discussion</a:t>
            </a:r>
            <a:endParaRPr lang="en-US" sz="3600">
              <a:solidFill>
                <a:schemeClr val="accent5">
                  <a:lumMod val="25000"/>
                </a:schemeClr>
              </a:solidFill>
              <a:latin typeface="Times New Roman"/>
            </a:endParaRPr>
          </a:p>
        </p:txBody>
      </p:sp>
      <p:sp>
        <p:nvSpPr>
          <p:cNvPr id="31" name="TextBox 30">
            <a:extLst>
              <a:ext uri="{FF2B5EF4-FFF2-40B4-BE49-F238E27FC236}">
                <a16:creationId xmlns:a16="http://schemas.microsoft.com/office/drawing/2014/main" id="{2753E027-9019-43FF-976D-E742F6876784}"/>
              </a:ext>
            </a:extLst>
          </p:cNvPr>
          <p:cNvSpPr txBox="1"/>
          <p:nvPr/>
        </p:nvSpPr>
        <p:spPr>
          <a:xfrm>
            <a:off x="18490869" y="6199408"/>
            <a:ext cx="8147013" cy="4524315"/>
          </a:xfrm>
          <a:prstGeom prst="rect">
            <a:avLst/>
          </a:prstGeom>
          <a:noFill/>
        </p:spPr>
        <p:txBody>
          <a:bodyPr wrap="square" lIns="91440" tIns="45720" rIns="91440" bIns="45720" rtlCol="0" anchor="t">
            <a:spAutoFit/>
          </a:bodyPr>
          <a:lstStyle/>
          <a:p>
            <a:pPr marL="457200" indent="-457200">
              <a:spcBef>
                <a:spcPts val="0"/>
              </a:spcBef>
              <a:spcAft>
                <a:spcPts val="0"/>
              </a:spcAft>
              <a:buFont typeface="Arial,Sans-Serif"/>
              <a:buChar char="•"/>
            </a:pPr>
            <a:r>
              <a:rPr lang="en-US" sz="2400" dirty="0">
                <a:latin typeface="Times New Roman"/>
                <a:cs typeface="Times New Roman"/>
              </a:rPr>
              <a:t>Severe hypothyroidism can rarely lead to hypoglycemia through various mechanisms, including decreased levels of basal and stimulated growth hormone and cortisol, an attenuated hypothalamic-pituitary-adrenal response, impaired gluconeogenesis and glycogenolysis, reduced glucagon secretion, delayed insulin clearance, slowed gastric emptying, and decreased glucose absorption in the intestines.</a:t>
            </a:r>
          </a:p>
          <a:p>
            <a:pPr marL="457200" indent="-457200">
              <a:spcBef>
                <a:spcPts val="0"/>
              </a:spcBef>
              <a:spcAft>
                <a:spcPts val="0"/>
              </a:spcAft>
              <a:buFont typeface="Arial,Sans-Serif"/>
              <a:buChar char="•"/>
            </a:pPr>
            <a:r>
              <a:rPr lang="en-US" sz="2400" dirty="0">
                <a:latin typeface="Times New Roman"/>
                <a:cs typeface="Times New Roman"/>
              </a:rPr>
              <a:t>This case highlights the importance of regular monitoring of hypothyroidism, to prevent severe thyroid hormone deficiency as metabolic demands increase during pregnancy, and to avoid subsequent complications such as hypoglycemia.</a:t>
            </a:r>
          </a:p>
        </p:txBody>
      </p:sp>
      <p:pic>
        <p:nvPicPr>
          <p:cNvPr id="5" name="Picture 4" descr="A diagram of a structure&#10;&#10;AI-generated content may be incorrect.">
            <a:extLst>
              <a:ext uri="{FF2B5EF4-FFF2-40B4-BE49-F238E27FC236}">
                <a16:creationId xmlns:a16="http://schemas.microsoft.com/office/drawing/2014/main" id="{2C38FD93-DE72-0C24-925D-ACF74B9D49F6}"/>
              </a:ext>
            </a:extLst>
          </p:cNvPr>
          <p:cNvPicPr>
            <a:picLocks noChangeAspect="1"/>
          </p:cNvPicPr>
          <p:nvPr/>
        </p:nvPicPr>
        <p:blipFill>
          <a:blip r:embed="rId3"/>
          <a:stretch>
            <a:fillRect/>
          </a:stretch>
        </p:blipFill>
        <p:spPr>
          <a:xfrm>
            <a:off x="21963408" y="13293037"/>
            <a:ext cx="9381680" cy="2582712"/>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introspectiveporpoise|08-2022"/>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TotalTime>
  <Words>400</Words>
  <Application>Microsoft Macintosh PowerPoint</Application>
  <PresentationFormat>Custom</PresentationFormat>
  <Paragraphs>20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Arial,Sans-Serif</vt:lpstr>
      <vt:lpstr>Arial</vt:lpstr>
      <vt:lpstr>Times New Roman</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Phil Kim</cp:lastModifiedBy>
  <cp:revision>159</cp:revision>
  <dcterms:modified xsi:type="dcterms:W3CDTF">2025-04-25T03:06:26Z</dcterms:modified>
  <cp:category>science research poster</cp:category>
</cp:coreProperties>
</file>