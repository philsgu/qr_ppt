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7010400" cy="9296400"/>
  <p:embeddedFontLst>
    <p:embeddedFont>
      <p:font typeface="Nunito" pitchFamily="2" charset="77"/>
      <p:regular r:id="rId4"/>
      <p:bold r:id="rId5"/>
      <p:italic r:id="rId6"/>
      <p:boldItalic r:id="rId7"/>
    </p:embeddedFont>
    <p:embeddedFont>
      <p:font typeface="Nunito Black" pitchFamily="2" charset="77"/>
      <p:bold r:id="rId8"/>
    </p:embeddedFont>
    <p:embeddedFont>
      <p:font typeface="Open Sans" panose="020B0606030504020204" pitchFamily="34"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62">
          <p15:clr>
            <a:srgbClr val="A4A3A4"/>
          </p15:clr>
        </p15:guide>
        <p15:guide id="2" pos="14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36" d="100"/>
          <a:sy n="36" d="100"/>
        </p:scale>
        <p:origin x="1440" y="272"/>
      </p:cViewPr>
      <p:guideLst>
        <p:guide orient="horz" pos="1662"/>
        <p:guide pos="1440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font" Target="fonts/font9.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38475" cy="46513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338" y="0"/>
            <a:ext cx="3038475" cy="46513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890588" y="696913"/>
            <a:ext cx="5229225"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675" y="4416426"/>
            <a:ext cx="5607050" cy="4183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8829675"/>
            <a:ext cx="3038475" cy="4651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338" y="8829675"/>
            <a:ext cx="3038475" cy="465138"/>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890588" y="696913"/>
            <a:ext cx="5229225"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701675" y="4416426"/>
            <a:ext cx="5607050" cy="41830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857" b="0" i="0" u="none" strike="noStrike" cap="none">
              <a:solidFill>
                <a:schemeClr val="dk1"/>
              </a:solidFill>
              <a:latin typeface="Calibri"/>
              <a:ea typeface="Calibri"/>
              <a:cs typeface="Calibri"/>
              <a:sym typeface="Calibri"/>
            </a:endParaRPr>
          </a:p>
        </p:txBody>
      </p:sp>
      <p:sp>
        <p:nvSpPr>
          <p:cNvPr id="88" name="Google Shape;88;p1:notes"/>
          <p:cNvSpPr txBox="1">
            <a:spLocks noGrp="1"/>
          </p:cNvSpPr>
          <p:nvPr>
            <p:ph type="sldNum" idx="12"/>
          </p:nvPr>
        </p:nvSpPr>
        <p:spPr>
          <a:xfrm>
            <a:off x="3970338" y="8829675"/>
            <a:ext cx="3038475" cy="46513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9"/>
        <p:cNvGrpSpPr/>
        <p:nvPr/>
      </p:nvGrpSpPr>
      <p:grpSpPr>
        <a:xfrm>
          <a:off x="0" y="0"/>
          <a:ext cx="0" cy="0"/>
          <a:chOff x="0" y="0"/>
          <a:chExt cx="0" cy="0"/>
        </a:xfrm>
      </p:grpSpPr>
      <p:sp>
        <p:nvSpPr>
          <p:cNvPr id="20" name="Google Shape;20;p2"/>
          <p:cNvSpPr txBox="1">
            <a:spLocks noGrp="1"/>
          </p:cNvSpPr>
          <p:nvPr>
            <p:ph type="body" idx="1"/>
          </p:nvPr>
        </p:nvSpPr>
        <p:spPr>
          <a:xfrm>
            <a:off x="-28074" y="157163"/>
            <a:ext cx="32946473" cy="1943100"/>
          </a:xfrm>
          <a:prstGeom prst="rect">
            <a:avLst/>
          </a:prstGeom>
          <a:noFill/>
          <a:ln>
            <a:noFill/>
          </a:ln>
        </p:spPr>
        <p:txBody>
          <a:bodyPr spcFirstLastPara="1" wrap="square" lIns="376100" tIns="188050" rIns="376100" bIns="188050" anchor="t" anchorCtr="0">
            <a:noAutofit/>
          </a:bodyPr>
          <a:lstStyle>
            <a:lvl1pPr marL="457200" marR="0" lvl="0" indent="-228600" algn="ctr">
              <a:lnSpc>
                <a:spcPct val="100000"/>
              </a:lnSpc>
              <a:spcBef>
                <a:spcPts val="750"/>
              </a:spcBef>
              <a:spcAft>
                <a:spcPts val="0"/>
              </a:spcAft>
              <a:buClr>
                <a:srgbClr val="333333"/>
              </a:buClr>
              <a:buSzPts val="3050"/>
              <a:buFont typeface="Arial"/>
              <a:buNone/>
              <a:defRPr sz="3050">
                <a:solidFill>
                  <a:srgbClr val="333333"/>
                </a:solidFill>
                <a:latin typeface="Arial"/>
                <a:ea typeface="Arial"/>
                <a:cs typeface="Arial"/>
                <a:sym typeface="Arial"/>
              </a:defRPr>
            </a:lvl1pPr>
            <a:lvl2pPr marL="914400" lvl="1" indent="-228600" algn="l">
              <a:spcBef>
                <a:spcPts val="1150"/>
              </a:spcBef>
              <a:spcAft>
                <a:spcPts val="0"/>
              </a:spcAft>
              <a:buClr>
                <a:schemeClr val="dk1"/>
              </a:buClr>
              <a:buSzPts val="5750"/>
              <a:buFont typeface="Calibri"/>
              <a:buNone/>
              <a:defRPr/>
            </a:lvl2pPr>
            <a:lvl3pPr marL="1371600" lvl="2" indent="-228600" algn="l">
              <a:spcBef>
                <a:spcPts val="990"/>
              </a:spcBef>
              <a:spcAft>
                <a:spcPts val="0"/>
              </a:spcAft>
              <a:buClr>
                <a:schemeClr val="dk1"/>
              </a:buClr>
              <a:buSzPts val="4950"/>
              <a:buFont typeface="Calibri"/>
              <a:buNone/>
              <a:defRPr/>
            </a:lvl3pPr>
            <a:lvl4pPr marL="1828800" lvl="3" indent="-228600" algn="l">
              <a:spcBef>
                <a:spcPts val="820"/>
              </a:spcBef>
              <a:spcAft>
                <a:spcPts val="0"/>
              </a:spcAft>
              <a:buClr>
                <a:schemeClr val="dk1"/>
              </a:buClr>
              <a:buSzPts val="4100"/>
              <a:buFont typeface="Calibri"/>
              <a:buNone/>
              <a:defRPr/>
            </a:lvl4pPr>
            <a:lvl5pPr marL="2286000" lvl="4" indent="-228600" algn="l">
              <a:spcBef>
                <a:spcPts val="820"/>
              </a:spcBef>
              <a:spcAft>
                <a:spcPts val="0"/>
              </a:spcAft>
              <a:buClr>
                <a:schemeClr val="dk1"/>
              </a:buClr>
              <a:buSzPts val="41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 name="Google Shape;21;p2"/>
          <p:cNvSpPr txBox="1">
            <a:spLocks noGrp="1"/>
          </p:cNvSpPr>
          <p:nvPr>
            <p:ph type="body" idx="2"/>
          </p:nvPr>
        </p:nvSpPr>
        <p:spPr>
          <a:xfrm>
            <a:off x="-28074" y="1775013"/>
            <a:ext cx="32946473" cy="1129553"/>
          </a:xfrm>
          <a:prstGeom prst="rect">
            <a:avLst/>
          </a:prstGeom>
          <a:noFill/>
          <a:ln>
            <a:noFill/>
          </a:ln>
        </p:spPr>
        <p:txBody>
          <a:bodyPr spcFirstLastPara="1" wrap="square" lIns="376100" tIns="188050" rIns="376100" bIns="188050" anchor="t" anchorCtr="0">
            <a:noAutofit/>
          </a:bodyPr>
          <a:lstStyle>
            <a:lvl1pPr marL="457200" marR="0" lvl="0" indent="-228600" algn="ctr">
              <a:lnSpc>
                <a:spcPct val="100000"/>
              </a:lnSpc>
              <a:spcBef>
                <a:spcPts val="400"/>
              </a:spcBef>
              <a:spcAft>
                <a:spcPts val="0"/>
              </a:spcAft>
              <a:buClr>
                <a:srgbClr val="333333"/>
              </a:buClr>
              <a:buSzPts val="3300"/>
              <a:buFont typeface="Arial"/>
              <a:buNone/>
              <a:defRPr sz="3300">
                <a:solidFill>
                  <a:srgbClr val="333333"/>
                </a:solidFill>
                <a:latin typeface="Arial"/>
                <a:ea typeface="Arial"/>
                <a:cs typeface="Arial"/>
                <a:sym typeface="Arial"/>
              </a:defRPr>
            </a:lvl1pPr>
            <a:lvl2pPr marL="914400" lvl="1" indent="-228600" algn="l">
              <a:spcBef>
                <a:spcPts val="1150"/>
              </a:spcBef>
              <a:spcAft>
                <a:spcPts val="0"/>
              </a:spcAft>
              <a:buClr>
                <a:schemeClr val="dk1"/>
              </a:buClr>
              <a:buSzPts val="5750"/>
              <a:buFont typeface="Calibri"/>
              <a:buNone/>
              <a:defRPr/>
            </a:lvl2pPr>
            <a:lvl3pPr marL="1371600" lvl="2" indent="-228600" algn="l">
              <a:spcBef>
                <a:spcPts val="990"/>
              </a:spcBef>
              <a:spcAft>
                <a:spcPts val="0"/>
              </a:spcAft>
              <a:buClr>
                <a:schemeClr val="dk1"/>
              </a:buClr>
              <a:buSzPts val="4950"/>
              <a:buFont typeface="Calibri"/>
              <a:buNone/>
              <a:defRPr/>
            </a:lvl3pPr>
            <a:lvl4pPr marL="1828800" lvl="3" indent="-228600" algn="l">
              <a:spcBef>
                <a:spcPts val="820"/>
              </a:spcBef>
              <a:spcAft>
                <a:spcPts val="0"/>
              </a:spcAft>
              <a:buClr>
                <a:schemeClr val="dk1"/>
              </a:buClr>
              <a:buSzPts val="4100"/>
              <a:buFont typeface="Calibri"/>
              <a:buNone/>
              <a:defRPr/>
            </a:lvl4pPr>
            <a:lvl5pPr marL="2286000" lvl="4" indent="-228600" algn="l">
              <a:spcBef>
                <a:spcPts val="820"/>
              </a:spcBef>
              <a:spcAft>
                <a:spcPts val="0"/>
              </a:spcAft>
              <a:buClr>
                <a:schemeClr val="dk1"/>
              </a:buClr>
              <a:buSzPts val="41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1645921" y="878842"/>
            <a:ext cx="29626561" cy="3657600"/>
          </a:xfrm>
          <a:prstGeom prst="rect">
            <a:avLst/>
          </a:prstGeom>
          <a:noFill/>
          <a:ln>
            <a:noFill/>
          </a:ln>
        </p:spPr>
        <p:txBody>
          <a:bodyPr spcFirstLastPara="1" wrap="square" lIns="376100" tIns="188050" rIns="376100" bIns="1880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1645921" y="5120642"/>
            <a:ext cx="29626561" cy="14483082"/>
          </a:xfrm>
          <a:prstGeom prst="rect">
            <a:avLst/>
          </a:prstGeom>
          <a:noFill/>
          <a:ln>
            <a:noFill/>
          </a:ln>
        </p:spPr>
        <p:txBody>
          <a:bodyPr spcFirstLastPara="1" wrap="square" lIns="376100" tIns="188050" rIns="376100" bIns="1880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3"/>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lvl="0" indent="0" algn="r">
              <a:spcBef>
                <a:spcPts val="0"/>
              </a:spcBef>
              <a:buNone/>
              <a:defRPr sz="2450" b="0" i="0" u="none" strike="noStrike" cap="none">
                <a:solidFill>
                  <a:srgbClr val="888888"/>
                </a:solidFill>
                <a:latin typeface="Calibri"/>
                <a:ea typeface="Calibri"/>
                <a:cs typeface="Calibri"/>
                <a:sym typeface="Calibri"/>
              </a:defRPr>
            </a:lvl1pPr>
            <a:lvl2pPr marL="0" lvl="1" indent="0" algn="r">
              <a:spcBef>
                <a:spcPts val="0"/>
              </a:spcBef>
              <a:buNone/>
              <a:defRPr sz="2450" b="0" i="0" u="none" strike="noStrike" cap="none">
                <a:solidFill>
                  <a:srgbClr val="888888"/>
                </a:solidFill>
                <a:latin typeface="Calibri"/>
                <a:ea typeface="Calibri"/>
                <a:cs typeface="Calibri"/>
                <a:sym typeface="Calibri"/>
              </a:defRPr>
            </a:lvl2pPr>
            <a:lvl3pPr marL="0" lvl="2" indent="0" algn="r">
              <a:spcBef>
                <a:spcPts val="0"/>
              </a:spcBef>
              <a:buNone/>
              <a:defRPr sz="2450" b="0" i="0" u="none" strike="noStrike" cap="none">
                <a:solidFill>
                  <a:srgbClr val="888888"/>
                </a:solidFill>
                <a:latin typeface="Calibri"/>
                <a:ea typeface="Calibri"/>
                <a:cs typeface="Calibri"/>
                <a:sym typeface="Calibri"/>
              </a:defRPr>
            </a:lvl3pPr>
            <a:lvl4pPr marL="0" lvl="3" indent="0" algn="r">
              <a:spcBef>
                <a:spcPts val="0"/>
              </a:spcBef>
              <a:buNone/>
              <a:defRPr sz="2450" b="0" i="0" u="none" strike="noStrike" cap="none">
                <a:solidFill>
                  <a:srgbClr val="888888"/>
                </a:solidFill>
                <a:latin typeface="Calibri"/>
                <a:ea typeface="Calibri"/>
                <a:cs typeface="Calibri"/>
                <a:sym typeface="Calibri"/>
              </a:defRPr>
            </a:lvl4pPr>
            <a:lvl5pPr marL="0" lvl="4" indent="0" algn="r">
              <a:spcBef>
                <a:spcPts val="0"/>
              </a:spcBef>
              <a:buNone/>
              <a:defRPr sz="2450" b="0" i="0" u="none" strike="noStrike" cap="none">
                <a:solidFill>
                  <a:srgbClr val="888888"/>
                </a:solidFill>
                <a:latin typeface="Calibri"/>
                <a:ea typeface="Calibri"/>
                <a:cs typeface="Calibri"/>
                <a:sym typeface="Calibri"/>
              </a:defRPr>
            </a:lvl5pPr>
            <a:lvl6pPr marL="0" lvl="5" indent="0" algn="r">
              <a:spcBef>
                <a:spcPts val="0"/>
              </a:spcBef>
              <a:buNone/>
              <a:defRPr sz="2450" b="0" i="0" u="none" strike="noStrike" cap="none">
                <a:solidFill>
                  <a:srgbClr val="888888"/>
                </a:solidFill>
                <a:latin typeface="Calibri"/>
                <a:ea typeface="Calibri"/>
                <a:cs typeface="Calibri"/>
                <a:sym typeface="Calibri"/>
              </a:defRPr>
            </a:lvl6pPr>
            <a:lvl7pPr marL="0" lvl="6" indent="0" algn="r">
              <a:spcBef>
                <a:spcPts val="0"/>
              </a:spcBef>
              <a:buNone/>
              <a:defRPr sz="2450" b="0" i="0" u="none" strike="noStrike" cap="none">
                <a:solidFill>
                  <a:srgbClr val="888888"/>
                </a:solidFill>
                <a:latin typeface="Calibri"/>
                <a:ea typeface="Calibri"/>
                <a:cs typeface="Calibri"/>
                <a:sym typeface="Calibri"/>
              </a:defRPr>
            </a:lvl7pPr>
            <a:lvl8pPr marL="0" lvl="7" indent="0" algn="r">
              <a:spcBef>
                <a:spcPts val="0"/>
              </a:spcBef>
              <a:buNone/>
              <a:defRPr sz="2450" b="0" i="0" u="none" strike="noStrike" cap="none">
                <a:solidFill>
                  <a:srgbClr val="888888"/>
                </a:solidFill>
                <a:latin typeface="Calibri"/>
                <a:ea typeface="Calibri"/>
                <a:cs typeface="Calibri"/>
                <a:sym typeface="Calibri"/>
              </a:defRPr>
            </a:lvl8pPr>
            <a:lvl9pPr marL="0" lvl="8" indent="0" algn="r">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2600327" y="14102085"/>
            <a:ext cx="27980639" cy="4358640"/>
          </a:xfrm>
          <a:prstGeom prst="rect">
            <a:avLst/>
          </a:prstGeom>
          <a:noFill/>
          <a:ln>
            <a:noFill/>
          </a:ln>
        </p:spPr>
        <p:txBody>
          <a:bodyPr spcFirstLastPara="1" wrap="square" lIns="376100" tIns="188050" rIns="376100" bIns="188050" anchor="t" anchorCtr="0">
            <a:normAutofit/>
          </a:bodyPr>
          <a:lstStyle>
            <a:lvl1pPr lvl="0" algn="l">
              <a:spcBef>
                <a:spcPts val="0"/>
              </a:spcBef>
              <a:spcAft>
                <a:spcPts val="0"/>
              </a:spcAft>
              <a:buClr>
                <a:schemeClr val="dk1"/>
              </a:buClr>
              <a:buSzPts val="8250"/>
              <a:buFont typeface="Calibri"/>
              <a:buNone/>
              <a:defRPr sz="825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body" idx="1"/>
          </p:nvPr>
        </p:nvSpPr>
        <p:spPr>
          <a:xfrm>
            <a:off x="2600327" y="9301483"/>
            <a:ext cx="27980639" cy="4800598"/>
          </a:xfrm>
          <a:prstGeom prst="rect">
            <a:avLst/>
          </a:prstGeom>
          <a:noFill/>
          <a:ln>
            <a:noFill/>
          </a:ln>
        </p:spPr>
        <p:txBody>
          <a:bodyPr spcFirstLastPara="1" wrap="square" lIns="376100" tIns="188050" rIns="376100" bIns="188050" anchor="b" anchorCtr="0">
            <a:normAutofit/>
          </a:bodyPr>
          <a:lstStyle>
            <a:lvl1pPr marL="457200" lvl="0" indent="-228600" algn="l">
              <a:spcBef>
                <a:spcPts val="820"/>
              </a:spcBef>
              <a:spcAft>
                <a:spcPts val="0"/>
              </a:spcAft>
              <a:buClr>
                <a:srgbClr val="888888"/>
              </a:buClr>
              <a:buSzPts val="4100"/>
              <a:buNone/>
              <a:defRPr sz="4100">
                <a:solidFill>
                  <a:srgbClr val="888888"/>
                </a:solidFill>
              </a:defRPr>
            </a:lvl1pPr>
            <a:lvl2pPr marL="914400" lvl="1" indent="-228600" algn="l">
              <a:spcBef>
                <a:spcPts val="740"/>
              </a:spcBef>
              <a:spcAft>
                <a:spcPts val="0"/>
              </a:spcAft>
              <a:buClr>
                <a:srgbClr val="888888"/>
              </a:buClr>
              <a:buSzPts val="3700"/>
              <a:buNone/>
              <a:defRPr sz="3700">
                <a:solidFill>
                  <a:srgbClr val="888888"/>
                </a:solidFill>
              </a:defRPr>
            </a:lvl2pPr>
            <a:lvl3pPr marL="1371600" lvl="2" indent="-228600" algn="l">
              <a:spcBef>
                <a:spcPts val="660"/>
              </a:spcBef>
              <a:spcAft>
                <a:spcPts val="0"/>
              </a:spcAft>
              <a:buClr>
                <a:srgbClr val="888888"/>
              </a:buClr>
              <a:buSzPts val="3300"/>
              <a:buNone/>
              <a:defRPr sz="3300">
                <a:solidFill>
                  <a:srgbClr val="888888"/>
                </a:solidFill>
              </a:defRPr>
            </a:lvl3pPr>
            <a:lvl4pPr marL="1828800" lvl="3" indent="-228600" algn="l">
              <a:spcBef>
                <a:spcPts val="580"/>
              </a:spcBef>
              <a:spcAft>
                <a:spcPts val="0"/>
              </a:spcAft>
              <a:buClr>
                <a:srgbClr val="888888"/>
              </a:buClr>
              <a:buSzPts val="2900"/>
              <a:buNone/>
              <a:defRPr sz="2900">
                <a:solidFill>
                  <a:srgbClr val="888888"/>
                </a:solidFill>
              </a:defRPr>
            </a:lvl4pPr>
            <a:lvl5pPr marL="2286000" lvl="4" indent="-228600" algn="l">
              <a:spcBef>
                <a:spcPts val="580"/>
              </a:spcBef>
              <a:spcAft>
                <a:spcPts val="0"/>
              </a:spcAft>
              <a:buClr>
                <a:srgbClr val="888888"/>
              </a:buClr>
              <a:buSzPts val="2900"/>
              <a:buNone/>
              <a:defRPr sz="2900">
                <a:solidFill>
                  <a:srgbClr val="888888"/>
                </a:solidFill>
              </a:defRPr>
            </a:lvl5pPr>
            <a:lvl6pPr marL="2743200" lvl="5" indent="-228600" algn="l">
              <a:spcBef>
                <a:spcPts val="580"/>
              </a:spcBef>
              <a:spcAft>
                <a:spcPts val="0"/>
              </a:spcAft>
              <a:buClr>
                <a:srgbClr val="888888"/>
              </a:buClr>
              <a:buSzPts val="2900"/>
              <a:buNone/>
              <a:defRPr sz="2900">
                <a:solidFill>
                  <a:srgbClr val="888888"/>
                </a:solidFill>
              </a:defRPr>
            </a:lvl6pPr>
            <a:lvl7pPr marL="3200400" lvl="6" indent="-228600" algn="l">
              <a:spcBef>
                <a:spcPts val="580"/>
              </a:spcBef>
              <a:spcAft>
                <a:spcPts val="0"/>
              </a:spcAft>
              <a:buClr>
                <a:srgbClr val="888888"/>
              </a:buClr>
              <a:buSzPts val="2900"/>
              <a:buNone/>
              <a:defRPr sz="2900">
                <a:solidFill>
                  <a:srgbClr val="888888"/>
                </a:solidFill>
              </a:defRPr>
            </a:lvl7pPr>
            <a:lvl8pPr marL="3657600" lvl="7" indent="-228600" algn="l">
              <a:spcBef>
                <a:spcPts val="580"/>
              </a:spcBef>
              <a:spcAft>
                <a:spcPts val="0"/>
              </a:spcAft>
              <a:buClr>
                <a:srgbClr val="888888"/>
              </a:buClr>
              <a:buSzPts val="2900"/>
              <a:buNone/>
              <a:defRPr sz="2900">
                <a:solidFill>
                  <a:srgbClr val="888888"/>
                </a:solidFill>
              </a:defRPr>
            </a:lvl8pPr>
            <a:lvl9pPr marL="4114800" lvl="8" indent="-228600" algn="l">
              <a:spcBef>
                <a:spcPts val="580"/>
              </a:spcBef>
              <a:spcAft>
                <a:spcPts val="0"/>
              </a:spcAft>
              <a:buClr>
                <a:srgbClr val="888888"/>
              </a:buClr>
              <a:buSzPts val="2900"/>
              <a:buNone/>
              <a:defRPr sz="2900">
                <a:solidFill>
                  <a:srgbClr val="888888"/>
                </a:solidFill>
              </a:defRPr>
            </a:lvl9pPr>
          </a:lstStyle>
          <a:p>
            <a:endParaRPr/>
          </a:p>
        </p:txBody>
      </p:sp>
      <p:sp>
        <p:nvSpPr>
          <p:cNvPr id="31" name="Google Shape;31;p4"/>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lvl="0" indent="0" algn="r">
              <a:spcBef>
                <a:spcPts val="0"/>
              </a:spcBef>
              <a:buNone/>
              <a:defRPr sz="2450" b="0" i="0" u="none" strike="noStrike" cap="none">
                <a:solidFill>
                  <a:srgbClr val="888888"/>
                </a:solidFill>
                <a:latin typeface="Calibri"/>
                <a:ea typeface="Calibri"/>
                <a:cs typeface="Calibri"/>
                <a:sym typeface="Calibri"/>
              </a:defRPr>
            </a:lvl1pPr>
            <a:lvl2pPr marL="0" lvl="1" indent="0" algn="r">
              <a:spcBef>
                <a:spcPts val="0"/>
              </a:spcBef>
              <a:buNone/>
              <a:defRPr sz="2450" b="0" i="0" u="none" strike="noStrike" cap="none">
                <a:solidFill>
                  <a:srgbClr val="888888"/>
                </a:solidFill>
                <a:latin typeface="Calibri"/>
                <a:ea typeface="Calibri"/>
                <a:cs typeface="Calibri"/>
                <a:sym typeface="Calibri"/>
              </a:defRPr>
            </a:lvl2pPr>
            <a:lvl3pPr marL="0" lvl="2" indent="0" algn="r">
              <a:spcBef>
                <a:spcPts val="0"/>
              </a:spcBef>
              <a:buNone/>
              <a:defRPr sz="2450" b="0" i="0" u="none" strike="noStrike" cap="none">
                <a:solidFill>
                  <a:srgbClr val="888888"/>
                </a:solidFill>
                <a:latin typeface="Calibri"/>
                <a:ea typeface="Calibri"/>
                <a:cs typeface="Calibri"/>
                <a:sym typeface="Calibri"/>
              </a:defRPr>
            </a:lvl3pPr>
            <a:lvl4pPr marL="0" lvl="3" indent="0" algn="r">
              <a:spcBef>
                <a:spcPts val="0"/>
              </a:spcBef>
              <a:buNone/>
              <a:defRPr sz="2450" b="0" i="0" u="none" strike="noStrike" cap="none">
                <a:solidFill>
                  <a:srgbClr val="888888"/>
                </a:solidFill>
                <a:latin typeface="Calibri"/>
                <a:ea typeface="Calibri"/>
                <a:cs typeface="Calibri"/>
                <a:sym typeface="Calibri"/>
              </a:defRPr>
            </a:lvl4pPr>
            <a:lvl5pPr marL="0" lvl="4" indent="0" algn="r">
              <a:spcBef>
                <a:spcPts val="0"/>
              </a:spcBef>
              <a:buNone/>
              <a:defRPr sz="2450" b="0" i="0" u="none" strike="noStrike" cap="none">
                <a:solidFill>
                  <a:srgbClr val="888888"/>
                </a:solidFill>
                <a:latin typeface="Calibri"/>
                <a:ea typeface="Calibri"/>
                <a:cs typeface="Calibri"/>
                <a:sym typeface="Calibri"/>
              </a:defRPr>
            </a:lvl5pPr>
            <a:lvl6pPr marL="0" lvl="5" indent="0" algn="r">
              <a:spcBef>
                <a:spcPts val="0"/>
              </a:spcBef>
              <a:buNone/>
              <a:defRPr sz="2450" b="0" i="0" u="none" strike="noStrike" cap="none">
                <a:solidFill>
                  <a:srgbClr val="888888"/>
                </a:solidFill>
                <a:latin typeface="Calibri"/>
                <a:ea typeface="Calibri"/>
                <a:cs typeface="Calibri"/>
                <a:sym typeface="Calibri"/>
              </a:defRPr>
            </a:lvl6pPr>
            <a:lvl7pPr marL="0" lvl="6" indent="0" algn="r">
              <a:spcBef>
                <a:spcPts val="0"/>
              </a:spcBef>
              <a:buNone/>
              <a:defRPr sz="2450" b="0" i="0" u="none" strike="noStrike" cap="none">
                <a:solidFill>
                  <a:srgbClr val="888888"/>
                </a:solidFill>
                <a:latin typeface="Calibri"/>
                <a:ea typeface="Calibri"/>
                <a:cs typeface="Calibri"/>
                <a:sym typeface="Calibri"/>
              </a:defRPr>
            </a:lvl7pPr>
            <a:lvl8pPr marL="0" lvl="7" indent="0" algn="r">
              <a:spcBef>
                <a:spcPts val="0"/>
              </a:spcBef>
              <a:buNone/>
              <a:defRPr sz="2450" b="0" i="0" u="none" strike="noStrike" cap="none">
                <a:solidFill>
                  <a:srgbClr val="888888"/>
                </a:solidFill>
                <a:latin typeface="Calibri"/>
                <a:ea typeface="Calibri"/>
                <a:cs typeface="Calibri"/>
                <a:sym typeface="Calibri"/>
              </a:defRPr>
            </a:lvl8pPr>
            <a:lvl9pPr marL="0" lvl="8" indent="0" algn="r">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1645921" y="878842"/>
            <a:ext cx="29626561" cy="3657600"/>
          </a:xfrm>
          <a:prstGeom prst="rect">
            <a:avLst/>
          </a:prstGeom>
          <a:noFill/>
          <a:ln>
            <a:noFill/>
          </a:ln>
        </p:spPr>
        <p:txBody>
          <a:bodyPr spcFirstLastPara="1" wrap="square" lIns="376100" tIns="188050" rIns="376100" bIns="1880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1645921" y="5120642"/>
            <a:ext cx="14538961" cy="14483082"/>
          </a:xfrm>
          <a:prstGeom prst="rect">
            <a:avLst/>
          </a:prstGeom>
          <a:noFill/>
          <a:ln>
            <a:noFill/>
          </a:ln>
        </p:spPr>
        <p:txBody>
          <a:bodyPr spcFirstLastPara="1" wrap="square" lIns="376100" tIns="188050" rIns="376100" bIns="188050" anchor="t" anchorCtr="0">
            <a:normAutofit/>
          </a:bodyPr>
          <a:lstStyle>
            <a:lvl1pPr marL="457200" lvl="0" indent="-593725" algn="l">
              <a:spcBef>
                <a:spcPts val="1150"/>
              </a:spcBef>
              <a:spcAft>
                <a:spcPts val="0"/>
              </a:spcAft>
              <a:buClr>
                <a:schemeClr val="dk1"/>
              </a:buClr>
              <a:buSzPts val="5750"/>
              <a:buChar char="•"/>
              <a:defRPr sz="5750"/>
            </a:lvl1pPr>
            <a:lvl2pPr marL="914400" lvl="1" indent="-542925" algn="l">
              <a:spcBef>
                <a:spcPts val="990"/>
              </a:spcBef>
              <a:spcAft>
                <a:spcPts val="0"/>
              </a:spcAft>
              <a:buClr>
                <a:schemeClr val="dk1"/>
              </a:buClr>
              <a:buSzPts val="4950"/>
              <a:buChar char="–"/>
              <a:defRPr sz="4950"/>
            </a:lvl2pPr>
            <a:lvl3pPr marL="1371600" lvl="2" indent="-488950" algn="l">
              <a:spcBef>
                <a:spcPts val="820"/>
              </a:spcBef>
              <a:spcAft>
                <a:spcPts val="0"/>
              </a:spcAft>
              <a:buClr>
                <a:schemeClr val="dk1"/>
              </a:buClr>
              <a:buSzPts val="4100"/>
              <a:buChar char="•"/>
              <a:defRPr sz="4100"/>
            </a:lvl3pPr>
            <a:lvl4pPr marL="1828800" lvl="3" indent="-463550" algn="l">
              <a:spcBef>
                <a:spcPts val="740"/>
              </a:spcBef>
              <a:spcAft>
                <a:spcPts val="0"/>
              </a:spcAft>
              <a:buClr>
                <a:schemeClr val="dk1"/>
              </a:buClr>
              <a:buSzPts val="3700"/>
              <a:buChar char="–"/>
              <a:defRPr sz="3700"/>
            </a:lvl4pPr>
            <a:lvl5pPr marL="2286000" lvl="4" indent="-463550" algn="l">
              <a:spcBef>
                <a:spcPts val="740"/>
              </a:spcBef>
              <a:spcAft>
                <a:spcPts val="0"/>
              </a:spcAft>
              <a:buClr>
                <a:schemeClr val="dk1"/>
              </a:buClr>
              <a:buSzPts val="3700"/>
              <a:buChar char="»"/>
              <a:defRPr sz="3700"/>
            </a:lvl5pPr>
            <a:lvl6pPr marL="2743200" lvl="5" indent="-463550" algn="l">
              <a:spcBef>
                <a:spcPts val="740"/>
              </a:spcBef>
              <a:spcAft>
                <a:spcPts val="0"/>
              </a:spcAft>
              <a:buClr>
                <a:schemeClr val="dk1"/>
              </a:buClr>
              <a:buSzPts val="3700"/>
              <a:buChar char="•"/>
              <a:defRPr sz="3700"/>
            </a:lvl6pPr>
            <a:lvl7pPr marL="3200400" lvl="6" indent="-463550" algn="l">
              <a:spcBef>
                <a:spcPts val="740"/>
              </a:spcBef>
              <a:spcAft>
                <a:spcPts val="0"/>
              </a:spcAft>
              <a:buClr>
                <a:schemeClr val="dk1"/>
              </a:buClr>
              <a:buSzPts val="3700"/>
              <a:buChar char="•"/>
              <a:defRPr sz="3700"/>
            </a:lvl7pPr>
            <a:lvl8pPr marL="3657600" lvl="7" indent="-463550" algn="l">
              <a:spcBef>
                <a:spcPts val="740"/>
              </a:spcBef>
              <a:spcAft>
                <a:spcPts val="0"/>
              </a:spcAft>
              <a:buClr>
                <a:schemeClr val="dk1"/>
              </a:buClr>
              <a:buSzPts val="3700"/>
              <a:buChar char="•"/>
              <a:defRPr sz="3700"/>
            </a:lvl8pPr>
            <a:lvl9pPr marL="4114800" lvl="8" indent="-463550" algn="l">
              <a:spcBef>
                <a:spcPts val="740"/>
              </a:spcBef>
              <a:spcAft>
                <a:spcPts val="0"/>
              </a:spcAft>
              <a:buClr>
                <a:schemeClr val="dk1"/>
              </a:buClr>
              <a:buSzPts val="3700"/>
              <a:buChar char="•"/>
              <a:defRPr sz="3700"/>
            </a:lvl9pPr>
          </a:lstStyle>
          <a:p>
            <a:endParaRPr/>
          </a:p>
        </p:txBody>
      </p:sp>
      <p:sp>
        <p:nvSpPr>
          <p:cNvPr id="37" name="Google Shape;37;p5"/>
          <p:cNvSpPr txBox="1">
            <a:spLocks noGrp="1"/>
          </p:cNvSpPr>
          <p:nvPr>
            <p:ph type="body" idx="2"/>
          </p:nvPr>
        </p:nvSpPr>
        <p:spPr>
          <a:xfrm>
            <a:off x="16733521" y="5120642"/>
            <a:ext cx="14538961" cy="14483082"/>
          </a:xfrm>
          <a:prstGeom prst="rect">
            <a:avLst/>
          </a:prstGeom>
          <a:noFill/>
          <a:ln>
            <a:noFill/>
          </a:ln>
        </p:spPr>
        <p:txBody>
          <a:bodyPr spcFirstLastPara="1" wrap="square" lIns="376100" tIns="188050" rIns="376100" bIns="188050" anchor="t" anchorCtr="0">
            <a:normAutofit/>
          </a:bodyPr>
          <a:lstStyle>
            <a:lvl1pPr marL="457200" lvl="0" indent="-593725" algn="l">
              <a:spcBef>
                <a:spcPts val="1150"/>
              </a:spcBef>
              <a:spcAft>
                <a:spcPts val="0"/>
              </a:spcAft>
              <a:buClr>
                <a:schemeClr val="dk1"/>
              </a:buClr>
              <a:buSzPts val="5750"/>
              <a:buChar char="•"/>
              <a:defRPr sz="5750"/>
            </a:lvl1pPr>
            <a:lvl2pPr marL="914400" lvl="1" indent="-542925" algn="l">
              <a:spcBef>
                <a:spcPts val="990"/>
              </a:spcBef>
              <a:spcAft>
                <a:spcPts val="0"/>
              </a:spcAft>
              <a:buClr>
                <a:schemeClr val="dk1"/>
              </a:buClr>
              <a:buSzPts val="4950"/>
              <a:buChar char="–"/>
              <a:defRPr sz="4950"/>
            </a:lvl2pPr>
            <a:lvl3pPr marL="1371600" lvl="2" indent="-488950" algn="l">
              <a:spcBef>
                <a:spcPts val="820"/>
              </a:spcBef>
              <a:spcAft>
                <a:spcPts val="0"/>
              </a:spcAft>
              <a:buClr>
                <a:schemeClr val="dk1"/>
              </a:buClr>
              <a:buSzPts val="4100"/>
              <a:buChar char="•"/>
              <a:defRPr sz="4100"/>
            </a:lvl3pPr>
            <a:lvl4pPr marL="1828800" lvl="3" indent="-463550" algn="l">
              <a:spcBef>
                <a:spcPts val="740"/>
              </a:spcBef>
              <a:spcAft>
                <a:spcPts val="0"/>
              </a:spcAft>
              <a:buClr>
                <a:schemeClr val="dk1"/>
              </a:buClr>
              <a:buSzPts val="3700"/>
              <a:buChar char="–"/>
              <a:defRPr sz="3700"/>
            </a:lvl4pPr>
            <a:lvl5pPr marL="2286000" lvl="4" indent="-463550" algn="l">
              <a:spcBef>
                <a:spcPts val="740"/>
              </a:spcBef>
              <a:spcAft>
                <a:spcPts val="0"/>
              </a:spcAft>
              <a:buClr>
                <a:schemeClr val="dk1"/>
              </a:buClr>
              <a:buSzPts val="3700"/>
              <a:buChar char="»"/>
              <a:defRPr sz="3700"/>
            </a:lvl5pPr>
            <a:lvl6pPr marL="2743200" lvl="5" indent="-463550" algn="l">
              <a:spcBef>
                <a:spcPts val="740"/>
              </a:spcBef>
              <a:spcAft>
                <a:spcPts val="0"/>
              </a:spcAft>
              <a:buClr>
                <a:schemeClr val="dk1"/>
              </a:buClr>
              <a:buSzPts val="3700"/>
              <a:buChar char="•"/>
              <a:defRPr sz="3700"/>
            </a:lvl6pPr>
            <a:lvl7pPr marL="3200400" lvl="6" indent="-463550" algn="l">
              <a:spcBef>
                <a:spcPts val="740"/>
              </a:spcBef>
              <a:spcAft>
                <a:spcPts val="0"/>
              </a:spcAft>
              <a:buClr>
                <a:schemeClr val="dk1"/>
              </a:buClr>
              <a:buSzPts val="3700"/>
              <a:buChar char="•"/>
              <a:defRPr sz="3700"/>
            </a:lvl7pPr>
            <a:lvl8pPr marL="3657600" lvl="7" indent="-463550" algn="l">
              <a:spcBef>
                <a:spcPts val="740"/>
              </a:spcBef>
              <a:spcAft>
                <a:spcPts val="0"/>
              </a:spcAft>
              <a:buClr>
                <a:schemeClr val="dk1"/>
              </a:buClr>
              <a:buSzPts val="3700"/>
              <a:buChar char="•"/>
              <a:defRPr sz="3700"/>
            </a:lvl8pPr>
            <a:lvl9pPr marL="4114800" lvl="8" indent="-463550" algn="l">
              <a:spcBef>
                <a:spcPts val="740"/>
              </a:spcBef>
              <a:spcAft>
                <a:spcPts val="0"/>
              </a:spcAft>
              <a:buClr>
                <a:schemeClr val="dk1"/>
              </a:buClr>
              <a:buSzPts val="3700"/>
              <a:buChar char="•"/>
              <a:defRPr sz="3700"/>
            </a:lvl9pPr>
          </a:lstStyle>
          <a:p>
            <a:endParaRPr/>
          </a:p>
        </p:txBody>
      </p:sp>
      <p:sp>
        <p:nvSpPr>
          <p:cNvPr id="38" name="Google Shape;38;p5"/>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lvl="0" indent="0" algn="r">
              <a:spcBef>
                <a:spcPts val="0"/>
              </a:spcBef>
              <a:buNone/>
              <a:defRPr sz="2450" b="0" i="0" u="none" strike="noStrike" cap="none">
                <a:solidFill>
                  <a:srgbClr val="888888"/>
                </a:solidFill>
                <a:latin typeface="Calibri"/>
                <a:ea typeface="Calibri"/>
                <a:cs typeface="Calibri"/>
                <a:sym typeface="Calibri"/>
              </a:defRPr>
            </a:lvl1pPr>
            <a:lvl2pPr marL="0" lvl="1" indent="0" algn="r">
              <a:spcBef>
                <a:spcPts val="0"/>
              </a:spcBef>
              <a:buNone/>
              <a:defRPr sz="2450" b="0" i="0" u="none" strike="noStrike" cap="none">
                <a:solidFill>
                  <a:srgbClr val="888888"/>
                </a:solidFill>
                <a:latin typeface="Calibri"/>
                <a:ea typeface="Calibri"/>
                <a:cs typeface="Calibri"/>
                <a:sym typeface="Calibri"/>
              </a:defRPr>
            </a:lvl2pPr>
            <a:lvl3pPr marL="0" lvl="2" indent="0" algn="r">
              <a:spcBef>
                <a:spcPts val="0"/>
              </a:spcBef>
              <a:buNone/>
              <a:defRPr sz="2450" b="0" i="0" u="none" strike="noStrike" cap="none">
                <a:solidFill>
                  <a:srgbClr val="888888"/>
                </a:solidFill>
                <a:latin typeface="Calibri"/>
                <a:ea typeface="Calibri"/>
                <a:cs typeface="Calibri"/>
                <a:sym typeface="Calibri"/>
              </a:defRPr>
            </a:lvl3pPr>
            <a:lvl4pPr marL="0" lvl="3" indent="0" algn="r">
              <a:spcBef>
                <a:spcPts val="0"/>
              </a:spcBef>
              <a:buNone/>
              <a:defRPr sz="2450" b="0" i="0" u="none" strike="noStrike" cap="none">
                <a:solidFill>
                  <a:srgbClr val="888888"/>
                </a:solidFill>
                <a:latin typeface="Calibri"/>
                <a:ea typeface="Calibri"/>
                <a:cs typeface="Calibri"/>
                <a:sym typeface="Calibri"/>
              </a:defRPr>
            </a:lvl4pPr>
            <a:lvl5pPr marL="0" lvl="4" indent="0" algn="r">
              <a:spcBef>
                <a:spcPts val="0"/>
              </a:spcBef>
              <a:buNone/>
              <a:defRPr sz="2450" b="0" i="0" u="none" strike="noStrike" cap="none">
                <a:solidFill>
                  <a:srgbClr val="888888"/>
                </a:solidFill>
                <a:latin typeface="Calibri"/>
                <a:ea typeface="Calibri"/>
                <a:cs typeface="Calibri"/>
                <a:sym typeface="Calibri"/>
              </a:defRPr>
            </a:lvl5pPr>
            <a:lvl6pPr marL="0" lvl="5" indent="0" algn="r">
              <a:spcBef>
                <a:spcPts val="0"/>
              </a:spcBef>
              <a:buNone/>
              <a:defRPr sz="2450" b="0" i="0" u="none" strike="noStrike" cap="none">
                <a:solidFill>
                  <a:srgbClr val="888888"/>
                </a:solidFill>
                <a:latin typeface="Calibri"/>
                <a:ea typeface="Calibri"/>
                <a:cs typeface="Calibri"/>
                <a:sym typeface="Calibri"/>
              </a:defRPr>
            </a:lvl6pPr>
            <a:lvl7pPr marL="0" lvl="6" indent="0" algn="r">
              <a:spcBef>
                <a:spcPts val="0"/>
              </a:spcBef>
              <a:buNone/>
              <a:defRPr sz="2450" b="0" i="0" u="none" strike="noStrike" cap="none">
                <a:solidFill>
                  <a:srgbClr val="888888"/>
                </a:solidFill>
                <a:latin typeface="Calibri"/>
                <a:ea typeface="Calibri"/>
                <a:cs typeface="Calibri"/>
                <a:sym typeface="Calibri"/>
              </a:defRPr>
            </a:lvl7pPr>
            <a:lvl8pPr marL="0" lvl="7" indent="0" algn="r">
              <a:spcBef>
                <a:spcPts val="0"/>
              </a:spcBef>
              <a:buNone/>
              <a:defRPr sz="2450" b="0" i="0" u="none" strike="noStrike" cap="none">
                <a:solidFill>
                  <a:srgbClr val="888888"/>
                </a:solidFill>
                <a:latin typeface="Calibri"/>
                <a:ea typeface="Calibri"/>
                <a:cs typeface="Calibri"/>
                <a:sym typeface="Calibri"/>
              </a:defRPr>
            </a:lvl8pPr>
            <a:lvl9pPr marL="0" lvl="8" indent="0" algn="r">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1645921" y="878842"/>
            <a:ext cx="29626561" cy="3657600"/>
          </a:xfrm>
          <a:prstGeom prst="rect">
            <a:avLst/>
          </a:prstGeom>
          <a:noFill/>
          <a:ln>
            <a:noFill/>
          </a:ln>
        </p:spPr>
        <p:txBody>
          <a:bodyPr spcFirstLastPara="1" wrap="square" lIns="376100" tIns="188050" rIns="376100" bIns="188050" anchor="ctr" anchorCtr="0">
            <a:normAutofit/>
          </a:bodyPr>
          <a:lstStyle>
            <a:lvl1pPr lvl="0" algn="ctr">
              <a:spcBef>
                <a:spcPts val="0"/>
              </a:spcBef>
              <a:spcAft>
                <a:spcPts val="0"/>
              </a:spcAft>
              <a:buClr>
                <a:schemeClr val="dk1"/>
              </a:buClr>
              <a:buSzPts val="905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1645926" y="4912362"/>
            <a:ext cx="14544677" cy="2047238"/>
          </a:xfrm>
          <a:prstGeom prst="rect">
            <a:avLst/>
          </a:prstGeom>
          <a:noFill/>
          <a:ln>
            <a:noFill/>
          </a:ln>
        </p:spPr>
        <p:txBody>
          <a:bodyPr spcFirstLastPara="1" wrap="square" lIns="376100" tIns="188050" rIns="376100" bIns="188050" anchor="b" anchorCtr="0">
            <a:normAutofit/>
          </a:bodyPr>
          <a:lstStyle>
            <a:lvl1pPr marL="457200" lvl="0" indent="-228600" algn="l">
              <a:spcBef>
                <a:spcPts val="990"/>
              </a:spcBef>
              <a:spcAft>
                <a:spcPts val="0"/>
              </a:spcAft>
              <a:buClr>
                <a:schemeClr val="dk1"/>
              </a:buClr>
              <a:buSzPts val="4950"/>
              <a:buNone/>
              <a:defRPr sz="4950" b="1"/>
            </a:lvl1pPr>
            <a:lvl2pPr marL="914400" lvl="1" indent="-228600" algn="l">
              <a:spcBef>
                <a:spcPts val="820"/>
              </a:spcBef>
              <a:spcAft>
                <a:spcPts val="0"/>
              </a:spcAft>
              <a:buClr>
                <a:schemeClr val="dk1"/>
              </a:buClr>
              <a:buSzPts val="4100"/>
              <a:buNone/>
              <a:defRPr sz="4100" b="1"/>
            </a:lvl2pPr>
            <a:lvl3pPr marL="1371600" lvl="2" indent="-228600" algn="l">
              <a:spcBef>
                <a:spcPts val="740"/>
              </a:spcBef>
              <a:spcAft>
                <a:spcPts val="0"/>
              </a:spcAft>
              <a:buClr>
                <a:schemeClr val="dk1"/>
              </a:buClr>
              <a:buSzPts val="3700"/>
              <a:buNone/>
              <a:defRPr sz="3700" b="1"/>
            </a:lvl3pPr>
            <a:lvl4pPr marL="1828800" lvl="3" indent="-228600" algn="l">
              <a:spcBef>
                <a:spcPts val="660"/>
              </a:spcBef>
              <a:spcAft>
                <a:spcPts val="0"/>
              </a:spcAft>
              <a:buClr>
                <a:schemeClr val="dk1"/>
              </a:buClr>
              <a:buSzPts val="3300"/>
              <a:buNone/>
              <a:defRPr sz="3300" b="1"/>
            </a:lvl4pPr>
            <a:lvl5pPr marL="2286000" lvl="4" indent="-228600" algn="l">
              <a:spcBef>
                <a:spcPts val="660"/>
              </a:spcBef>
              <a:spcAft>
                <a:spcPts val="0"/>
              </a:spcAft>
              <a:buClr>
                <a:schemeClr val="dk1"/>
              </a:buClr>
              <a:buSzPts val="3300"/>
              <a:buNone/>
              <a:defRPr sz="3300" b="1"/>
            </a:lvl5pPr>
            <a:lvl6pPr marL="2743200" lvl="5" indent="-228600" algn="l">
              <a:spcBef>
                <a:spcPts val="660"/>
              </a:spcBef>
              <a:spcAft>
                <a:spcPts val="0"/>
              </a:spcAft>
              <a:buClr>
                <a:schemeClr val="dk1"/>
              </a:buClr>
              <a:buSzPts val="3300"/>
              <a:buNone/>
              <a:defRPr sz="3300" b="1"/>
            </a:lvl6pPr>
            <a:lvl7pPr marL="3200400" lvl="6" indent="-228600" algn="l">
              <a:spcBef>
                <a:spcPts val="660"/>
              </a:spcBef>
              <a:spcAft>
                <a:spcPts val="0"/>
              </a:spcAft>
              <a:buClr>
                <a:schemeClr val="dk1"/>
              </a:buClr>
              <a:buSzPts val="3300"/>
              <a:buNone/>
              <a:defRPr sz="3300" b="1"/>
            </a:lvl7pPr>
            <a:lvl8pPr marL="3657600" lvl="7" indent="-228600" algn="l">
              <a:spcBef>
                <a:spcPts val="660"/>
              </a:spcBef>
              <a:spcAft>
                <a:spcPts val="0"/>
              </a:spcAft>
              <a:buClr>
                <a:schemeClr val="dk1"/>
              </a:buClr>
              <a:buSzPts val="3300"/>
              <a:buNone/>
              <a:defRPr sz="3300" b="1"/>
            </a:lvl8pPr>
            <a:lvl9pPr marL="4114800" lvl="8" indent="-228600" algn="l">
              <a:spcBef>
                <a:spcPts val="660"/>
              </a:spcBef>
              <a:spcAft>
                <a:spcPts val="0"/>
              </a:spcAft>
              <a:buClr>
                <a:schemeClr val="dk1"/>
              </a:buClr>
              <a:buSzPts val="3300"/>
              <a:buNone/>
              <a:defRPr sz="3300" b="1"/>
            </a:lvl9pPr>
          </a:lstStyle>
          <a:p>
            <a:endParaRPr/>
          </a:p>
        </p:txBody>
      </p:sp>
      <p:sp>
        <p:nvSpPr>
          <p:cNvPr id="44" name="Google Shape;44;p6"/>
          <p:cNvSpPr txBox="1">
            <a:spLocks noGrp="1"/>
          </p:cNvSpPr>
          <p:nvPr>
            <p:ph type="body" idx="2"/>
          </p:nvPr>
        </p:nvSpPr>
        <p:spPr>
          <a:xfrm>
            <a:off x="1645926" y="6959600"/>
            <a:ext cx="14544677" cy="12644122"/>
          </a:xfrm>
          <a:prstGeom prst="rect">
            <a:avLst/>
          </a:prstGeom>
          <a:noFill/>
          <a:ln>
            <a:noFill/>
          </a:ln>
        </p:spPr>
        <p:txBody>
          <a:bodyPr spcFirstLastPara="1" wrap="square" lIns="376100" tIns="188050" rIns="376100" bIns="188050" anchor="t" anchorCtr="0">
            <a:normAutofit/>
          </a:bodyPr>
          <a:lstStyle>
            <a:lvl1pPr marL="457200" lvl="0" indent="-542925" algn="l">
              <a:spcBef>
                <a:spcPts val="990"/>
              </a:spcBef>
              <a:spcAft>
                <a:spcPts val="0"/>
              </a:spcAft>
              <a:buClr>
                <a:schemeClr val="dk1"/>
              </a:buClr>
              <a:buSzPts val="4950"/>
              <a:buChar char="•"/>
              <a:defRPr sz="4950"/>
            </a:lvl1pPr>
            <a:lvl2pPr marL="914400" lvl="1" indent="-488950" algn="l">
              <a:spcBef>
                <a:spcPts val="820"/>
              </a:spcBef>
              <a:spcAft>
                <a:spcPts val="0"/>
              </a:spcAft>
              <a:buClr>
                <a:schemeClr val="dk1"/>
              </a:buClr>
              <a:buSzPts val="4100"/>
              <a:buChar char="–"/>
              <a:defRPr sz="4100"/>
            </a:lvl2pPr>
            <a:lvl3pPr marL="1371600" lvl="2" indent="-463550" algn="l">
              <a:spcBef>
                <a:spcPts val="740"/>
              </a:spcBef>
              <a:spcAft>
                <a:spcPts val="0"/>
              </a:spcAft>
              <a:buClr>
                <a:schemeClr val="dk1"/>
              </a:buClr>
              <a:buSzPts val="3700"/>
              <a:buChar char="•"/>
              <a:defRPr sz="3700"/>
            </a:lvl3pPr>
            <a:lvl4pPr marL="1828800" lvl="3" indent="-438150" algn="l">
              <a:spcBef>
                <a:spcPts val="660"/>
              </a:spcBef>
              <a:spcAft>
                <a:spcPts val="0"/>
              </a:spcAft>
              <a:buClr>
                <a:schemeClr val="dk1"/>
              </a:buClr>
              <a:buSzPts val="3300"/>
              <a:buChar char="–"/>
              <a:defRPr sz="3300"/>
            </a:lvl4pPr>
            <a:lvl5pPr marL="2286000" lvl="4" indent="-438150" algn="l">
              <a:spcBef>
                <a:spcPts val="660"/>
              </a:spcBef>
              <a:spcAft>
                <a:spcPts val="0"/>
              </a:spcAft>
              <a:buClr>
                <a:schemeClr val="dk1"/>
              </a:buClr>
              <a:buSzPts val="3300"/>
              <a:buChar char="»"/>
              <a:defRPr sz="3300"/>
            </a:lvl5pPr>
            <a:lvl6pPr marL="2743200" lvl="5" indent="-438150" algn="l">
              <a:spcBef>
                <a:spcPts val="660"/>
              </a:spcBef>
              <a:spcAft>
                <a:spcPts val="0"/>
              </a:spcAft>
              <a:buClr>
                <a:schemeClr val="dk1"/>
              </a:buClr>
              <a:buSzPts val="3300"/>
              <a:buChar char="•"/>
              <a:defRPr sz="3300"/>
            </a:lvl6pPr>
            <a:lvl7pPr marL="3200400" lvl="6" indent="-438150" algn="l">
              <a:spcBef>
                <a:spcPts val="660"/>
              </a:spcBef>
              <a:spcAft>
                <a:spcPts val="0"/>
              </a:spcAft>
              <a:buClr>
                <a:schemeClr val="dk1"/>
              </a:buClr>
              <a:buSzPts val="3300"/>
              <a:buChar char="•"/>
              <a:defRPr sz="3300"/>
            </a:lvl7pPr>
            <a:lvl8pPr marL="3657600" lvl="7" indent="-438150" algn="l">
              <a:spcBef>
                <a:spcPts val="660"/>
              </a:spcBef>
              <a:spcAft>
                <a:spcPts val="0"/>
              </a:spcAft>
              <a:buClr>
                <a:schemeClr val="dk1"/>
              </a:buClr>
              <a:buSzPts val="3300"/>
              <a:buChar char="•"/>
              <a:defRPr sz="3300"/>
            </a:lvl8pPr>
            <a:lvl9pPr marL="4114800" lvl="8" indent="-438150" algn="l">
              <a:spcBef>
                <a:spcPts val="660"/>
              </a:spcBef>
              <a:spcAft>
                <a:spcPts val="0"/>
              </a:spcAft>
              <a:buClr>
                <a:schemeClr val="dk1"/>
              </a:buClr>
              <a:buSzPts val="3300"/>
              <a:buChar char="•"/>
              <a:defRPr sz="3300"/>
            </a:lvl9pPr>
          </a:lstStyle>
          <a:p>
            <a:endParaRPr/>
          </a:p>
        </p:txBody>
      </p:sp>
      <p:sp>
        <p:nvSpPr>
          <p:cNvPr id="45" name="Google Shape;45;p6"/>
          <p:cNvSpPr txBox="1">
            <a:spLocks noGrp="1"/>
          </p:cNvSpPr>
          <p:nvPr>
            <p:ph type="body" idx="3"/>
          </p:nvPr>
        </p:nvSpPr>
        <p:spPr>
          <a:xfrm>
            <a:off x="16722092" y="4912362"/>
            <a:ext cx="14550389" cy="2047238"/>
          </a:xfrm>
          <a:prstGeom prst="rect">
            <a:avLst/>
          </a:prstGeom>
          <a:noFill/>
          <a:ln>
            <a:noFill/>
          </a:ln>
        </p:spPr>
        <p:txBody>
          <a:bodyPr spcFirstLastPara="1" wrap="square" lIns="376100" tIns="188050" rIns="376100" bIns="188050" anchor="b" anchorCtr="0">
            <a:normAutofit/>
          </a:bodyPr>
          <a:lstStyle>
            <a:lvl1pPr marL="457200" lvl="0" indent="-228600" algn="l">
              <a:spcBef>
                <a:spcPts val="990"/>
              </a:spcBef>
              <a:spcAft>
                <a:spcPts val="0"/>
              </a:spcAft>
              <a:buClr>
                <a:schemeClr val="dk1"/>
              </a:buClr>
              <a:buSzPts val="4950"/>
              <a:buNone/>
              <a:defRPr sz="4950" b="1"/>
            </a:lvl1pPr>
            <a:lvl2pPr marL="914400" lvl="1" indent="-228600" algn="l">
              <a:spcBef>
                <a:spcPts val="820"/>
              </a:spcBef>
              <a:spcAft>
                <a:spcPts val="0"/>
              </a:spcAft>
              <a:buClr>
                <a:schemeClr val="dk1"/>
              </a:buClr>
              <a:buSzPts val="4100"/>
              <a:buNone/>
              <a:defRPr sz="4100" b="1"/>
            </a:lvl2pPr>
            <a:lvl3pPr marL="1371600" lvl="2" indent="-228600" algn="l">
              <a:spcBef>
                <a:spcPts val="740"/>
              </a:spcBef>
              <a:spcAft>
                <a:spcPts val="0"/>
              </a:spcAft>
              <a:buClr>
                <a:schemeClr val="dk1"/>
              </a:buClr>
              <a:buSzPts val="3700"/>
              <a:buNone/>
              <a:defRPr sz="3700" b="1"/>
            </a:lvl3pPr>
            <a:lvl4pPr marL="1828800" lvl="3" indent="-228600" algn="l">
              <a:spcBef>
                <a:spcPts val="660"/>
              </a:spcBef>
              <a:spcAft>
                <a:spcPts val="0"/>
              </a:spcAft>
              <a:buClr>
                <a:schemeClr val="dk1"/>
              </a:buClr>
              <a:buSzPts val="3300"/>
              <a:buNone/>
              <a:defRPr sz="3300" b="1"/>
            </a:lvl4pPr>
            <a:lvl5pPr marL="2286000" lvl="4" indent="-228600" algn="l">
              <a:spcBef>
                <a:spcPts val="660"/>
              </a:spcBef>
              <a:spcAft>
                <a:spcPts val="0"/>
              </a:spcAft>
              <a:buClr>
                <a:schemeClr val="dk1"/>
              </a:buClr>
              <a:buSzPts val="3300"/>
              <a:buNone/>
              <a:defRPr sz="3300" b="1"/>
            </a:lvl5pPr>
            <a:lvl6pPr marL="2743200" lvl="5" indent="-228600" algn="l">
              <a:spcBef>
                <a:spcPts val="660"/>
              </a:spcBef>
              <a:spcAft>
                <a:spcPts val="0"/>
              </a:spcAft>
              <a:buClr>
                <a:schemeClr val="dk1"/>
              </a:buClr>
              <a:buSzPts val="3300"/>
              <a:buNone/>
              <a:defRPr sz="3300" b="1"/>
            </a:lvl6pPr>
            <a:lvl7pPr marL="3200400" lvl="6" indent="-228600" algn="l">
              <a:spcBef>
                <a:spcPts val="660"/>
              </a:spcBef>
              <a:spcAft>
                <a:spcPts val="0"/>
              </a:spcAft>
              <a:buClr>
                <a:schemeClr val="dk1"/>
              </a:buClr>
              <a:buSzPts val="3300"/>
              <a:buNone/>
              <a:defRPr sz="3300" b="1"/>
            </a:lvl7pPr>
            <a:lvl8pPr marL="3657600" lvl="7" indent="-228600" algn="l">
              <a:spcBef>
                <a:spcPts val="660"/>
              </a:spcBef>
              <a:spcAft>
                <a:spcPts val="0"/>
              </a:spcAft>
              <a:buClr>
                <a:schemeClr val="dk1"/>
              </a:buClr>
              <a:buSzPts val="3300"/>
              <a:buNone/>
              <a:defRPr sz="3300" b="1"/>
            </a:lvl8pPr>
            <a:lvl9pPr marL="4114800" lvl="8" indent="-228600" algn="l">
              <a:spcBef>
                <a:spcPts val="660"/>
              </a:spcBef>
              <a:spcAft>
                <a:spcPts val="0"/>
              </a:spcAft>
              <a:buClr>
                <a:schemeClr val="dk1"/>
              </a:buClr>
              <a:buSzPts val="3300"/>
              <a:buNone/>
              <a:defRPr sz="3300" b="1"/>
            </a:lvl9pPr>
          </a:lstStyle>
          <a:p>
            <a:endParaRPr/>
          </a:p>
        </p:txBody>
      </p:sp>
      <p:sp>
        <p:nvSpPr>
          <p:cNvPr id="46" name="Google Shape;46;p6"/>
          <p:cNvSpPr txBox="1">
            <a:spLocks noGrp="1"/>
          </p:cNvSpPr>
          <p:nvPr>
            <p:ph type="body" idx="4"/>
          </p:nvPr>
        </p:nvSpPr>
        <p:spPr>
          <a:xfrm>
            <a:off x="16722092" y="6959600"/>
            <a:ext cx="14550389" cy="12644122"/>
          </a:xfrm>
          <a:prstGeom prst="rect">
            <a:avLst/>
          </a:prstGeom>
          <a:noFill/>
          <a:ln>
            <a:noFill/>
          </a:ln>
        </p:spPr>
        <p:txBody>
          <a:bodyPr spcFirstLastPara="1" wrap="square" lIns="376100" tIns="188050" rIns="376100" bIns="188050" anchor="t" anchorCtr="0">
            <a:normAutofit/>
          </a:bodyPr>
          <a:lstStyle>
            <a:lvl1pPr marL="457200" lvl="0" indent="-542925" algn="l">
              <a:spcBef>
                <a:spcPts val="990"/>
              </a:spcBef>
              <a:spcAft>
                <a:spcPts val="0"/>
              </a:spcAft>
              <a:buClr>
                <a:schemeClr val="dk1"/>
              </a:buClr>
              <a:buSzPts val="4950"/>
              <a:buChar char="•"/>
              <a:defRPr sz="4950"/>
            </a:lvl1pPr>
            <a:lvl2pPr marL="914400" lvl="1" indent="-488950" algn="l">
              <a:spcBef>
                <a:spcPts val="820"/>
              </a:spcBef>
              <a:spcAft>
                <a:spcPts val="0"/>
              </a:spcAft>
              <a:buClr>
                <a:schemeClr val="dk1"/>
              </a:buClr>
              <a:buSzPts val="4100"/>
              <a:buChar char="–"/>
              <a:defRPr sz="4100"/>
            </a:lvl2pPr>
            <a:lvl3pPr marL="1371600" lvl="2" indent="-463550" algn="l">
              <a:spcBef>
                <a:spcPts val="740"/>
              </a:spcBef>
              <a:spcAft>
                <a:spcPts val="0"/>
              </a:spcAft>
              <a:buClr>
                <a:schemeClr val="dk1"/>
              </a:buClr>
              <a:buSzPts val="3700"/>
              <a:buChar char="•"/>
              <a:defRPr sz="3700"/>
            </a:lvl3pPr>
            <a:lvl4pPr marL="1828800" lvl="3" indent="-438150" algn="l">
              <a:spcBef>
                <a:spcPts val="660"/>
              </a:spcBef>
              <a:spcAft>
                <a:spcPts val="0"/>
              </a:spcAft>
              <a:buClr>
                <a:schemeClr val="dk1"/>
              </a:buClr>
              <a:buSzPts val="3300"/>
              <a:buChar char="–"/>
              <a:defRPr sz="3300"/>
            </a:lvl4pPr>
            <a:lvl5pPr marL="2286000" lvl="4" indent="-438150" algn="l">
              <a:spcBef>
                <a:spcPts val="660"/>
              </a:spcBef>
              <a:spcAft>
                <a:spcPts val="0"/>
              </a:spcAft>
              <a:buClr>
                <a:schemeClr val="dk1"/>
              </a:buClr>
              <a:buSzPts val="3300"/>
              <a:buChar char="»"/>
              <a:defRPr sz="3300"/>
            </a:lvl5pPr>
            <a:lvl6pPr marL="2743200" lvl="5" indent="-438150" algn="l">
              <a:spcBef>
                <a:spcPts val="660"/>
              </a:spcBef>
              <a:spcAft>
                <a:spcPts val="0"/>
              </a:spcAft>
              <a:buClr>
                <a:schemeClr val="dk1"/>
              </a:buClr>
              <a:buSzPts val="3300"/>
              <a:buChar char="•"/>
              <a:defRPr sz="3300"/>
            </a:lvl6pPr>
            <a:lvl7pPr marL="3200400" lvl="6" indent="-438150" algn="l">
              <a:spcBef>
                <a:spcPts val="660"/>
              </a:spcBef>
              <a:spcAft>
                <a:spcPts val="0"/>
              </a:spcAft>
              <a:buClr>
                <a:schemeClr val="dk1"/>
              </a:buClr>
              <a:buSzPts val="3300"/>
              <a:buChar char="•"/>
              <a:defRPr sz="3300"/>
            </a:lvl7pPr>
            <a:lvl8pPr marL="3657600" lvl="7" indent="-438150" algn="l">
              <a:spcBef>
                <a:spcPts val="660"/>
              </a:spcBef>
              <a:spcAft>
                <a:spcPts val="0"/>
              </a:spcAft>
              <a:buClr>
                <a:schemeClr val="dk1"/>
              </a:buClr>
              <a:buSzPts val="3300"/>
              <a:buChar char="•"/>
              <a:defRPr sz="3300"/>
            </a:lvl8pPr>
            <a:lvl9pPr marL="4114800" lvl="8" indent="-438150" algn="l">
              <a:spcBef>
                <a:spcPts val="660"/>
              </a:spcBef>
              <a:spcAft>
                <a:spcPts val="0"/>
              </a:spcAft>
              <a:buClr>
                <a:schemeClr val="dk1"/>
              </a:buClr>
              <a:buSzPts val="3300"/>
              <a:buChar char="•"/>
              <a:defRPr sz="3300"/>
            </a:lvl9pPr>
          </a:lstStyle>
          <a:p>
            <a:endParaRPr/>
          </a:p>
        </p:txBody>
      </p:sp>
      <p:sp>
        <p:nvSpPr>
          <p:cNvPr id="47" name="Google Shape;47;p6"/>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lvl="0" indent="0" algn="r">
              <a:spcBef>
                <a:spcPts val="0"/>
              </a:spcBef>
              <a:buNone/>
              <a:defRPr sz="2450" b="0" i="0" u="none" strike="noStrike" cap="none">
                <a:solidFill>
                  <a:srgbClr val="888888"/>
                </a:solidFill>
                <a:latin typeface="Calibri"/>
                <a:ea typeface="Calibri"/>
                <a:cs typeface="Calibri"/>
                <a:sym typeface="Calibri"/>
              </a:defRPr>
            </a:lvl1pPr>
            <a:lvl2pPr marL="0" lvl="1" indent="0" algn="r">
              <a:spcBef>
                <a:spcPts val="0"/>
              </a:spcBef>
              <a:buNone/>
              <a:defRPr sz="2450" b="0" i="0" u="none" strike="noStrike" cap="none">
                <a:solidFill>
                  <a:srgbClr val="888888"/>
                </a:solidFill>
                <a:latin typeface="Calibri"/>
                <a:ea typeface="Calibri"/>
                <a:cs typeface="Calibri"/>
                <a:sym typeface="Calibri"/>
              </a:defRPr>
            </a:lvl2pPr>
            <a:lvl3pPr marL="0" lvl="2" indent="0" algn="r">
              <a:spcBef>
                <a:spcPts val="0"/>
              </a:spcBef>
              <a:buNone/>
              <a:defRPr sz="2450" b="0" i="0" u="none" strike="noStrike" cap="none">
                <a:solidFill>
                  <a:srgbClr val="888888"/>
                </a:solidFill>
                <a:latin typeface="Calibri"/>
                <a:ea typeface="Calibri"/>
                <a:cs typeface="Calibri"/>
                <a:sym typeface="Calibri"/>
              </a:defRPr>
            </a:lvl3pPr>
            <a:lvl4pPr marL="0" lvl="3" indent="0" algn="r">
              <a:spcBef>
                <a:spcPts val="0"/>
              </a:spcBef>
              <a:buNone/>
              <a:defRPr sz="2450" b="0" i="0" u="none" strike="noStrike" cap="none">
                <a:solidFill>
                  <a:srgbClr val="888888"/>
                </a:solidFill>
                <a:latin typeface="Calibri"/>
                <a:ea typeface="Calibri"/>
                <a:cs typeface="Calibri"/>
                <a:sym typeface="Calibri"/>
              </a:defRPr>
            </a:lvl4pPr>
            <a:lvl5pPr marL="0" lvl="4" indent="0" algn="r">
              <a:spcBef>
                <a:spcPts val="0"/>
              </a:spcBef>
              <a:buNone/>
              <a:defRPr sz="2450" b="0" i="0" u="none" strike="noStrike" cap="none">
                <a:solidFill>
                  <a:srgbClr val="888888"/>
                </a:solidFill>
                <a:latin typeface="Calibri"/>
                <a:ea typeface="Calibri"/>
                <a:cs typeface="Calibri"/>
                <a:sym typeface="Calibri"/>
              </a:defRPr>
            </a:lvl5pPr>
            <a:lvl6pPr marL="0" lvl="5" indent="0" algn="r">
              <a:spcBef>
                <a:spcPts val="0"/>
              </a:spcBef>
              <a:buNone/>
              <a:defRPr sz="2450" b="0" i="0" u="none" strike="noStrike" cap="none">
                <a:solidFill>
                  <a:srgbClr val="888888"/>
                </a:solidFill>
                <a:latin typeface="Calibri"/>
                <a:ea typeface="Calibri"/>
                <a:cs typeface="Calibri"/>
                <a:sym typeface="Calibri"/>
              </a:defRPr>
            </a:lvl6pPr>
            <a:lvl7pPr marL="0" lvl="6" indent="0" algn="r">
              <a:spcBef>
                <a:spcPts val="0"/>
              </a:spcBef>
              <a:buNone/>
              <a:defRPr sz="2450" b="0" i="0" u="none" strike="noStrike" cap="none">
                <a:solidFill>
                  <a:srgbClr val="888888"/>
                </a:solidFill>
                <a:latin typeface="Calibri"/>
                <a:ea typeface="Calibri"/>
                <a:cs typeface="Calibri"/>
                <a:sym typeface="Calibri"/>
              </a:defRPr>
            </a:lvl7pPr>
            <a:lvl8pPr marL="0" lvl="7" indent="0" algn="r">
              <a:spcBef>
                <a:spcPts val="0"/>
              </a:spcBef>
              <a:buNone/>
              <a:defRPr sz="2450" b="0" i="0" u="none" strike="noStrike" cap="none">
                <a:solidFill>
                  <a:srgbClr val="888888"/>
                </a:solidFill>
                <a:latin typeface="Calibri"/>
                <a:ea typeface="Calibri"/>
                <a:cs typeface="Calibri"/>
                <a:sym typeface="Calibri"/>
              </a:defRPr>
            </a:lvl8pPr>
            <a:lvl9pPr marL="0" lvl="8" indent="0" algn="r">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1645921" y="878842"/>
            <a:ext cx="29626561" cy="3657600"/>
          </a:xfrm>
          <a:prstGeom prst="rect">
            <a:avLst/>
          </a:prstGeom>
          <a:noFill/>
          <a:ln>
            <a:noFill/>
          </a:ln>
        </p:spPr>
        <p:txBody>
          <a:bodyPr spcFirstLastPara="1" wrap="square" lIns="376100" tIns="188050" rIns="376100" bIns="1880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lvl="0" indent="0" algn="r">
              <a:spcBef>
                <a:spcPts val="0"/>
              </a:spcBef>
              <a:buNone/>
              <a:defRPr sz="2450" b="0" i="0" u="none" strike="noStrike" cap="none">
                <a:solidFill>
                  <a:srgbClr val="888888"/>
                </a:solidFill>
                <a:latin typeface="Calibri"/>
                <a:ea typeface="Calibri"/>
                <a:cs typeface="Calibri"/>
                <a:sym typeface="Calibri"/>
              </a:defRPr>
            </a:lvl1pPr>
            <a:lvl2pPr marL="0" lvl="1" indent="0" algn="r">
              <a:spcBef>
                <a:spcPts val="0"/>
              </a:spcBef>
              <a:buNone/>
              <a:defRPr sz="2450" b="0" i="0" u="none" strike="noStrike" cap="none">
                <a:solidFill>
                  <a:srgbClr val="888888"/>
                </a:solidFill>
                <a:latin typeface="Calibri"/>
                <a:ea typeface="Calibri"/>
                <a:cs typeface="Calibri"/>
                <a:sym typeface="Calibri"/>
              </a:defRPr>
            </a:lvl2pPr>
            <a:lvl3pPr marL="0" lvl="2" indent="0" algn="r">
              <a:spcBef>
                <a:spcPts val="0"/>
              </a:spcBef>
              <a:buNone/>
              <a:defRPr sz="2450" b="0" i="0" u="none" strike="noStrike" cap="none">
                <a:solidFill>
                  <a:srgbClr val="888888"/>
                </a:solidFill>
                <a:latin typeface="Calibri"/>
                <a:ea typeface="Calibri"/>
                <a:cs typeface="Calibri"/>
                <a:sym typeface="Calibri"/>
              </a:defRPr>
            </a:lvl3pPr>
            <a:lvl4pPr marL="0" lvl="3" indent="0" algn="r">
              <a:spcBef>
                <a:spcPts val="0"/>
              </a:spcBef>
              <a:buNone/>
              <a:defRPr sz="2450" b="0" i="0" u="none" strike="noStrike" cap="none">
                <a:solidFill>
                  <a:srgbClr val="888888"/>
                </a:solidFill>
                <a:latin typeface="Calibri"/>
                <a:ea typeface="Calibri"/>
                <a:cs typeface="Calibri"/>
                <a:sym typeface="Calibri"/>
              </a:defRPr>
            </a:lvl4pPr>
            <a:lvl5pPr marL="0" lvl="4" indent="0" algn="r">
              <a:spcBef>
                <a:spcPts val="0"/>
              </a:spcBef>
              <a:buNone/>
              <a:defRPr sz="2450" b="0" i="0" u="none" strike="noStrike" cap="none">
                <a:solidFill>
                  <a:srgbClr val="888888"/>
                </a:solidFill>
                <a:latin typeface="Calibri"/>
                <a:ea typeface="Calibri"/>
                <a:cs typeface="Calibri"/>
                <a:sym typeface="Calibri"/>
              </a:defRPr>
            </a:lvl5pPr>
            <a:lvl6pPr marL="0" lvl="5" indent="0" algn="r">
              <a:spcBef>
                <a:spcPts val="0"/>
              </a:spcBef>
              <a:buNone/>
              <a:defRPr sz="2450" b="0" i="0" u="none" strike="noStrike" cap="none">
                <a:solidFill>
                  <a:srgbClr val="888888"/>
                </a:solidFill>
                <a:latin typeface="Calibri"/>
                <a:ea typeface="Calibri"/>
                <a:cs typeface="Calibri"/>
                <a:sym typeface="Calibri"/>
              </a:defRPr>
            </a:lvl6pPr>
            <a:lvl7pPr marL="0" lvl="6" indent="0" algn="r">
              <a:spcBef>
                <a:spcPts val="0"/>
              </a:spcBef>
              <a:buNone/>
              <a:defRPr sz="2450" b="0" i="0" u="none" strike="noStrike" cap="none">
                <a:solidFill>
                  <a:srgbClr val="888888"/>
                </a:solidFill>
                <a:latin typeface="Calibri"/>
                <a:ea typeface="Calibri"/>
                <a:cs typeface="Calibri"/>
                <a:sym typeface="Calibri"/>
              </a:defRPr>
            </a:lvl7pPr>
            <a:lvl8pPr marL="0" lvl="7" indent="0" algn="r">
              <a:spcBef>
                <a:spcPts val="0"/>
              </a:spcBef>
              <a:buNone/>
              <a:defRPr sz="2450" b="0" i="0" u="none" strike="noStrike" cap="none">
                <a:solidFill>
                  <a:srgbClr val="888888"/>
                </a:solidFill>
                <a:latin typeface="Calibri"/>
                <a:ea typeface="Calibri"/>
                <a:cs typeface="Calibri"/>
                <a:sym typeface="Calibri"/>
              </a:defRPr>
            </a:lvl8pPr>
            <a:lvl9pPr marL="0" lvl="8" indent="0" algn="r">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8"/>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lvl="0" indent="0" algn="r">
              <a:spcBef>
                <a:spcPts val="0"/>
              </a:spcBef>
              <a:buNone/>
              <a:defRPr sz="2450" b="0" i="0" u="none" strike="noStrike" cap="none">
                <a:solidFill>
                  <a:srgbClr val="888888"/>
                </a:solidFill>
                <a:latin typeface="Calibri"/>
                <a:ea typeface="Calibri"/>
                <a:cs typeface="Calibri"/>
                <a:sym typeface="Calibri"/>
              </a:defRPr>
            </a:lvl1pPr>
            <a:lvl2pPr marL="0" lvl="1" indent="0" algn="r">
              <a:spcBef>
                <a:spcPts val="0"/>
              </a:spcBef>
              <a:buNone/>
              <a:defRPr sz="2450" b="0" i="0" u="none" strike="noStrike" cap="none">
                <a:solidFill>
                  <a:srgbClr val="888888"/>
                </a:solidFill>
                <a:latin typeface="Calibri"/>
                <a:ea typeface="Calibri"/>
                <a:cs typeface="Calibri"/>
                <a:sym typeface="Calibri"/>
              </a:defRPr>
            </a:lvl2pPr>
            <a:lvl3pPr marL="0" lvl="2" indent="0" algn="r">
              <a:spcBef>
                <a:spcPts val="0"/>
              </a:spcBef>
              <a:buNone/>
              <a:defRPr sz="2450" b="0" i="0" u="none" strike="noStrike" cap="none">
                <a:solidFill>
                  <a:srgbClr val="888888"/>
                </a:solidFill>
                <a:latin typeface="Calibri"/>
                <a:ea typeface="Calibri"/>
                <a:cs typeface="Calibri"/>
                <a:sym typeface="Calibri"/>
              </a:defRPr>
            </a:lvl3pPr>
            <a:lvl4pPr marL="0" lvl="3" indent="0" algn="r">
              <a:spcBef>
                <a:spcPts val="0"/>
              </a:spcBef>
              <a:buNone/>
              <a:defRPr sz="2450" b="0" i="0" u="none" strike="noStrike" cap="none">
                <a:solidFill>
                  <a:srgbClr val="888888"/>
                </a:solidFill>
                <a:latin typeface="Calibri"/>
                <a:ea typeface="Calibri"/>
                <a:cs typeface="Calibri"/>
                <a:sym typeface="Calibri"/>
              </a:defRPr>
            </a:lvl4pPr>
            <a:lvl5pPr marL="0" lvl="4" indent="0" algn="r">
              <a:spcBef>
                <a:spcPts val="0"/>
              </a:spcBef>
              <a:buNone/>
              <a:defRPr sz="2450" b="0" i="0" u="none" strike="noStrike" cap="none">
                <a:solidFill>
                  <a:srgbClr val="888888"/>
                </a:solidFill>
                <a:latin typeface="Calibri"/>
                <a:ea typeface="Calibri"/>
                <a:cs typeface="Calibri"/>
                <a:sym typeface="Calibri"/>
              </a:defRPr>
            </a:lvl5pPr>
            <a:lvl6pPr marL="0" lvl="5" indent="0" algn="r">
              <a:spcBef>
                <a:spcPts val="0"/>
              </a:spcBef>
              <a:buNone/>
              <a:defRPr sz="2450" b="0" i="0" u="none" strike="noStrike" cap="none">
                <a:solidFill>
                  <a:srgbClr val="888888"/>
                </a:solidFill>
                <a:latin typeface="Calibri"/>
                <a:ea typeface="Calibri"/>
                <a:cs typeface="Calibri"/>
                <a:sym typeface="Calibri"/>
              </a:defRPr>
            </a:lvl6pPr>
            <a:lvl7pPr marL="0" lvl="6" indent="0" algn="r">
              <a:spcBef>
                <a:spcPts val="0"/>
              </a:spcBef>
              <a:buNone/>
              <a:defRPr sz="2450" b="0" i="0" u="none" strike="noStrike" cap="none">
                <a:solidFill>
                  <a:srgbClr val="888888"/>
                </a:solidFill>
                <a:latin typeface="Calibri"/>
                <a:ea typeface="Calibri"/>
                <a:cs typeface="Calibri"/>
                <a:sym typeface="Calibri"/>
              </a:defRPr>
            </a:lvl7pPr>
            <a:lvl8pPr marL="0" lvl="7" indent="0" algn="r">
              <a:spcBef>
                <a:spcPts val="0"/>
              </a:spcBef>
              <a:buNone/>
              <a:defRPr sz="2450" b="0" i="0" u="none" strike="noStrike" cap="none">
                <a:solidFill>
                  <a:srgbClr val="888888"/>
                </a:solidFill>
                <a:latin typeface="Calibri"/>
                <a:ea typeface="Calibri"/>
                <a:cs typeface="Calibri"/>
                <a:sym typeface="Calibri"/>
              </a:defRPr>
            </a:lvl8pPr>
            <a:lvl9pPr marL="0" lvl="8" indent="0" algn="r">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1645929" y="873760"/>
            <a:ext cx="10829927" cy="3718560"/>
          </a:xfrm>
          <a:prstGeom prst="rect">
            <a:avLst/>
          </a:prstGeom>
          <a:noFill/>
          <a:ln>
            <a:noFill/>
          </a:ln>
        </p:spPr>
        <p:txBody>
          <a:bodyPr spcFirstLastPara="1" wrap="square" lIns="376100" tIns="188050" rIns="376100" bIns="188050" anchor="b" anchorCtr="0">
            <a:normAutofit/>
          </a:bodyPr>
          <a:lstStyle>
            <a:lvl1pPr lvl="0" algn="l">
              <a:spcBef>
                <a:spcPts val="0"/>
              </a:spcBef>
              <a:spcAft>
                <a:spcPts val="0"/>
              </a:spcAft>
              <a:buClr>
                <a:schemeClr val="dk1"/>
              </a:buClr>
              <a:buSzPts val="4100"/>
              <a:buFont typeface="Calibri"/>
              <a:buNone/>
              <a:defRPr sz="41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12870180" y="873762"/>
            <a:ext cx="18402300" cy="18729962"/>
          </a:xfrm>
          <a:prstGeom prst="rect">
            <a:avLst/>
          </a:prstGeom>
          <a:noFill/>
          <a:ln>
            <a:noFill/>
          </a:ln>
        </p:spPr>
        <p:txBody>
          <a:bodyPr spcFirstLastPara="1" wrap="square" lIns="376100" tIns="188050" rIns="376100" bIns="188050" anchor="t" anchorCtr="0">
            <a:normAutofit/>
          </a:bodyPr>
          <a:lstStyle>
            <a:lvl1pPr marL="457200" lvl="0" indent="-647700" algn="l">
              <a:spcBef>
                <a:spcPts val="1320"/>
              </a:spcBef>
              <a:spcAft>
                <a:spcPts val="0"/>
              </a:spcAft>
              <a:buClr>
                <a:schemeClr val="dk1"/>
              </a:buClr>
              <a:buSzPts val="6600"/>
              <a:buChar char="•"/>
              <a:defRPr sz="6600"/>
            </a:lvl1pPr>
            <a:lvl2pPr marL="914400" lvl="1" indent="-593725" algn="l">
              <a:spcBef>
                <a:spcPts val="1150"/>
              </a:spcBef>
              <a:spcAft>
                <a:spcPts val="0"/>
              </a:spcAft>
              <a:buClr>
                <a:schemeClr val="dk1"/>
              </a:buClr>
              <a:buSzPts val="5750"/>
              <a:buChar char="–"/>
              <a:defRPr sz="5750"/>
            </a:lvl2pPr>
            <a:lvl3pPr marL="1371600" lvl="2" indent="-542925" algn="l">
              <a:spcBef>
                <a:spcPts val="990"/>
              </a:spcBef>
              <a:spcAft>
                <a:spcPts val="0"/>
              </a:spcAft>
              <a:buClr>
                <a:schemeClr val="dk1"/>
              </a:buClr>
              <a:buSzPts val="4950"/>
              <a:buChar char="•"/>
              <a:defRPr sz="4950"/>
            </a:lvl3pPr>
            <a:lvl4pPr marL="1828800" lvl="3" indent="-488950" algn="l">
              <a:spcBef>
                <a:spcPts val="820"/>
              </a:spcBef>
              <a:spcAft>
                <a:spcPts val="0"/>
              </a:spcAft>
              <a:buClr>
                <a:schemeClr val="dk1"/>
              </a:buClr>
              <a:buSzPts val="4100"/>
              <a:buChar char="–"/>
              <a:defRPr sz="4100"/>
            </a:lvl4pPr>
            <a:lvl5pPr marL="2286000" lvl="4" indent="-488950" algn="l">
              <a:spcBef>
                <a:spcPts val="820"/>
              </a:spcBef>
              <a:spcAft>
                <a:spcPts val="0"/>
              </a:spcAft>
              <a:buClr>
                <a:schemeClr val="dk1"/>
              </a:buClr>
              <a:buSzPts val="4100"/>
              <a:buChar char="»"/>
              <a:defRPr sz="4100"/>
            </a:lvl5pPr>
            <a:lvl6pPr marL="2743200" lvl="5" indent="-488950" algn="l">
              <a:spcBef>
                <a:spcPts val="820"/>
              </a:spcBef>
              <a:spcAft>
                <a:spcPts val="0"/>
              </a:spcAft>
              <a:buClr>
                <a:schemeClr val="dk1"/>
              </a:buClr>
              <a:buSzPts val="4100"/>
              <a:buChar char="•"/>
              <a:defRPr sz="4100"/>
            </a:lvl6pPr>
            <a:lvl7pPr marL="3200400" lvl="6" indent="-488950" algn="l">
              <a:spcBef>
                <a:spcPts val="820"/>
              </a:spcBef>
              <a:spcAft>
                <a:spcPts val="0"/>
              </a:spcAft>
              <a:buClr>
                <a:schemeClr val="dk1"/>
              </a:buClr>
              <a:buSzPts val="4100"/>
              <a:buChar char="•"/>
              <a:defRPr sz="4100"/>
            </a:lvl7pPr>
            <a:lvl8pPr marL="3657600" lvl="7" indent="-488950" algn="l">
              <a:spcBef>
                <a:spcPts val="820"/>
              </a:spcBef>
              <a:spcAft>
                <a:spcPts val="0"/>
              </a:spcAft>
              <a:buClr>
                <a:schemeClr val="dk1"/>
              </a:buClr>
              <a:buSzPts val="4100"/>
              <a:buChar char="•"/>
              <a:defRPr sz="4100"/>
            </a:lvl8pPr>
            <a:lvl9pPr marL="4114800" lvl="8" indent="-488950" algn="l">
              <a:spcBef>
                <a:spcPts val="820"/>
              </a:spcBef>
              <a:spcAft>
                <a:spcPts val="0"/>
              </a:spcAft>
              <a:buClr>
                <a:schemeClr val="dk1"/>
              </a:buClr>
              <a:buSzPts val="4100"/>
              <a:buChar char="•"/>
              <a:defRPr sz="4100"/>
            </a:lvl9pPr>
          </a:lstStyle>
          <a:p>
            <a:endParaRPr/>
          </a:p>
        </p:txBody>
      </p:sp>
      <p:sp>
        <p:nvSpPr>
          <p:cNvPr id="62" name="Google Shape;62;p9"/>
          <p:cNvSpPr txBox="1">
            <a:spLocks noGrp="1"/>
          </p:cNvSpPr>
          <p:nvPr>
            <p:ph type="body" idx="2"/>
          </p:nvPr>
        </p:nvSpPr>
        <p:spPr>
          <a:xfrm>
            <a:off x="1645929" y="4592322"/>
            <a:ext cx="10829927" cy="15011402"/>
          </a:xfrm>
          <a:prstGeom prst="rect">
            <a:avLst/>
          </a:prstGeom>
          <a:noFill/>
          <a:ln>
            <a:noFill/>
          </a:ln>
        </p:spPr>
        <p:txBody>
          <a:bodyPr spcFirstLastPara="1" wrap="square" lIns="376100" tIns="188050" rIns="376100" bIns="188050" anchor="t" anchorCtr="0">
            <a:normAutofit/>
          </a:bodyPr>
          <a:lstStyle>
            <a:lvl1pPr marL="457200" lvl="0" indent="-228600" algn="l">
              <a:spcBef>
                <a:spcPts val="580"/>
              </a:spcBef>
              <a:spcAft>
                <a:spcPts val="0"/>
              </a:spcAft>
              <a:buClr>
                <a:schemeClr val="dk1"/>
              </a:buClr>
              <a:buSzPts val="2900"/>
              <a:buNone/>
              <a:defRPr sz="2900"/>
            </a:lvl1pPr>
            <a:lvl2pPr marL="914400" lvl="1" indent="-228600" algn="l">
              <a:spcBef>
                <a:spcPts val="490"/>
              </a:spcBef>
              <a:spcAft>
                <a:spcPts val="0"/>
              </a:spcAft>
              <a:buClr>
                <a:schemeClr val="dk1"/>
              </a:buClr>
              <a:buSzPts val="2450"/>
              <a:buNone/>
              <a:defRPr sz="2450"/>
            </a:lvl2pPr>
            <a:lvl3pPr marL="1371600" lvl="2" indent="-228600" algn="l">
              <a:spcBef>
                <a:spcPts val="410"/>
              </a:spcBef>
              <a:spcAft>
                <a:spcPts val="0"/>
              </a:spcAft>
              <a:buClr>
                <a:schemeClr val="dk1"/>
              </a:buClr>
              <a:buSzPts val="2050"/>
              <a:buNone/>
              <a:defRPr sz="2050"/>
            </a:lvl3pPr>
            <a:lvl4pPr marL="1828800" lvl="3" indent="-228600" algn="l">
              <a:spcBef>
                <a:spcPts val="370"/>
              </a:spcBef>
              <a:spcAft>
                <a:spcPts val="0"/>
              </a:spcAft>
              <a:buClr>
                <a:schemeClr val="dk1"/>
              </a:buClr>
              <a:buSzPts val="1850"/>
              <a:buNone/>
              <a:defRPr sz="1850"/>
            </a:lvl4pPr>
            <a:lvl5pPr marL="2286000" lvl="4" indent="-228600" algn="l">
              <a:spcBef>
                <a:spcPts val="370"/>
              </a:spcBef>
              <a:spcAft>
                <a:spcPts val="0"/>
              </a:spcAft>
              <a:buClr>
                <a:schemeClr val="dk1"/>
              </a:buClr>
              <a:buSzPts val="1850"/>
              <a:buNone/>
              <a:defRPr sz="1850"/>
            </a:lvl5pPr>
            <a:lvl6pPr marL="2743200" lvl="5" indent="-228600" algn="l">
              <a:spcBef>
                <a:spcPts val="370"/>
              </a:spcBef>
              <a:spcAft>
                <a:spcPts val="0"/>
              </a:spcAft>
              <a:buClr>
                <a:schemeClr val="dk1"/>
              </a:buClr>
              <a:buSzPts val="1850"/>
              <a:buNone/>
              <a:defRPr sz="1850"/>
            </a:lvl6pPr>
            <a:lvl7pPr marL="3200400" lvl="6" indent="-228600" algn="l">
              <a:spcBef>
                <a:spcPts val="370"/>
              </a:spcBef>
              <a:spcAft>
                <a:spcPts val="0"/>
              </a:spcAft>
              <a:buClr>
                <a:schemeClr val="dk1"/>
              </a:buClr>
              <a:buSzPts val="1850"/>
              <a:buNone/>
              <a:defRPr sz="1850"/>
            </a:lvl7pPr>
            <a:lvl8pPr marL="3657600" lvl="7" indent="-228600" algn="l">
              <a:spcBef>
                <a:spcPts val="370"/>
              </a:spcBef>
              <a:spcAft>
                <a:spcPts val="0"/>
              </a:spcAft>
              <a:buClr>
                <a:schemeClr val="dk1"/>
              </a:buClr>
              <a:buSzPts val="1850"/>
              <a:buNone/>
              <a:defRPr sz="1850"/>
            </a:lvl8pPr>
            <a:lvl9pPr marL="4114800" lvl="8" indent="-228600" algn="l">
              <a:spcBef>
                <a:spcPts val="370"/>
              </a:spcBef>
              <a:spcAft>
                <a:spcPts val="0"/>
              </a:spcAft>
              <a:buClr>
                <a:schemeClr val="dk1"/>
              </a:buClr>
              <a:buSzPts val="1850"/>
              <a:buNone/>
              <a:defRPr sz="1850"/>
            </a:lvl9pPr>
          </a:lstStyle>
          <a:p>
            <a:endParaRPr/>
          </a:p>
        </p:txBody>
      </p:sp>
      <p:sp>
        <p:nvSpPr>
          <p:cNvPr id="63" name="Google Shape;63;p9"/>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lvl="0" indent="0" algn="r">
              <a:spcBef>
                <a:spcPts val="0"/>
              </a:spcBef>
              <a:buNone/>
              <a:defRPr sz="2450" b="0" i="0" u="none" strike="noStrike" cap="none">
                <a:solidFill>
                  <a:srgbClr val="888888"/>
                </a:solidFill>
                <a:latin typeface="Calibri"/>
                <a:ea typeface="Calibri"/>
                <a:cs typeface="Calibri"/>
                <a:sym typeface="Calibri"/>
              </a:defRPr>
            </a:lvl1pPr>
            <a:lvl2pPr marL="0" lvl="1" indent="0" algn="r">
              <a:spcBef>
                <a:spcPts val="0"/>
              </a:spcBef>
              <a:buNone/>
              <a:defRPr sz="2450" b="0" i="0" u="none" strike="noStrike" cap="none">
                <a:solidFill>
                  <a:srgbClr val="888888"/>
                </a:solidFill>
                <a:latin typeface="Calibri"/>
                <a:ea typeface="Calibri"/>
                <a:cs typeface="Calibri"/>
                <a:sym typeface="Calibri"/>
              </a:defRPr>
            </a:lvl2pPr>
            <a:lvl3pPr marL="0" lvl="2" indent="0" algn="r">
              <a:spcBef>
                <a:spcPts val="0"/>
              </a:spcBef>
              <a:buNone/>
              <a:defRPr sz="2450" b="0" i="0" u="none" strike="noStrike" cap="none">
                <a:solidFill>
                  <a:srgbClr val="888888"/>
                </a:solidFill>
                <a:latin typeface="Calibri"/>
                <a:ea typeface="Calibri"/>
                <a:cs typeface="Calibri"/>
                <a:sym typeface="Calibri"/>
              </a:defRPr>
            </a:lvl3pPr>
            <a:lvl4pPr marL="0" lvl="3" indent="0" algn="r">
              <a:spcBef>
                <a:spcPts val="0"/>
              </a:spcBef>
              <a:buNone/>
              <a:defRPr sz="2450" b="0" i="0" u="none" strike="noStrike" cap="none">
                <a:solidFill>
                  <a:srgbClr val="888888"/>
                </a:solidFill>
                <a:latin typeface="Calibri"/>
                <a:ea typeface="Calibri"/>
                <a:cs typeface="Calibri"/>
                <a:sym typeface="Calibri"/>
              </a:defRPr>
            </a:lvl4pPr>
            <a:lvl5pPr marL="0" lvl="4" indent="0" algn="r">
              <a:spcBef>
                <a:spcPts val="0"/>
              </a:spcBef>
              <a:buNone/>
              <a:defRPr sz="2450" b="0" i="0" u="none" strike="noStrike" cap="none">
                <a:solidFill>
                  <a:srgbClr val="888888"/>
                </a:solidFill>
                <a:latin typeface="Calibri"/>
                <a:ea typeface="Calibri"/>
                <a:cs typeface="Calibri"/>
                <a:sym typeface="Calibri"/>
              </a:defRPr>
            </a:lvl5pPr>
            <a:lvl6pPr marL="0" lvl="5" indent="0" algn="r">
              <a:spcBef>
                <a:spcPts val="0"/>
              </a:spcBef>
              <a:buNone/>
              <a:defRPr sz="2450" b="0" i="0" u="none" strike="noStrike" cap="none">
                <a:solidFill>
                  <a:srgbClr val="888888"/>
                </a:solidFill>
                <a:latin typeface="Calibri"/>
                <a:ea typeface="Calibri"/>
                <a:cs typeface="Calibri"/>
                <a:sym typeface="Calibri"/>
              </a:defRPr>
            </a:lvl6pPr>
            <a:lvl7pPr marL="0" lvl="6" indent="0" algn="r">
              <a:spcBef>
                <a:spcPts val="0"/>
              </a:spcBef>
              <a:buNone/>
              <a:defRPr sz="2450" b="0" i="0" u="none" strike="noStrike" cap="none">
                <a:solidFill>
                  <a:srgbClr val="888888"/>
                </a:solidFill>
                <a:latin typeface="Calibri"/>
                <a:ea typeface="Calibri"/>
                <a:cs typeface="Calibri"/>
                <a:sym typeface="Calibri"/>
              </a:defRPr>
            </a:lvl7pPr>
            <a:lvl8pPr marL="0" lvl="7" indent="0" algn="r">
              <a:spcBef>
                <a:spcPts val="0"/>
              </a:spcBef>
              <a:buNone/>
              <a:defRPr sz="2450" b="0" i="0" u="none" strike="noStrike" cap="none">
                <a:solidFill>
                  <a:srgbClr val="888888"/>
                </a:solidFill>
                <a:latin typeface="Calibri"/>
                <a:ea typeface="Calibri"/>
                <a:cs typeface="Calibri"/>
                <a:sym typeface="Calibri"/>
              </a:defRPr>
            </a:lvl8pPr>
            <a:lvl9pPr marL="0" lvl="8" indent="0" algn="r">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6452238" y="15361920"/>
            <a:ext cx="19751039" cy="1813562"/>
          </a:xfrm>
          <a:prstGeom prst="rect">
            <a:avLst/>
          </a:prstGeom>
          <a:noFill/>
          <a:ln>
            <a:noFill/>
          </a:ln>
        </p:spPr>
        <p:txBody>
          <a:bodyPr spcFirstLastPara="1" wrap="square" lIns="376100" tIns="188050" rIns="376100" bIns="188050" anchor="b" anchorCtr="0">
            <a:normAutofit/>
          </a:bodyPr>
          <a:lstStyle>
            <a:lvl1pPr lvl="0" algn="l">
              <a:spcBef>
                <a:spcPts val="0"/>
              </a:spcBef>
              <a:spcAft>
                <a:spcPts val="0"/>
              </a:spcAft>
              <a:buClr>
                <a:schemeClr val="dk1"/>
              </a:buClr>
              <a:buSzPts val="4100"/>
              <a:buFont typeface="Calibri"/>
              <a:buNone/>
              <a:defRPr sz="41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0"/>
          <p:cNvSpPr>
            <a:spLocks noGrp="1"/>
          </p:cNvSpPr>
          <p:nvPr>
            <p:ph type="pic" idx="2"/>
          </p:nvPr>
        </p:nvSpPr>
        <p:spPr>
          <a:xfrm>
            <a:off x="6452238" y="1960880"/>
            <a:ext cx="19751039" cy="13167361"/>
          </a:xfrm>
          <a:prstGeom prst="rect">
            <a:avLst/>
          </a:prstGeom>
          <a:noFill/>
          <a:ln>
            <a:noFill/>
          </a:ln>
        </p:spPr>
      </p:sp>
      <p:sp>
        <p:nvSpPr>
          <p:cNvPr id="69" name="Google Shape;69;p10"/>
          <p:cNvSpPr txBox="1">
            <a:spLocks noGrp="1"/>
          </p:cNvSpPr>
          <p:nvPr>
            <p:ph type="body" idx="1"/>
          </p:nvPr>
        </p:nvSpPr>
        <p:spPr>
          <a:xfrm>
            <a:off x="6452238" y="17175482"/>
            <a:ext cx="19751039" cy="2575558"/>
          </a:xfrm>
          <a:prstGeom prst="rect">
            <a:avLst/>
          </a:prstGeom>
          <a:noFill/>
          <a:ln>
            <a:noFill/>
          </a:ln>
        </p:spPr>
        <p:txBody>
          <a:bodyPr spcFirstLastPara="1" wrap="square" lIns="376100" tIns="188050" rIns="376100" bIns="188050" anchor="t" anchorCtr="0">
            <a:normAutofit/>
          </a:bodyPr>
          <a:lstStyle>
            <a:lvl1pPr marL="457200" lvl="0" indent="-228600" algn="l">
              <a:spcBef>
                <a:spcPts val="580"/>
              </a:spcBef>
              <a:spcAft>
                <a:spcPts val="0"/>
              </a:spcAft>
              <a:buClr>
                <a:schemeClr val="dk1"/>
              </a:buClr>
              <a:buSzPts val="2900"/>
              <a:buNone/>
              <a:defRPr sz="2900"/>
            </a:lvl1pPr>
            <a:lvl2pPr marL="914400" lvl="1" indent="-228600" algn="l">
              <a:spcBef>
                <a:spcPts val="490"/>
              </a:spcBef>
              <a:spcAft>
                <a:spcPts val="0"/>
              </a:spcAft>
              <a:buClr>
                <a:schemeClr val="dk1"/>
              </a:buClr>
              <a:buSzPts val="2450"/>
              <a:buNone/>
              <a:defRPr sz="2450"/>
            </a:lvl2pPr>
            <a:lvl3pPr marL="1371600" lvl="2" indent="-228600" algn="l">
              <a:spcBef>
                <a:spcPts val="410"/>
              </a:spcBef>
              <a:spcAft>
                <a:spcPts val="0"/>
              </a:spcAft>
              <a:buClr>
                <a:schemeClr val="dk1"/>
              </a:buClr>
              <a:buSzPts val="2050"/>
              <a:buNone/>
              <a:defRPr sz="2050"/>
            </a:lvl3pPr>
            <a:lvl4pPr marL="1828800" lvl="3" indent="-228600" algn="l">
              <a:spcBef>
                <a:spcPts val="370"/>
              </a:spcBef>
              <a:spcAft>
                <a:spcPts val="0"/>
              </a:spcAft>
              <a:buClr>
                <a:schemeClr val="dk1"/>
              </a:buClr>
              <a:buSzPts val="1850"/>
              <a:buNone/>
              <a:defRPr sz="1850"/>
            </a:lvl4pPr>
            <a:lvl5pPr marL="2286000" lvl="4" indent="-228600" algn="l">
              <a:spcBef>
                <a:spcPts val="370"/>
              </a:spcBef>
              <a:spcAft>
                <a:spcPts val="0"/>
              </a:spcAft>
              <a:buClr>
                <a:schemeClr val="dk1"/>
              </a:buClr>
              <a:buSzPts val="1850"/>
              <a:buNone/>
              <a:defRPr sz="1850"/>
            </a:lvl5pPr>
            <a:lvl6pPr marL="2743200" lvl="5" indent="-228600" algn="l">
              <a:spcBef>
                <a:spcPts val="370"/>
              </a:spcBef>
              <a:spcAft>
                <a:spcPts val="0"/>
              </a:spcAft>
              <a:buClr>
                <a:schemeClr val="dk1"/>
              </a:buClr>
              <a:buSzPts val="1850"/>
              <a:buNone/>
              <a:defRPr sz="1850"/>
            </a:lvl6pPr>
            <a:lvl7pPr marL="3200400" lvl="6" indent="-228600" algn="l">
              <a:spcBef>
                <a:spcPts val="370"/>
              </a:spcBef>
              <a:spcAft>
                <a:spcPts val="0"/>
              </a:spcAft>
              <a:buClr>
                <a:schemeClr val="dk1"/>
              </a:buClr>
              <a:buSzPts val="1850"/>
              <a:buNone/>
              <a:defRPr sz="1850"/>
            </a:lvl7pPr>
            <a:lvl8pPr marL="3657600" lvl="7" indent="-228600" algn="l">
              <a:spcBef>
                <a:spcPts val="370"/>
              </a:spcBef>
              <a:spcAft>
                <a:spcPts val="0"/>
              </a:spcAft>
              <a:buClr>
                <a:schemeClr val="dk1"/>
              </a:buClr>
              <a:buSzPts val="1850"/>
              <a:buNone/>
              <a:defRPr sz="1850"/>
            </a:lvl8pPr>
            <a:lvl9pPr marL="4114800" lvl="8" indent="-228600" algn="l">
              <a:spcBef>
                <a:spcPts val="370"/>
              </a:spcBef>
              <a:spcAft>
                <a:spcPts val="0"/>
              </a:spcAft>
              <a:buClr>
                <a:schemeClr val="dk1"/>
              </a:buClr>
              <a:buSzPts val="1850"/>
              <a:buNone/>
              <a:defRPr sz="1850"/>
            </a:lvl9pPr>
          </a:lstStyle>
          <a:p>
            <a:endParaRPr/>
          </a:p>
        </p:txBody>
      </p:sp>
      <p:sp>
        <p:nvSpPr>
          <p:cNvPr id="70" name="Google Shape;70;p10"/>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lvl="0" indent="0" algn="r">
              <a:spcBef>
                <a:spcPts val="0"/>
              </a:spcBef>
              <a:buNone/>
              <a:defRPr sz="2450" b="0" i="0" u="none" strike="noStrike" cap="none">
                <a:solidFill>
                  <a:srgbClr val="888888"/>
                </a:solidFill>
                <a:latin typeface="Calibri"/>
                <a:ea typeface="Calibri"/>
                <a:cs typeface="Calibri"/>
                <a:sym typeface="Calibri"/>
              </a:defRPr>
            </a:lvl1pPr>
            <a:lvl2pPr marL="0" lvl="1" indent="0" algn="r">
              <a:spcBef>
                <a:spcPts val="0"/>
              </a:spcBef>
              <a:buNone/>
              <a:defRPr sz="2450" b="0" i="0" u="none" strike="noStrike" cap="none">
                <a:solidFill>
                  <a:srgbClr val="888888"/>
                </a:solidFill>
                <a:latin typeface="Calibri"/>
                <a:ea typeface="Calibri"/>
                <a:cs typeface="Calibri"/>
                <a:sym typeface="Calibri"/>
              </a:defRPr>
            </a:lvl2pPr>
            <a:lvl3pPr marL="0" lvl="2" indent="0" algn="r">
              <a:spcBef>
                <a:spcPts val="0"/>
              </a:spcBef>
              <a:buNone/>
              <a:defRPr sz="2450" b="0" i="0" u="none" strike="noStrike" cap="none">
                <a:solidFill>
                  <a:srgbClr val="888888"/>
                </a:solidFill>
                <a:latin typeface="Calibri"/>
                <a:ea typeface="Calibri"/>
                <a:cs typeface="Calibri"/>
                <a:sym typeface="Calibri"/>
              </a:defRPr>
            </a:lvl3pPr>
            <a:lvl4pPr marL="0" lvl="3" indent="0" algn="r">
              <a:spcBef>
                <a:spcPts val="0"/>
              </a:spcBef>
              <a:buNone/>
              <a:defRPr sz="2450" b="0" i="0" u="none" strike="noStrike" cap="none">
                <a:solidFill>
                  <a:srgbClr val="888888"/>
                </a:solidFill>
                <a:latin typeface="Calibri"/>
                <a:ea typeface="Calibri"/>
                <a:cs typeface="Calibri"/>
                <a:sym typeface="Calibri"/>
              </a:defRPr>
            </a:lvl4pPr>
            <a:lvl5pPr marL="0" lvl="4" indent="0" algn="r">
              <a:spcBef>
                <a:spcPts val="0"/>
              </a:spcBef>
              <a:buNone/>
              <a:defRPr sz="2450" b="0" i="0" u="none" strike="noStrike" cap="none">
                <a:solidFill>
                  <a:srgbClr val="888888"/>
                </a:solidFill>
                <a:latin typeface="Calibri"/>
                <a:ea typeface="Calibri"/>
                <a:cs typeface="Calibri"/>
                <a:sym typeface="Calibri"/>
              </a:defRPr>
            </a:lvl5pPr>
            <a:lvl6pPr marL="0" lvl="5" indent="0" algn="r">
              <a:spcBef>
                <a:spcPts val="0"/>
              </a:spcBef>
              <a:buNone/>
              <a:defRPr sz="2450" b="0" i="0" u="none" strike="noStrike" cap="none">
                <a:solidFill>
                  <a:srgbClr val="888888"/>
                </a:solidFill>
                <a:latin typeface="Calibri"/>
                <a:ea typeface="Calibri"/>
                <a:cs typeface="Calibri"/>
                <a:sym typeface="Calibri"/>
              </a:defRPr>
            </a:lvl6pPr>
            <a:lvl7pPr marL="0" lvl="6" indent="0" algn="r">
              <a:spcBef>
                <a:spcPts val="0"/>
              </a:spcBef>
              <a:buNone/>
              <a:defRPr sz="2450" b="0" i="0" u="none" strike="noStrike" cap="none">
                <a:solidFill>
                  <a:srgbClr val="888888"/>
                </a:solidFill>
                <a:latin typeface="Calibri"/>
                <a:ea typeface="Calibri"/>
                <a:cs typeface="Calibri"/>
                <a:sym typeface="Calibri"/>
              </a:defRPr>
            </a:lvl7pPr>
            <a:lvl8pPr marL="0" lvl="7" indent="0" algn="r">
              <a:spcBef>
                <a:spcPts val="0"/>
              </a:spcBef>
              <a:buNone/>
              <a:defRPr sz="2450" b="0" i="0" u="none" strike="noStrike" cap="none">
                <a:solidFill>
                  <a:srgbClr val="888888"/>
                </a:solidFill>
                <a:latin typeface="Calibri"/>
                <a:ea typeface="Calibri"/>
                <a:cs typeface="Calibri"/>
                <a:sym typeface="Calibri"/>
              </a:defRPr>
            </a:lvl8pPr>
            <a:lvl9pPr marL="0" lvl="8" indent="0" algn="r">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1645921" y="878842"/>
            <a:ext cx="29626561" cy="3657600"/>
          </a:xfrm>
          <a:prstGeom prst="rect">
            <a:avLst/>
          </a:prstGeom>
          <a:noFill/>
          <a:ln>
            <a:noFill/>
          </a:ln>
        </p:spPr>
        <p:txBody>
          <a:bodyPr spcFirstLastPara="1" wrap="square" lIns="376100" tIns="188050" rIns="376100" bIns="1880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9217661" y="-2451097"/>
            <a:ext cx="14483082" cy="29626561"/>
          </a:xfrm>
          <a:prstGeom prst="rect">
            <a:avLst/>
          </a:prstGeom>
          <a:noFill/>
          <a:ln>
            <a:noFill/>
          </a:ln>
        </p:spPr>
        <p:txBody>
          <a:bodyPr spcFirstLastPara="1" wrap="square" lIns="376100" tIns="188050" rIns="376100" bIns="1880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11"/>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lvl="0" indent="0" algn="r">
              <a:spcBef>
                <a:spcPts val="0"/>
              </a:spcBef>
              <a:buNone/>
              <a:defRPr sz="2450" b="0" i="0" u="none" strike="noStrike" cap="none">
                <a:solidFill>
                  <a:srgbClr val="888888"/>
                </a:solidFill>
                <a:latin typeface="Calibri"/>
                <a:ea typeface="Calibri"/>
                <a:cs typeface="Calibri"/>
                <a:sym typeface="Calibri"/>
              </a:defRPr>
            </a:lvl1pPr>
            <a:lvl2pPr marL="0" lvl="1" indent="0" algn="r">
              <a:spcBef>
                <a:spcPts val="0"/>
              </a:spcBef>
              <a:buNone/>
              <a:defRPr sz="2450" b="0" i="0" u="none" strike="noStrike" cap="none">
                <a:solidFill>
                  <a:srgbClr val="888888"/>
                </a:solidFill>
                <a:latin typeface="Calibri"/>
                <a:ea typeface="Calibri"/>
                <a:cs typeface="Calibri"/>
                <a:sym typeface="Calibri"/>
              </a:defRPr>
            </a:lvl2pPr>
            <a:lvl3pPr marL="0" lvl="2" indent="0" algn="r">
              <a:spcBef>
                <a:spcPts val="0"/>
              </a:spcBef>
              <a:buNone/>
              <a:defRPr sz="2450" b="0" i="0" u="none" strike="noStrike" cap="none">
                <a:solidFill>
                  <a:srgbClr val="888888"/>
                </a:solidFill>
                <a:latin typeface="Calibri"/>
                <a:ea typeface="Calibri"/>
                <a:cs typeface="Calibri"/>
                <a:sym typeface="Calibri"/>
              </a:defRPr>
            </a:lvl3pPr>
            <a:lvl4pPr marL="0" lvl="3" indent="0" algn="r">
              <a:spcBef>
                <a:spcPts val="0"/>
              </a:spcBef>
              <a:buNone/>
              <a:defRPr sz="2450" b="0" i="0" u="none" strike="noStrike" cap="none">
                <a:solidFill>
                  <a:srgbClr val="888888"/>
                </a:solidFill>
                <a:latin typeface="Calibri"/>
                <a:ea typeface="Calibri"/>
                <a:cs typeface="Calibri"/>
                <a:sym typeface="Calibri"/>
              </a:defRPr>
            </a:lvl4pPr>
            <a:lvl5pPr marL="0" lvl="4" indent="0" algn="r">
              <a:spcBef>
                <a:spcPts val="0"/>
              </a:spcBef>
              <a:buNone/>
              <a:defRPr sz="2450" b="0" i="0" u="none" strike="noStrike" cap="none">
                <a:solidFill>
                  <a:srgbClr val="888888"/>
                </a:solidFill>
                <a:latin typeface="Calibri"/>
                <a:ea typeface="Calibri"/>
                <a:cs typeface="Calibri"/>
                <a:sym typeface="Calibri"/>
              </a:defRPr>
            </a:lvl5pPr>
            <a:lvl6pPr marL="0" lvl="5" indent="0" algn="r">
              <a:spcBef>
                <a:spcPts val="0"/>
              </a:spcBef>
              <a:buNone/>
              <a:defRPr sz="2450" b="0" i="0" u="none" strike="noStrike" cap="none">
                <a:solidFill>
                  <a:srgbClr val="888888"/>
                </a:solidFill>
                <a:latin typeface="Calibri"/>
                <a:ea typeface="Calibri"/>
                <a:cs typeface="Calibri"/>
                <a:sym typeface="Calibri"/>
              </a:defRPr>
            </a:lvl6pPr>
            <a:lvl7pPr marL="0" lvl="6" indent="0" algn="r">
              <a:spcBef>
                <a:spcPts val="0"/>
              </a:spcBef>
              <a:buNone/>
              <a:defRPr sz="2450" b="0" i="0" u="none" strike="noStrike" cap="none">
                <a:solidFill>
                  <a:srgbClr val="888888"/>
                </a:solidFill>
                <a:latin typeface="Calibri"/>
                <a:ea typeface="Calibri"/>
                <a:cs typeface="Calibri"/>
                <a:sym typeface="Calibri"/>
              </a:defRPr>
            </a:lvl7pPr>
            <a:lvl8pPr marL="0" lvl="7" indent="0" algn="r">
              <a:spcBef>
                <a:spcPts val="0"/>
              </a:spcBef>
              <a:buNone/>
              <a:defRPr sz="2450" b="0" i="0" u="none" strike="noStrike" cap="none">
                <a:solidFill>
                  <a:srgbClr val="888888"/>
                </a:solidFill>
                <a:latin typeface="Calibri"/>
                <a:ea typeface="Calibri"/>
                <a:cs typeface="Calibri"/>
                <a:sym typeface="Calibri"/>
              </a:defRPr>
            </a:lvl8pPr>
            <a:lvl9pPr marL="0" lvl="8" indent="0" algn="r">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18206719" y="6537964"/>
            <a:ext cx="18724880" cy="7406640"/>
          </a:xfrm>
          <a:prstGeom prst="rect">
            <a:avLst/>
          </a:prstGeom>
          <a:noFill/>
          <a:ln>
            <a:noFill/>
          </a:ln>
        </p:spPr>
        <p:txBody>
          <a:bodyPr spcFirstLastPara="1" wrap="square" lIns="376100" tIns="188050" rIns="376100" bIns="1880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2"/>
          <p:cNvSpPr txBox="1">
            <a:spLocks noGrp="1"/>
          </p:cNvSpPr>
          <p:nvPr>
            <p:ph type="body" idx="1"/>
          </p:nvPr>
        </p:nvSpPr>
        <p:spPr>
          <a:xfrm rot="5400000">
            <a:off x="3119120" y="-594356"/>
            <a:ext cx="18724880" cy="21671280"/>
          </a:xfrm>
          <a:prstGeom prst="rect">
            <a:avLst/>
          </a:prstGeom>
          <a:noFill/>
          <a:ln>
            <a:noFill/>
          </a:ln>
        </p:spPr>
        <p:txBody>
          <a:bodyPr spcFirstLastPara="1" wrap="square" lIns="376100" tIns="188050" rIns="376100" bIns="1880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12"/>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lvl="0" indent="0" algn="r">
              <a:spcBef>
                <a:spcPts val="0"/>
              </a:spcBef>
              <a:buNone/>
              <a:defRPr sz="2450" b="0" i="0" u="none" strike="noStrike" cap="none">
                <a:solidFill>
                  <a:srgbClr val="888888"/>
                </a:solidFill>
                <a:latin typeface="Calibri"/>
                <a:ea typeface="Calibri"/>
                <a:cs typeface="Calibri"/>
                <a:sym typeface="Calibri"/>
              </a:defRPr>
            </a:lvl1pPr>
            <a:lvl2pPr marL="0" lvl="1" indent="0" algn="r">
              <a:spcBef>
                <a:spcPts val="0"/>
              </a:spcBef>
              <a:buNone/>
              <a:defRPr sz="2450" b="0" i="0" u="none" strike="noStrike" cap="none">
                <a:solidFill>
                  <a:srgbClr val="888888"/>
                </a:solidFill>
                <a:latin typeface="Calibri"/>
                <a:ea typeface="Calibri"/>
                <a:cs typeface="Calibri"/>
                <a:sym typeface="Calibri"/>
              </a:defRPr>
            </a:lvl2pPr>
            <a:lvl3pPr marL="0" lvl="2" indent="0" algn="r">
              <a:spcBef>
                <a:spcPts val="0"/>
              </a:spcBef>
              <a:buNone/>
              <a:defRPr sz="2450" b="0" i="0" u="none" strike="noStrike" cap="none">
                <a:solidFill>
                  <a:srgbClr val="888888"/>
                </a:solidFill>
                <a:latin typeface="Calibri"/>
                <a:ea typeface="Calibri"/>
                <a:cs typeface="Calibri"/>
                <a:sym typeface="Calibri"/>
              </a:defRPr>
            </a:lvl3pPr>
            <a:lvl4pPr marL="0" lvl="3" indent="0" algn="r">
              <a:spcBef>
                <a:spcPts val="0"/>
              </a:spcBef>
              <a:buNone/>
              <a:defRPr sz="2450" b="0" i="0" u="none" strike="noStrike" cap="none">
                <a:solidFill>
                  <a:srgbClr val="888888"/>
                </a:solidFill>
                <a:latin typeface="Calibri"/>
                <a:ea typeface="Calibri"/>
                <a:cs typeface="Calibri"/>
                <a:sym typeface="Calibri"/>
              </a:defRPr>
            </a:lvl4pPr>
            <a:lvl5pPr marL="0" lvl="4" indent="0" algn="r">
              <a:spcBef>
                <a:spcPts val="0"/>
              </a:spcBef>
              <a:buNone/>
              <a:defRPr sz="2450" b="0" i="0" u="none" strike="noStrike" cap="none">
                <a:solidFill>
                  <a:srgbClr val="888888"/>
                </a:solidFill>
                <a:latin typeface="Calibri"/>
                <a:ea typeface="Calibri"/>
                <a:cs typeface="Calibri"/>
                <a:sym typeface="Calibri"/>
              </a:defRPr>
            </a:lvl5pPr>
            <a:lvl6pPr marL="0" lvl="5" indent="0" algn="r">
              <a:spcBef>
                <a:spcPts val="0"/>
              </a:spcBef>
              <a:buNone/>
              <a:defRPr sz="2450" b="0" i="0" u="none" strike="noStrike" cap="none">
                <a:solidFill>
                  <a:srgbClr val="888888"/>
                </a:solidFill>
                <a:latin typeface="Calibri"/>
                <a:ea typeface="Calibri"/>
                <a:cs typeface="Calibri"/>
                <a:sym typeface="Calibri"/>
              </a:defRPr>
            </a:lvl6pPr>
            <a:lvl7pPr marL="0" lvl="6" indent="0" algn="r">
              <a:spcBef>
                <a:spcPts val="0"/>
              </a:spcBef>
              <a:buNone/>
              <a:defRPr sz="2450" b="0" i="0" u="none" strike="noStrike" cap="none">
                <a:solidFill>
                  <a:srgbClr val="888888"/>
                </a:solidFill>
                <a:latin typeface="Calibri"/>
                <a:ea typeface="Calibri"/>
                <a:cs typeface="Calibri"/>
                <a:sym typeface="Calibri"/>
              </a:defRPr>
            </a:lvl7pPr>
            <a:lvl8pPr marL="0" lvl="7" indent="0" algn="r">
              <a:spcBef>
                <a:spcPts val="0"/>
              </a:spcBef>
              <a:buNone/>
              <a:defRPr sz="2450" b="0" i="0" u="none" strike="noStrike" cap="none">
                <a:solidFill>
                  <a:srgbClr val="888888"/>
                </a:solidFill>
                <a:latin typeface="Calibri"/>
                <a:ea typeface="Calibri"/>
                <a:cs typeface="Calibri"/>
                <a:sym typeface="Calibri"/>
              </a:defRPr>
            </a:lvl8pPr>
            <a:lvl9pPr marL="0" lvl="8" indent="0" algn="r">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45921" y="878842"/>
            <a:ext cx="29626561" cy="3657600"/>
          </a:xfrm>
          <a:prstGeom prst="rect">
            <a:avLst/>
          </a:prstGeom>
          <a:noFill/>
          <a:ln>
            <a:noFill/>
          </a:ln>
        </p:spPr>
        <p:txBody>
          <a:bodyPr spcFirstLastPara="1" wrap="square" lIns="376100" tIns="188050" rIns="376100" bIns="188050" anchor="ctr" anchorCtr="0">
            <a:normAutofit/>
          </a:bodyPr>
          <a:lstStyle>
            <a:lvl1pPr marR="0" lvl="0" algn="ctr" rtl="0">
              <a:spcBef>
                <a:spcPts val="0"/>
              </a:spcBef>
              <a:spcAft>
                <a:spcPts val="0"/>
              </a:spcAft>
              <a:buClr>
                <a:schemeClr val="dk1"/>
              </a:buClr>
              <a:buSzPts val="9050"/>
              <a:buFont typeface="Calibri"/>
              <a:buNone/>
              <a:defRPr sz="905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645921" y="5120642"/>
            <a:ext cx="29626561" cy="14483082"/>
          </a:xfrm>
          <a:prstGeom prst="rect">
            <a:avLst/>
          </a:prstGeom>
          <a:noFill/>
          <a:ln>
            <a:noFill/>
          </a:ln>
        </p:spPr>
        <p:txBody>
          <a:bodyPr spcFirstLastPara="1" wrap="square" lIns="376100" tIns="188050" rIns="376100" bIns="188050" anchor="t" anchorCtr="0">
            <a:normAutofit/>
          </a:bodyPr>
          <a:lstStyle>
            <a:lvl1pPr marL="457200" marR="0" lvl="0" indent="-647700" algn="l" rtl="0">
              <a:spcBef>
                <a:spcPts val="1320"/>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1pPr>
            <a:lvl2pPr marL="914400" marR="0" lvl="1" indent="-593725" algn="l" rtl="0">
              <a:spcBef>
                <a:spcPts val="1150"/>
              </a:spcBef>
              <a:spcAft>
                <a:spcPts val="0"/>
              </a:spcAft>
              <a:buClr>
                <a:schemeClr val="dk1"/>
              </a:buClr>
              <a:buSzPts val="5750"/>
              <a:buFont typeface="Arial"/>
              <a:buChar char="–"/>
              <a:defRPr sz="5750" b="0" i="0" u="none" strike="noStrike" cap="none">
                <a:solidFill>
                  <a:schemeClr val="dk1"/>
                </a:solidFill>
                <a:latin typeface="Calibri"/>
                <a:ea typeface="Calibri"/>
                <a:cs typeface="Calibri"/>
                <a:sym typeface="Calibri"/>
              </a:defRPr>
            </a:lvl2pPr>
            <a:lvl3pPr marL="1371600" marR="0" lvl="2" indent="-542925" algn="l" rtl="0">
              <a:spcBef>
                <a:spcPts val="990"/>
              </a:spcBef>
              <a:spcAft>
                <a:spcPts val="0"/>
              </a:spcAft>
              <a:buClr>
                <a:schemeClr val="dk1"/>
              </a:buClr>
              <a:buSzPts val="4950"/>
              <a:buFont typeface="Arial"/>
              <a:buChar char="•"/>
              <a:defRPr sz="4950" b="0" i="0" u="none" strike="noStrike" cap="none">
                <a:solidFill>
                  <a:schemeClr val="dk1"/>
                </a:solidFill>
                <a:latin typeface="Calibri"/>
                <a:ea typeface="Calibri"/>
                <a:cs typeface="Calibri"/>
                <a:sym typeface="Calibri"/>
              </a:defRPr>
            </a:lvl3pPr>
            <a:lvl4pPr marL="1828800" marR="0" lvl="3" indent="-488950" algn="l" rtl="0">
              <a:spcBef>
                <a:spcPts val="820"/>
              </a:spcBef>
              <a:spcAft>
                <a:spcPts val="0"/>
              </a:spcAft>
              <a:buClr>
                <a:schemeClr val="dk1"/>
              </a:buClr>
              <a:buSzPts val="4100"/>
              <a:buFont typeface="Arial"/>
              <a:buChar char="–"/>
              <a:defRPr sz="4100" b="0" i="0" u="none" strike="noStrike" cap="none">
                <a:solidFill>
                  <a:schemeClr val="dk1"/>
                </a:solidFill>
                <a:latin typeface="Calibri"/>
                <a:ea typeface="Calibri"/>
                <a:cs typeface="Calibri"/>
                <a:sym typeface="Calibri"/>
              </a:defRPr>
            </a:lvl4pPr>
            <a:lvl5pPr marL="2286000" marR="0" lvl="4" indent="-488950" algn="l" rtl="0">
              <a:spcBef>
                <a:spcPts val="820"/>
              </a:spcBef>
              <a:spcAft>
                <a:spcPts val="0"/>
              </a:spcAft>
              <a:buClr>
                <a:schemeClr val="dk1"/>
              </a:buClr>
              <a:buSzPts val="4100"/>
              <a:buFont typeface="Arial"/>
              <a:buChar char="»"/>
              <a:defRPr sz="4100" b="0" i="0" u="none" strike="noStrike" cap="none">
                <a:solidFill>
                  <a:schemeClr val="dk1"/>
                </a:solidFill>
                <a:latin typeface="Calibri"/>
                <a:ea typeface="Calibri"/>
                <a:cs typeface="Calibri"/>
                <a:sym typeface="Calibri"/>
              </a:defRPr>
            </a:lvl5pPr>
            <a:lvl6pPr marL="2743200" marR="0" lvl="5" indent="-488950" algn="l" rtl="0">
              <a:spcBef>
                <a:spcPts val="820"/>
              </a:spcBef>
              <a:spcAft>
                <a:spcPts val="0"/>
              </a:spcAft>
              <a:buClr>
                <a:schemeClr val="dk1"/>
              </a:buClr>
              <a:buSzPts val="4100"/>
              <a:buFont typeface="Arial"/>
              <a:buChar char="•"/>
              <a:defRPr sz="4100" b="0" i="0" u="none" strike="noStrike" cap="none">
                <a:solidFill>
                  <a:schemeClr val="dk1"/>
                </a:solidFill>
                <a:latin typeface="Calibri"/>
                <a:ea typeface="Calibri"/>
                <a:cs typeface="Calibri"/>
                <a:sym typeface="Calibri"/>
              </a:defRPr>
            </a:lvl6pPr>
            <a:lvl7pPr marL="3200400" marR="0" lvl="6" indent="-488950" algn="l" rtl="0">
              <a:spcBef>
                <a:spcPts val="820"/>
              </a:spcBef>
              <a:spcAft>
                <a:spcPts val="0"/>
              </a:spcAft>
              <a:buClr>
                <a:schemeClr val="dk1"/>
              </a:buClr>
              <a:buSzPts val="4100"/>
              <a:buFont typeface="Arial"/>
              <a:buChar char="•"/>
              <a:defRPr sz="4100" b="0" i="0" u="none" strike="noStrike" cap="none">
                <a:solidFill>
                  <a:schemeClr val="dk1"/>
                </a:solidFill>
                <a:latin typeface="Calibri"/>
                <a:ea typeface="Calibri"/>
                <a:cs typeface="Calibri"/>
                <a:sym typeface="Calibri"/>
              </a:defRPr>
            </a:lvl7pPr>
            <a:lvl8pPr marL="3657600" marR="0" lvl="7" indent="-488950" algn="l" rtl="0">
              <a:spcBef>
                <a:spcPts val="820"/>
              </a:spcBef>
              <a:spcAft>
                <a:spcPts val="0"/>
              </a:spcAft>
              <a:buClr>
                <a:schemeClr val="dk1"/>
              </a:buClr>
              <a:buSzPts val="4100"/>
              <a:buFont typeface="Arial"/>
              <a:buChar char="•"/>
              <a:defRPr sz="4100" b="0" i="0" u="none" strike="noStrike" cap="none">
                <a:solidFill>
                  <a:schemeClr val="dk1"/>
                </a:solidFill>
                <a:latin typeface="Calibri"/>
                <a:ea typeface="Calibri"/>
                <a:cs typeface="Calibri"/>
                <a:sym typeface="Calibri"/>
              </a:defRPr>
            </a:lvl8pPr>
            <a:lvl9pPr marL="4114800" marR="0" lvl="8" indent="-488950" algn="l" rtl="0">
              <a:spcBef>
                <a:spcPts val="820"/>
              </a:spcBef>
              <a:spcAft>
                <a:spcPts val="0"/>
              </a:spcAft>
              <a:buClr>
                <a:schemeClr val="dk1"/>
              </a:buClr>
              <a:buSzPts val="4100"/>
              <a:buFont typeface="Arial"/>
              <a:buChar char="•"/>
              <a:defRPr sz="41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1645920" y="20340324"/>
            <a:ext cx="7680960" cy="1168400"/>
          </a:xfrm>
          <a:prstGeom prst="rect">
            <a:avLst/>
          </a:prstGeom>
          <a:noFill/>
          <a:ln>
            <a:noFill/>
          </a:ln>
        </p:spPr>
        <p:txBody>
          <a:bodyPr spcFirstLastPara="1" wrap="square" lIns="376100" tIns="188050" rIns="376100" bIns="188050" anchor="ctr" anchorCtr="0">
            <a:noAutofit/>
          </a:bodyPr>
          <a:lstStyle>
            <a:lvl1pPr marR="0" lvl="0" algn="l" rtl="0">
              <a:spcBef>
                <a:spcPts val="0"/>
              </a:spcBef>
              <a:spcAft>
                <a:spcPts val="0"/>
              </a:spcAft>
              <a:buSzPts val="1400"/>
              <a:buNone/>
              <a:defRPr sz="245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11247120" y="20340324"/>
            <a:ext cx="10424160" cy="1168400"/>
          </a:xfrm>
          <a:prstGeom prst="rect">
            <a:avLst/>
          </a:prstGeom>
          <a:noFill/>
          <a:ln>
            <a:noFill/>
          </a:ln>
        </p:spPr>
        <p:txBody>
          <a:bodyPr spcFirstLastPara="1" wrap="square" lIns="376100" tIns="188050" rIns="376100" bIns="188050" anchor="ctr" anchorCtr="0">
            <a:noAutofit/>
          </a:bodyPr>
          <a:lstStyle>
            <a:lvl1pPr marR="0" lvl="0" algn="ctr" rtl="0">
              <a:spcBef>
                <a:spcPts val="0"/>
              </a:spcBef>
              <a:spcAft>
                <a:spcPts val="0"/>
              </a:spcAft>
              <a:buSzPts val="1400"/>
              <a:buNone/>
              <a:defRPr sz="245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5285"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23591520" y="20340324"/>
            <a:ext cx="7680960" cy="1168400"/>
          </a:xfrm>
          <a:prstGeom prst="rect">
            <a:avLst/>
          </a:prstGeom>
          <a:noFill/>
          <a:ln>
            <a:noFill/>
          </a:ln>
        </p:spPr>
        <p:txBody>
          <a:bodyPr spcFirstLastPara="1" wrap="square" lIns="376100" tIns="188050" rIns="376100" bIns="188050" anchor="ctr" anchorCtr="0">
            <a:noAutofit/>
          </a:bodyPr>
          <a:lstStyle>
            <a:lvl1pPr marL="0" marR="0" lvl="0" indent="0" algn="r" rtl="0">
              <a:spcBef>
                <a:spcPts val="0"/>
              </a:spcBef>
              <a:buNone/>
              <a:defRPr sz="2450" b="0" i="0" u="none" strike="noStrike" cap="none">
                <a:solidFill>
                  <a:srgbClr val="888888"/>
                </a:solidFill>
                <a:latin typeface="Calibri"/>
                <a:ea typeface="Calibri"/>
                <a:cs typeface="Calibri"/>
                <a:sym typeface="Calibri"/>
              </a:defRPr>
            </a:lvl1pPr>
            <a:lvl2pPr marL="0" marR="0" lvl="1" indent="0" algn="r" rtl="0">
              <a:spcBef>
                <a:spcPts val="0"/>
              </a:spcBef>
              <a:buNone/>
              <a:defRPr sz="2450" b="0" i="0" u="none" strike="noStrike" cap="none">
                <a:solidFill>
                  <a:srgbClr val="888888"/>
                </a:solidFill>
                <a:latin typeface="Calibri"/>
                <a:ea typeface="Calibri"/>
                <a:cs typeface="Calibri"/>
                <a:sym typeface="Calibri"/>
              </a:defRPr>
            </a:lvl2pPr>
            <a:lvl3pPr marL="0" marR="0" lvl="2" indent="0" algn="r" rtl="0">
              <a:spcBef>
                <a:spcPts val="0"/>
              </a:spcBef>
              <a:buNone/>
              <a:defRPr sz="2450" b="0" i="0" u="none" strike="noStrike" cap="none">
                <a:solidFill>
                  <a:srgbClr val="888888"/>
                </a:solidFill>
                <a:latin typeface="Calibri"/>
                <a:ea typeface="Calibri"/>
                <a:cs typeface="Calibri"/>
                <a:sym typeface="Calibri"/>
              </a:defRPr>
            </a:lvl3pPr>
            <a:lvl4pPr marL="0" marR="0" lvl="3" indent="0" algn="r" rtl="0">
              <a:spcBef>
                <a:spcPts val="0"/>
              </a:spcBef>
              <a:buNone/>
              <a:defRPr sz="2450" b="0" i="0" u="none" strike="noStrike" cap="none">
                <a:solidFill>
                  <a:srgbClr val="888888"/>
                </a:solidFill>
                <a:latin typeface="Calibri"/>
                <a:ea typeface="Calibri"/>
                <a:cs typeface="Calibri"/>
                <a:sym typeface="Calibri"/>
              </a:defRPr>
            </a:lvl4pPr>
            <a:lvl5pPr marL="0" marR="0" lvl="4" indent="0" algn="r" rtl="0">
              <a:spcBef>
                <a:spcPts val="0"/>
              </a:spcBef>
              <a:buNone/>
              <a:defRPr sz="2450" b="0" i="0" u="none" strike="noStrike" cap="none">
                <a:solidFill>
                  <a:srgbClr val="888888"/>
                </a:solidFill>
                <a:latin typeface="Calibri"/>
                <a:ea typeface="Calibri"/>
                <a:cs typeface="Calibri"/>
                <a:sym typeface="Calibri"/>
              </a:defRPr>
            </a:lvl5pPr>
            <a:lvl6pPr marL="0" marR="0" lvl="5" indent="0" algn="r" rtl="0">
              <a:spcBef>
                <a:spcPts val="0"/>
              </a:spcBef>
              <a:buNone/>
              <a:defRPr sz="2450" b="0" i="0" u="none" strike="noStrike" cap="none">
                <a:solidFill>
                  <a:srgbClr val="888888"/>
                </a:solidFill>
                <a:latin typeface="Calibri"/>
                <a:ea typeface="Calibri"/>
                <a:cs typeface="Calibri"/>
                <a:sym typeface="Calibri"/>
              </a:defRPr>
            </a:lvl6pPr>
            <a:lvl7pPr marL="0" marR="0" lvl="6" indent="0" algn="r" rtl="0">
              <a:spcBef>
                <a:spcPts val="0"/>
              </a:spcBef>
              <a:buNone/>
              <a:defRPr sz="2450" b="0" i="0" u="none" strike="noStrike" cap="none">
                <a:solidFill>
                  <a:srgbClr val="888888"/>
                </a:solidFill>
                <a:latin typeface="Calibri"/>
                <a:ea typeface="Calibri"/>
                <a:cs typeface="Calibri"/>
                <a:sym typeface="Calibri"/>
              </a:defRPr>
            </a:lvl7pPr>
            <a:lvl8pPr marL="0" marR="0" lvl="7" indent="0" algn="r" rtl="0">
              <a:spcBef>
                <a:spcPts val="0"/>
              </a:spcBef>
              <a:buNone/>
              <a:defRPr sz="2450" b="0" i="0" u="none" strike="noStrike" cap="none">
                <a:solidFill>
                  <a:srgbClr val="888888"/>
                </a:solidFill>
                <a:latin typeface="Calibri"/>
                <a:ea typeface="Calibri"/>
                <a:cs typeface="Calibri"/>
                <a:sym typeface="Calibri"/>
              </a:defRPr>
            </a:lvl8pPr>
            <a:lvl9pPr marL="0" marR="0" lvl="8" indent="0" algn="r" rtl="0">
              <a:spcBef>
                <a:spcPts val="0"/>
              </a:spcBef>
              <a:buNone/>
              <a:defRPr sz="24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1"/>
          <p:cNvPicPr preferRelativeResize="0"/>
          <p:nvPr/>
        </p:nvPicPr>
        <p:blipFill rotWithShape="1">
          <a:blip r:embed="rId13">
            <a:alphaModFix/>
          </a:blip>
          <a:srcRect/>
          <a:stretch/>
        </p:blipFill>
        <p:spPr>
          <a:xfrm rot="-5400000">
            <a:off x="-11074400" y="10972800"/>
            <a:ext cx="14274800" cy="3937000"/>
          </a:xfrm>
          <a:prstGeom prst="rect">
            <a:avLst/>
          </a:prstGeom>
          <a:noFill/>
          <a:ln>
            <a:noFill/>
          </a:ln>
        </p:spPr>
      </p:pic>
      <p:pic>
        <p:nvPicPr>
          <p:cNvPr id="16" name="Google Shape;16;p1"/>
          <p:cNvPicPr preferRelativeResize="0"/>
          <p:nvPr/>
        </p:nvPicPr>
        <p:blipFill rotWithShape="1">
          <a:blip r:embed="rId13">
            <a:alphaModFix/>
          </a:blip>
          <a:srcRect/>
          <a:stretch/>
        </p:blipFill>
        <p:spPr>
          <a:xfrm rot="5400000">
            <a:off x="29718000" y="10972800"/>
            <a:ext cx="14274800" cy="3937000"/>
          </a:xfrm>
          <a:prstGeom prst="rect">
            <a:avLst/>
          </a:prstGeom>
          <a:noFill/>
          <a:ln>
            <a:noFill/>
          </a:ln>
        </p:spPr>
      </p:pic>
      <p:pic>
        <p:nvPicPr>
          <p:cNvPr id="17" name="Google Shape;17;p1"/>
          <p:cNvPicPr preferRelativeResize="0"/>
          <p:nvPr/>
        </p:nvPicPr>
        <p:blipFill rotWithShape="1">
          <a:blip r:embed="rId14">
            <a:alphaModFix/>
          </a:blip>
          <a:srcRect/>
          <a:stretch/>
        </p:blipFill>
        <p:spPr>
          <a:xfrm>
            <a:off x="1460500" y="22453600"/>
            <a:ext cx="29997400" cy="1447800"/>
          </a:xfrm>
          <a:prstGeom prst="rect">
            <a:avLst/>
          </a:prstGeom>
          <a:noFill/>
          <a:ln>
            <a:noFill/>
          </a:ln>
        </p:spPr>
      </p:pic>
      <p:sp>
        <p:nvSpPr>
          <p:cNvPr id="18" name="Google Shape;18;p1"/>
          <p:cNvSpPr/>
          <p:nvPr/>
        </p:nvSpPr>
        <p:spPr>
          <a:xfrm>
            <a:off x="1460500" y="23025100"/>
            <a:ext cx="16459200" cy="127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560" b="0" i="0" u="none" strike="noStrike" cap="none">
                <a:solidFill>
                  <a:srgbClr val="808080"/>
                </a:solidFill>
                <a:latin typeface="Calibri"/>
                <a:ea typeface="Calibri"/>
                <a:cs typeface="Calibri"/>
                <a:sym typeface="Calibri"/>
              </a:rPr>
              <a:t>Template ID: inquisitalanchor  Size: 36x24</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8.jpg"/><Relationship Id="rId9" Type="http://schemas.openxmlformats.org/officeDocument/2006/relationships/image" Target="../media/image9.jpg"/><Relationship Id="rId10"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13"/>
          <p:cNvPicPr preferRelativeResize="0"/>
          <p:nvPr/>
        </p:nvPicPr>
        <p:blipFill rotWithShape="1">
          <a:blip r:embed="rId3">
            <a:alphaModFix/>
          </a:blip>
          <a:srcRect/>
          <a:stretch/>
        </p:blipFill>
        <p:spPr>
          <a:xfrm>
            <a:off x="0" y="19548438"/>
            <a:ext cx="32918400" cy="2397163"/>
          </a:xfrm>
          <a:prstGeom prst="rect">
            <a:avLst/>
          </a:prstGeom>
          <a:noFill/>
          <a:ln>
            <a:noFill/>
          </a:ln>
          <a:effectLst>
            <a:outerShdw blurRad="292100" dist="139700" dir="2700000" algn="tl" rotWithShape="0">
              <a:srgbClr val="333333">
                <a:alpha val="64705"/>
              </a:srgbClr>
            </a:outerShdw>
          </a:effectLst>
        </p:spPr>
      </p:pic>
      <p:pic>
        <p:nvPicPr>
          <p:cNvPr id="91" name="Google Shape;91;p13"/>
          <p:cNvPicPr preferRelativeResize="0"/>
          <p:nvPr/>
        </p:nvPicPr>
        <p:blipFill rotWithShape="1">
          <a:blip r:embed="rId4">
            <a:alphaModFix/>
          </a:blip>
          <a:srcRect/>
          <a:stretch/>
        </p:blipFill>
        <p:spPr>
          <a:xfrm>
            <a:off x="0" y="19992150"/>
            <a:ext cx="32918400" cy="1953450"/>
          </a:xfrm>
          <a:prstGeom prst="rect">
            <a:avLst/>
          </a:prstGeom>
          <a:noFill/>
          <a:ln>
            <a:noFill/>
          </a:ln>
        </p:spPr>
      </p:pic>
      <p:sp>
        <p:nvSpPr>
          <p:cNvPr id="92" name="Google Shape;92;p13"/>
          <p:cNvSpPr txBox="1"/>
          <p:nvPr/>
        </p:nvSpPr>
        <p:spPr>
          <a:xfrm>
            <a:off x="4308354" y="1180250"/>
            <a:ext cx="24384000" cy="1958293"/>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1140"/>
              </a:spcBef>
              <a:spcAft>
                <a:spcPts val="0"/>
              </a:spcAft>
              <a:buClr>
                <a:srgbClr val="505050"/>
              </a:buClr>
              <a:buSzPts val="5700"/>
              <a:buFont typeface="Nunito Black"/>
              <a:buNone/>
            </a:pPr>
            <a:r>
              <a:rPr lang="en-US" sz="5700" b="1" dirty="0">
                <a:solidFill>
                  <a:srgbClr val="505050"/>
                </a:solidFill>
                <a:latin typeface="Calibri"/>
                <a:ea typeface="Calibri"/>
                <a:cs typeface="Calibri"/>
                <a:sym typeface="Calibri"/>
              </a:rPr>
              <a:t>A Case of Granulomatosis with Polyangiitis in a 20-year-old Female</a:t>
            </a:r>
            <a:endParaRPr b="1" dirty="0">
              <a:latin typeface="Calibri"/>
              <a:ea typeface="Calibri"/>
              <a:cs typeface="Calibri"/>
              <a:sym typeface="Calibri"/>
            </a:endParaRPr>
          </a:p>
        </p:txBody>
      </p:sp>
      <p:sp>
        <p:nvSpPr>
          <p:cNvPr id="93" name="Google Shape;93;p13"/>
          <p:cNvSpPr txBox="1"/>
          <p:nvPr/>
        </p:nvSpPr>
        <p:spPr>
          <a:xfrm>
            <a:off x="4267200" y="2386275"/>
            <a:ext cx="24384000" cy="1655700"/>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Clr>
                <a:schemeClr val="dk1"/>
              </a:buClr>
              <a:buSzPts val="1100"/>
              <a:buFont typeface="Arial"/>
              <a:buNone/>
            </a:pPr>
            <a:r>
              <a:rPr lang="en-US" sz="2800" dirty="0">
                <a:solidFill>
                  <a:schemeClr val="dk1"/>
                </a:solidFill>
                <a:latin typeface="Calibri"/>
                <a:ea typeface="Calibri"/>
                <a:cs typeface="Calibri"/>
                <a:sym typeface="Calibri"/>
              </a:rPr>
              <a:t>Martin Young, MD, MS; </a:t>
            </a:r>
            <a:r>
              <a:rPr lang="en-US" sz="2800" dirty="0" err="1">
                <a:solidFill>
                  <a:srgbClr val="262626"/>
                </a:solidFill>
                <a:latin typeface="Calibri"/>
                <a:ea typeface="Calibri"/>
                <a:cs typeface="Calibri"/>
                <a:sym typeface="Calibri"/>
              </a:rPr>
              <a:t>Gullerana</a:t>
            </a:r>
            <a:r>
              <a:rPr lang="en-US" sz="2800" dirty="0">
                <a:solidFill>
                  <a:srgbClr val="262626"/>
                </a:solidFill>
                <a:latin typeface="Calibri"/>
                <a:ea typeface="Calibri"/>
                <a:cs typeface="Calibri"/>
                <a:sym typeface="Calibri"/>
              </a:rPr>
              <a:t> Ahmad, MD; Erick Melara MD; Shareen Purewal, BS; Ruqayya Gill, DO</a:t>
            </a:r>
            <a:r>
              <a:rPr lang="en-US" sz="2800" dirty="0">
                <a:solidFill>
                  <a:schemeClr val="dk1"/>
                </a:solidFill>
                <a:latin typeface="Calibri"/>
                <a:ea typeface="Calibri"/>
                <a:cs typeface="Calibri"/>
                <a:sym typeface="Calibri"/>
              </a:rPr>
              <a:t>​</a:t>
            </a:r>
            <a:endParaRPr sz="2800" dirty="0">
              <a:solidFill>
                <a:schemeClr val="dk1"/>
              </a:solidFill>
              <a:latin typeface="Calibri"/>
              <a:ea typeface="Calibri"/>
              <a:cs typeface="Calibri"/>
              <a:sym typeface="Calibri"/>
            </a:endParaRPr>
          </a:p>
          <a:p>
            <a:pPr marL="0" lvl="0" indent="0" algn="ctr" rtl="0">
              <a:lnSpc>
                <a:spcPct val="115000"/>
              </a:lnSpc>
              <a:spcBef>
                <a:spcPts val="0"/>
              </a:spcBef>
              <a:spcAft>
                <a:spcPts val="0"/>
              </a:spcAft>
              <a:buClr>
                <a:schemeClr val="dk1"/>
              </a:buClr>
              <a:buSzPts val="1100"/>
              <a:buFont typeface="Arial"/>
              <a:buNone/>
            </a:pPr>
            <a:r>
              <a:rPr lang="en-US" sz="2800" dirty="0">
                <a:solidFill>
                  <a:schemeClr val="dk1"/>
                </a:solidFill>
                <a:latin typeface="Calibri"/>
                <a:ea typeface="Calibri"/>
                <a:cs typeface="Calibri"/>
                <a:sym typeface="Calibri"/>
              </a:rPr>
              <a:t>Emergency Medicine Residency, Saint Agnes Medical Center, Fresno, CA</a:t>
            </a:r>
            <a:endParaRPr sz="2800" dirty="0">
              <a:solidFill>
                <a:schemeClr val="dk1"/>
              </a:solidFill>
              <a:latin typeface="Calibri"/>
              <a:ea typeface="Calibri"/>
              <a:cs typeface="Calibri"/>
              <a:sym typeface="Calibri"/>
            </a:endParaRPr>
          </a:p>
          <a:p>
            <a:pPr marL="0" marR="0" lvl="0" indent="0" algn="ctr" rtl="0">
              <a:lnSpc>
                <a:spcPct val="100000"/>
              </a:lnSpc>
              <a:spcBef>
                <a:spcPts val="740"/>
              </a:spcBef>
              <a:spcAft>
                <a:spcPts val="0"/>
              </a:spcAft>
              <a:buClr>
                <a:schemeClr val="dk1"/>
              </a:buClr>
              <a:buSzPts val="3700"/>
              <a:buFont typeface="Arial"/>
              <a:buNone/>
            </a:pPr>
            <a:endParaRPr sz="3700" dirty="0">
              <a:solidFill>
                <a:schemeClr val="dk1"/>
              </a:solidFill>
              <a:latin typeface="Open Sans"/>
              <a:ea typeface="Open Sans"/>
              <a:cs typeface="Open Sans"/>
              <a:sym typeface="Open Sans"/>
            </a:endParaRPr>
          </a:p>
        </p:txBody>
      </p:sp>
      <p:sp>
        <p:nvSpPr>
          <p:cNvPr id="94" name="Google Shape;94;p13"/>
          <p:cNvSpPr txBox="1"/>
          <p:nvPr/>
        </p:nvSpPr>
        <p:spPr>
          <a:xfrm>
            <a:off x="742950" y="5124928"/>
            <a:ext cx="7072200" cy="5713500"/>
          </a:xfrm>
          <a:prstGeom prst="rect">
            <a:avLst/>
          </a:prstGeom>
          <a:noFill/>
          <a:ln>
            <a:noFill/>
          </a:ln>
        </p:spPr>
        <p:txBody>
          <a:bodyPr spcFirstLastPara="1" wrap="square" lIns="60925" tIns="30450" rIns="60925" bIns="30450" anchor="t" anchorCtr="0">
            <a:spAutoFit/>
          </a:bodyPr>
          <a:lstStyle/>
          <a:p>
            <a:pPr marL="0" marR="0" lvl="0" indent="0" algn="just" rtl="0">
              <a:lnSpc>
                <a:spcPct val="110000"/>
              </a:lnSpc>
              <a:spcBef>
                <a:spcPts val="0"/>
              </a:spcBef>
              <a:spcAft>
                <a:spcPts val="0"/>
              </a:spcAft>
              <a:buNone/>
            </a:pPr>
            <a:r>
              <a:rPr lang="en-US" sz="2400">
                <a:solidFill>
                  <a:schemeClr val="dk1"/>
                </a:solidFill>
                <a:latin typeface="Calibri"/>
                <a:ea typeface="Calibri"/>
                <a:cs typeface="Calibri"/>
                <a:sym typeface="Calibri"/>
              </a:rPr>
              <a:t>Granulomatosis with Polyangiitis (GPA), formerly Wegener’s granulomatosis, is a rare, potentially life-threatening autoimmune vasculitis characterized by inflammation of blood vessels and granuloma formation, often leading to organ damage. It commonly affects the respiratory tract but can involve multiple  systems. Though the exact cause is unknown, GPA is believed to result from an abnormal immune response. Treatment typically includes corticosteroids and immunosuppressive agents. GPA most often occurs in Caucasian males aged 30–50 and is associated with a history of autoimmune disease. This case is notable for its presentation in a previously healthy 20-year-old female—an uncommon demographic for GPA.</a:t>
            </a:r>
            <a:endParaRPr/>
          </a:p>
        </p:txBody>
      </p:sp>
      <p:sp>
        <p:nvSpPr>
          <p:cNvPr id="95" name="Google Shape;95;p13"/>
          <p:cNvSpPr txBox="1"/>
          <p:nvPr/>
        </p:nvSpPr>
        <p:spPr>
          <a:xfrm>
            <a:off x="8863013" y="5124928"/>
            <a:ext cx="7072200" cy="9264600"/>
          </a:xfrm>
          <a:prstGeom prst="rect">
            <a:avLst/>
          </a:prstGeom>
          <a:noFill/>
          <a:ln>
            <a:noFill/>
          </a:ln>
        </p:spPr>
        <p:txBody>
          <a:bodyPr spcFirstLastPara="1" wrap="square" lIns="60925" tIns="30450" rIns="60925" bIns="30450" anchor="t" anchorCtr="0">
            <a:spAutoFit/>
          </a:bodyPr>
          <a:lstStyle/>
          <a:p>
            <a:pPr marL="0" lvl="0" indent="0" algn="just" rtl="0">
              <a:lnSpc>
                <a:spcPct val="115000"/>
              </a:lnSpc>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Initial ED labs revealed hyponatremia (127), elevated LDH (279), hypophosphatemia (1.9), leukocytosis (12.3), and anemia (Hgb 7.4 to 6.3), requiring transfusion. Chest imaging showed multifocal consolidation and cavitary lesions, suggesting pneumonia or diffuse alveolar hemorrhage (DAH). These findings, alongside respiratory failure, hemoptysis, and anemia, raised concerns for opportunistic infections, fungal pneumonias, and vasculitis. Autoimmune testing confirmed PR3-ANCA positivity, strongly indicating Granulomatosis with Polyangiitis (GPA).​Bronchoscopy confirmed granulomatous inflammation. During her two-week ICU stay, she received plasmapheresis, high-dose corticosteroids, Rituxan, and Bactrim prophylaxis. She was transferred for higher-level care but was downgraded, making her ineligible for the ICU transfer. After two additional weeks in the hospital, she was discharged with outpatient follow-up in transplant, pulmonology, and rheumatology.​</a:t>
            </a:r>
            <a:endParaRPr sz="23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US" sz="2300">
                <a:solidFill>
                  <a:schemeClr val="dk1"/>
                </a:solidFill>
                <a:latin typeface="Calibri"/>
                <a:ea typeface="Calibri"/>
                <a:cs typeface="Calibri"/>
                <a:sym typeface="Calibri"/>
              </a:rPr>
              <a:t>Seven days post-discharge, she presented with left leg pain and edema, diagnosed with a left femoral vein DVT. She was treated with anticoagulation and interventional radiology consultation, discharged after a three-day stay</a:t>
            </a:r>
            <a:r>
              <a:rPr lang="en-US" sz="2300">
                <a:solidFill>
                  <a:schemeClr val="dk1"/>
                </a:solidFill>
                <a:highlight>
                  <a:srgbClr val="F5F5F5"/>
                </a:highlight>
                <a:latin typeface="Calibri"/>
                <a:ea typeface="Calibri"/>
                <a:cs typeface="Calibri"/>
                <a:sym typeface="Calibri"/>
              </a:rPr>
              <a:t>.</a:t>
            </a:r>
            <a:endParaRPr sz="2300">
              <a:solidFill>
                <a:schemeClr val="dk1"/>
              </a:solidFill>
              <a:highlight>
                <a:srgbClr val="F5F5F5"/>
              </a:highlight>
              <a:latin typeface="Calibri"/>
              <a:ea typeface="Calibri"/>
              <a:cs typeface="Calibri"/>
              <a:sym typeface="Calibri"/>
            </a:endParaRPr>
          </a:p>
          <a:p>
            <a:pPr marL="0" marR="0" lvl="0" indent="0" algn="just" rtl="0">
              <a:lnSpc>
                <a:spcPct val="110000"/>
              </a:lnSpc>
              <a:spcBef>
                <a:spcPts val="0"/>
              </a:spcBef>
              <a:spcAft>
                <a:spcPts val="0"/>
              </a:spcAft>
              <a:buNone/>
            </a:pPr>
            <a:endParaRPr sz="1600">
              <a:solidFill>
                <a:schemeClr val="dk1"/>
              </a:solidFill>
              <a:latin typeface="Open Sans"/>
              <a:ea typeface="Open Sans"/>
              <a:cs typeface="Open Sans"/>
              <a:sym typeface="Open Sans"/>
            </a:endParaRPr>
          </a:p>
        </p:txBody>
      </p:sp>
      <p:sp>
        <p:nvSpPr>
          <p:cNvPr id="96" name="Google Shape;96;p13"/>
          <p:cNvSpPr txBox="1"/>
          <p:nvPr/>
        </p:nvSpPr>
        <p:spPr>
          <a:xfrm>
            <a:off x="25103138" y="5124928"/>
            <a:ext cx="7072200" cy="6732600"/>
          </a:xfrm>
          <a:prstGeom prst="rect">
            <a:avLst/>
          </a:prstGeom>
          <a:noFill/>
          <a:ln>
            <a:noFill/>
          </a:ln>
        </p:spPr>
        <p:txBody>
          <a:bodyPr spcFirstLastPara="1" wrap="square" lIns="60925" tIns="30450" rIns="60925" bIns="30450" anchor="t" anchorCtr="0">
            <a:spAutoFit/>
          </a:bodyPr>
          <a:lstStyle/>
          <a:p>
            <a:pPr marL="0" marR="0" lvl="0" indent="0" algn="just" rtl="0">
              <a:lnSpc>
                <a:spcPct val="110000"/>
              </a:lnSpc>
              <a:spcBef>
                <a:spcPts val="0"/>
              </a:spcBef>
              <a:spcAft>
                <a:spcPts val="0"/>
              </a:spcAft>
              <a:buNone/>
            </a:pPr>
            <a:r>
              <a:rPr lang="en-US" sz="2200">
                <a:solidFill>
                  <a:schemeClr val="dk1"/>
                </a:solidFill>
                <a:latin typeface="Calibri"/>
                <a:ea typeface="Calibri"/>
                <a:cs typeface="Calibri"/>
                <a:sym typeface="Calibri"/>
              </a:rPr>
              <a:t>This case involves a previously healthy 20-year-old female who initially presented with anemia and arthralgias, later returning in respiratory failure, pneumosepsis, and worsened anemia. Although systemic vasculitis was not initially suspected, imaging revealed cavitary lesions and a drop in hemoglobin likely due to diffuse alveolar hemorrhage (DAH), prompting a comprehensive autoimmune workup and treatment. Granulomatosis with polyangiitis (GPA) is a potentially fatal condition, with 80% of cases leading to death within a year without appropriate treatment, underscoring the importance of early diagnosis to prevent irreversible organ damage. While GPA typically presents in the fourth to sixth decades of life, this case highlights the need to consider it in younger patients presenting with pneumonia, respiratory failure, and hemoptysis. Hemoptysis and cavitary lesions in GPA are often caused by alveolar hemorrhage and necrotizing granulomas, which can mimic severe pneumonia.</a:t>
            </a:r>
            <a:endParaRPr/>
          </a:p>
        </p:txBody>
      </p:sp>
      <p:sp>
        <p:nvSpPr>
          <p:cNvPr id="97" name="Google Shape;97;p13"/>
          <p:cNvSpPr txBox="1"/>
          <p:nvPr/>
        </p:nvSpPr>
        <p:spPr>
          <a:xfrm>
            <a:off x="638200" y="11651655"/>
            <a:ext cx="7072200" cy="7530000"/>
          </a:xfrm>
          <a:prstGeom prst="rect">
            <a:avLst/>
          </a:prstGeom>
          <a:noFill/>
          <a:ln>
            <a:noFill/>
          </a:ln>
        </p:spPr>
        <p:txBody>
          <a:bodyPr spcFirstLastPara="1" wrap="square" lIns="60925" tIns="30450" rIns="60925" bIns="30450" anchor="t" anchorCtr="0">
            <a:spAutoFit/>
          </a:bodyPr>
          <a:lstStyle/>
          <a:p>
            <a:pPr marL="0" lvl="0" indent="0" algn="just" rtl="0">
              <a:lnSpc>
                <a:spcPct val="115000"/>
              </a:lnSpc>
              <a:spcBef>
                <a:spcPts val="0"/>
              </a:spcBef>
              <a:spcAft>
                <a:spcPts val="0"/>
              </a:spcAft>
              <a:buClr>
                <a:schemeClr val="dk1"/>
              </a:buClr>
              <a:buSzPts val="1100"/>
              <a:buFont typeface="Arial"/>
              <a:buNone/>
            </a:pPr>
            <a:r>
              <a:rPr lang="en-US" sz="2400" dirty="0">
                <a:solidFill>
                  <a:schemeClr val="dk1"/>
                </a:solidFill>
                <a:latin typeface="Calibri"/>
                <a:ea typeface="Calibri"/>
                <a:cs typeface="Calibri"/>
                <a:sym typeface="Calibri"/>
              </a:rPr>
              <a:t>A 20-year-old Hispanic female with a history of anemia presented to the ED with three days of joint stiffness, worse in the morning. Vitals showed sinus tachycardia (HR 104); she appeared pale but had no joint swelling or deformities. Labs revealed anemia (Hgb 7.4) and elevated inflammatory markers (ESR 67, CRP 38.3). She was discharged with iron, ondansetron, and ibuprofen.​</a:t>
            </a:r>
            <a:endParaRPr sz="2400" dirty="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US" sz="2400" dirty="0">
                <a:solidFill>
                  <a:schemeClr val="dk1"/>
                </a:solidFill>
                <a:latin typeface="Calibri"/>
                <a:ea typeface="Calibri"/>
                <a:cs typeface="Calibri"/>
                <a:sym typeface="Calibri"/>
              </a:rPr>
              <a:t>Four days later, she returned with fever (100.9°F), tachycardia (HR 152), hemoptysis, and respiratory distress (SpO₂ 85% on room air), requiring high-flow oxygen. She appeared ill and near respiratory failure. Differential included PE, pneumonia, sepsis, coccidioidomycosis, and coagulopathies. Sepsis workup, broad-spectrum antibiotics, antifungals, and CT angiography were initiated; critical care was consulted  due to rapid decompensation and was admitted to the ICU as an intubation watch</a:t>
            </a:r>
            <a:r>
              <a:rPr lang="en-US" sz="2400" dirty="0">
                <a:solidFill>
                  <a:schemeClr val="dk1"/>
                </a:solidFill>
                <a:highlight>
                  <a:srgbClr val="F5F5F5"/>
                </a:highlight>
                <a:latin typeface="Calibri"/>
                <a:ea typeface="Calibri"/>
                <a:cs typeface="Calibri"/>
                <a:sym typeface="Calibri"/>
              </a:rPr>
              <a:t>.</a:t>
            </a:r>
            <a:endParaRPr sz="2400" dirty="0">
              <a:solidFill>
                <a:schemeClr val="dk1"/>
              </a:solidFill>
              <a:highlight>
                <a:srgbClr val="F5F5F5"/>
              </a:highlight>
              <a:latin typeface="Calibri"/>
              <a:ea typeface="Calibri"/>
              <a:cs typeface="Calibri"/>
              <a:sym typeface="Calibri"/>
            </a:endParaRPr>
          </a:p>
          <a:p>
            <a:pPr marL="0" marR="0" lvl="0" indent="0" algn="just" rtl="0">
              <a:lnSpc>
                <a:spcPct val="110000"/>
              </a:lnSpc>
              <a:spcBef>
                <a:spcPts val="0"/>
              </a:spcBef>
              <a:spcAft>
                <a:spcPts val="0"/>
              </a:spcAft>
              <a:buNone/>
            </a:pPr>
            <a:endParaRPr sz="1600" dirty="0">
              <a:solidFill>
                <a:schemeClr val="dk1"/>
              </a:solidFill>
              <a:latin typeface="Open Sans"/>
              <a:ea typeface="Open Sans"/>
              <a:cs typeface="Open Sans"/>
              <a:sym typeface="Open Sans"/>
            </a:endParaRPr>
          </a:p>
        </p:txBody>
      </p:sp>
      <p:sp>
        <p:nvSpPr>
          <p:cNvPr id="98" name="Google Shape;98;p13"/>
          <p:cNvSpPr txBox="1"/>
          <p:nvPr/>
        </p:nvSpPr>
        <p:spPr>
          <a:xfrm>
            <a:off x="25103138" y="12793505"/>
            <a:ext cx="7072200" cy="8379600"/>
          </a:xfrm>
          <a:prstGeom prst="rect">
            <a:avLst/>
          </a:prstGeom>
          <a:noFill/>
          <a:ln>
            <a:noFill/>
          </a:ln>
        </p:spPr>
        <p:txBody>
          <a:bodyPr spcFirstLastPara="1" wrap="square" lIns="60925" tIns="30450" rIns="60925" bIns="30450" anchor="t" anchorCtr="0">
            <a:spAutoFit/>
          </a:bodyPr>
          <a:lstStyle/>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1. Patients presenting with hemoptysis, concern for pneumosepsis, and in respiratory failure should include a systemic vasculitis in the differential diagnosis. ​</a:t>
            </a:r>
            <a:endParaRPr sz="24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2. An early multimodal treatment approach of high-dose steroids, biologics, immunosuppression, and plasmapheresis may prove to be lifesaving.​</a:t>
            </a:r>
            <a:endParaRPr sz="24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3. Timely resuscitation and escalation of care are critical, especially in patients with atypical or evolving presentations. This case highlights the importance of clinical judgment—despite not meeting traditional ICU admission criteria, the patient’s rapid deterioration and overall clinical picture warranted higher-level care. Early sepsis management, including transfusion and broad-spectrum coverage, should not be delayed. When concern persists despite inconclusive findings, proactive communication and early critical care consultation can significantly impact outcomes.</a:t>
            </a:r>
            <a:endParaRPr sz="2400">
              <a:solidFill>
                <a:schemeClr val="dk1"/>
              </a:solidFill>
              <a:latin typeface="Calibri"/>
              <a:ea typeface="Calibri"/>
              <a:cs typeface="Calibri"/>
              <a:sym typeface="Calibri"/>
            </a:endParaRPr>
          </a:p>
          <a:p>
            <a:pPr marL="0" marR="0" lvl="0" indent="0" algn="just" rtl="0">
              <a:lnSpc>
                <a:spcPct val="110000"/>
              </a:lnSpc>
              <a:spcBef>
                <a:spcPts val="0"/>
              </a:spcBef>
              <a:spcAft>
                <a:spcPts val="0"/>
              </a:spcAft>
              <a:buNone/>
            </a:pPr>
            <a:endParaRPr sz="1600">
              <a:solidFill>
                <a:schemeClr val="dk1"/>
              </a:solidFill>
              <a:latin typeface="Open Sans"/>
              <a:ea typeface="Open Sans"/>
              <a:cs typeface="Open Sans"/>
              <a:sym typeface="Open Sans"/>
            </a:endParaRPr>
          </a:p>
        </p:txBody>
      </p:sp>
      <p:sp>
        <p:nvSpPr>
          <p:cNvPr id="99" name="Google Shape;99;p13"/>
          <p:cNvSpPr/>
          <p:nvPr/>
        </p:nvSpPr>
        <p:spPr>
          <a:xfrm>
            <a:off x="742950" y="4406201"/>
            <a:ext cx="7072312" cy="649188"/>
          </a:xfrm>
          <a:prstGeom prst="round2DiagRect">
            <a:avLst>
              <a:gd name="adj1" fmla="val 50000"/>
              <a:gd name="adj2" fmla="val 0"/>
            </a:avLst>
          </a:prstGeom>
          <a:solidFill>
            <a:srgbClr val="B41E1E"/>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i="0" u="none" strike="noStrike" cap="none">
                <a:solidFill>
                  <a:schemeClr val="lt1"/>
                </a:solidFill>
                <a:latin typeface="Nunito"/>
                <a:ea typeface="Nunito"/>
                <a:cs typeface="Nunito"/>
                <a:sym typeface="Nunito"/>
              </a:rPr>
              <a:t>Introduction</a:t>
            </a:r>
            <a:endParaRPr/>
          </a:p>
        </p:txBody>
      </p:sp>
      <p:sp>
        <p:nvSpPr>
          <p:cNvPr id="100" name="Google Shape;100;p13"/>
          <p:cNvSpPr/>
          <p:nvPr/>
        </p:nvSpPr>
        <p:spPr>
          <a:xfrm>
            <a:off x="638200" y="11002452"/>
            <a:ext cx="7072200" cy="649200"/>
          </a:xfrm>
          <a:prstGeom prst="round2DiagRect">
            <a:avLst>
              <a:gd name="adj1" fmla="val 50000"/>
              <a:gd name="adj2" fmla="val 0"/>
            </a:avLst>
          </a:prstGeom>
          <a:solidFill>
            <a:srgbClr val="B41E1E"/>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lt1"/>
                </a:solidFill>
                <a:latin typeface="Nunito"/>
                <a:ea typeface="Nunito"/>
                <a:cs typeface="Nunito"/>
                <a:sym typeface="Nunito"/>
              </a:rPr>
              <a:t>Patient Presentation </a:t>
            </a:r>
            <a:endParaRPr/>
          </a:p>
        </p:txBody>
      </p:sp>
      <p:sp>
        <p:nvSpPr>
          <p:cNvPr id="101" name="Google Shape;101;p13"/>
          <p:cNvSpPr/>
          <p:nvPr/>
        </p:nvSpPr>
        <p:spPr>
          <a:xfrm>
            <a:off x="8863013" y="4406201"/>
            <a:ext cx="15192375" cy="649188"/>
          </a:xfrm>
          <a:prstGeom prst="round2DiagRect">
            <a:avLst>
              <a:gd name="adj1" fmla="val 50000"/>
              <a:gd name="adj2" fmla="val 0"/>
            </a:avLst>
          </a:prstGeom>
          <a:solidFill>
            <a:srgbClr val="B41E1E"/>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lt1"/>
                </a:solidFill>
                <a:latin typeface="Nunito"/>
                <a:ea typeface="Nunito"/>
                <a:cs typeface="Nunito"/>
                <a:sym typeface="Nunito"/>
              </a:rPr>
              <a:t>Work Up and Management </a:t>
            </a:r>
            <a:endParaRPr/>
          </a:p>
        </p:txBody>
      </p:sp>
      <p:sp>
        <p:nvSpPr>
          <p:cNvPr id="102" name="Google Shape;102;p13"/>
          <p:cNvSpPr/>
          <p:nvPr/>
        </p:nvSpPr>
        <p:spPr>
          <a:xfrm>
            <a:off x="25103138" y="4406200"/>
            <a:ext cx="7072312" cy="649188"/>
          </a:xfrm>
          <a:prstGeom prst="round2DiagRect">
            <a:avLst>
              <a:gd name="adj1" fmla="val 50000"/>
              <a:gd name="adj2" fmla="val 0"/>
            </a:avLst>
          </a:prstGeom>
          <a:solidFill>
            <a:srgbClr val="B41E1E"/>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lt1"/>
                </a:solidFill>
                <a:latin typeface="Nunito"/>
                <a:ea typeface="Nunito"/>
                <a:cs typeface="Nunito"/>
                <a:sym typeface="Nunito"/>
              </a:rPr>
              <a:t>Conclusion</a:t>
            </a:r>
            <a:endParaRPr/>
          </a:p>
        </p:txBody>
      </p:sp>
      <p:sp>
        <p:nvSpPr>
          <p:cNvPr id="103" name="Google Shape;103;p13"/>
          <p:cNvSpPr/>
          <p:nvPr/>
        </p:nvSpPr>
        <p:spPr>
          <a:xfrm>
            <a:off x="25103138" y="12081452"/>
            <a:ext cx="7072312" cy="649188"/>
          </a:xfrm>
          <a:prstGeom prst="round2DiagRect">
            <a:avLst>
              <a:gd name="adj1" fmla="val 50000"/>
              <a:gd name="adj2" fmla="val 0"/>
            </a:avLst>
          </a:prstGeom>
          <a:solidFill>
            <a:srgbClr val="B41E1E"/>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lt1"/>
                </a:solidFill>
                <a:latin typeface="Nunito"/>
                <a:ea typeface="Nunito"/>
                <a:cs typeface="Nunito"/>
                <a:sym typeface="Nunito"/>
              </a:rPr>
              <a:t>Key Points</a:t>
            </a:r>
            <a:endParaRPr/>
          </a:p>
        </p:txBody>
      </p:sp>
      <p:pic>
        <p:nvPicPr>
          <p:cNvPr id="104" name="Google Shape;104;p13" descr="A close-up of a chest x-ray&#10;&#10;AI-generated content may be incorrect."/>
          <p:cNvPicPr preferRelativeResize="0"/>
          <p:nvPr/>
        </p:nvPicPr>
        <p:blipFill>
          <a:blip r:embed="rId5">
            <a:alphaModFix/>
          </a:blip>
          <a:stretch>
            <a:fillRect/>
          </a:stretch>
        </p:blipFill>
        <p:spPr>
          <a:xfrm>
            <a:off x="8863025" y="14534724"/>
            <a:ext cx="3309925" cy="3620500"/>
          </a:xfrm>
          <a:prstGeom prst="rect">
            <a:avLst/>
          </a:prstGeom>
          <a:noFill/>
          <a:ln>
            <a:noFill/>
          </a:ln>
        </p:spPr>
      </p:pic>
      <p:sp>
        <p:nvSpPr>
          <p:cNvPr id="105" name="Google Shape;105;p13"/>
          <p:cNvSpPr txBox="1"/>
          <p:nvPr/>
        </p:nvSpPr>
        <p:spPr>
          <a:xfrm>
            <a:off x="9015425" y="14687113"/>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t> </a:t>
            </a:r>
            <a:endParaRPr/>
          </a:p>
        </p:txBody>
      </p:sp>
      <p:pic>
        <p:nvPicPr>
          <p:cNvPr id="106" name="Google Shape;106;p13" descr="A close-up of an x-ray of a lung&#10;&#10;AI-generated content may be incorrect."/>
          <p:cNvPicPr preferRelativeResize="0"/>
          <p:nvPr/>
        </p:nvPicPr>
        <p:blipFill>
          <a:blip r:embed="rId6">
            <a:alphaModFix/>
          </a:blip>
          <a:stretch>
            <a:fillRect/>
          </a:stretch>
        </p:blipFill>
        <p:spPr>
          <a:xfrm>
            <a:off x="12287250" y="14534725"/>
            <a:ext cx="4314825" cy="3524675"/>
          </a:xfrm>
          <a:prstGeom prst="rect">
            <a:avLst/>
          </a:prstGeom>
          <a:noFill/>
          <a:ln>
            <a:noFill/>
          </a:ln>
        </p:spPr>
      </p:pic>
      <p:sp>
        <p:nvSpPr>
          <p:cNvPr id="107" name="Google Shape;107;p13"/>
          <p:cNvSpPr txBox="1"/>
          <p:nvPr/>
        </p:nvSpPr>
        <p:spPr>
          <a:xfrm>
            <a:off x="12439650" y="14687125"/>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t> </a:t>
            </a:r>
            <a:endParaRPr/>
          </a:p>
        </p:txBody>
      </p:sp>
      <p:sp>
        <p:nvSpPr>
          <p:cNvPr id="108" name="Google Shape;108;p13"/>
          <p:cNvSpPr txBox="1"/>
          <p:nvPr/>
        </p:nvSpPr>
        <p:spPr>
          <a:xfrm>
            <a:off x="8863025" y="18299700"/>
            <a:ext cx="7705800" cy="102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dirty="0">
                <a:solidFill>
                  <a:schemeClr val="dk1"/>
                </a:solidFill>
                <a:latin typeface="Calibri"/>
                <a:ea typeface="Calibri"/>
                <a:cs typeface="Calibri"/>
                <a:sym typeface="Calibri"/>
              </a:rPr>
              <a:t>CT Chest Day 1: </a:t>
            </a:r>
            <a:r>
              <a:rPr lang="en-US" sz="1800" dirty="0">
                <a:solidFill>
                  <a:schemeClr val="dk1"/>
                </a:solidFill>
                <a:latin typeface="Calibri"/>
                <a:ea typeface="Calibri"/>
                <a:cs typeface="Calibri"/>
                <a:sym typeface="Calibri"/>
              </a:rPr>
              <a:t>Large multifocal consolidation throughout the right upper lobe and bilateral lower lobes and additional smaller patchy opacities in the left upper lobe are compatible with severe multifocal pneumonia or asymmetric pulmonary edema. Red arrows showing cavitary lesions</a:t>
            </a:r>
            <a:r>
              <a:rPr lang="en-US" sz="1800" dirty="0">
                <a:solidFill>
                  <a:schemeClr val="dk1"/>
                </a:solidFill>
                <a:highlight>
                  <a:srgbClr val="F5F5F5"/>
                </a:highlight>
                <a:latin typeface="Calibri"/>
                <a:ea typeface="Calibri"/>
                <a:cs typeface="Calibri"/>
                <a:sym typeface="Calibri"/>
              </a:rPr>
              <a:t>.</a:t>
            </a:r>
            <a:endParaRPr sz="6600" dirty="0">
              <a:solidFill>
                <a:schemeClr val="dk1"/>
              </a:solidFill>
              <a:latin typeface="Calibri"/>
              <a:ea typeface="Calibri"/>
              <a:cs typeface="Calibri"/>
              <a:sym typeface="Calibri"/>
            </a:endParaRPr>
          </a:p>
        </p:txBody>
      </p:sp>
      <p:pic>
        <p:nvPicPr>
          <p:cNvPr id="109" name="Google Shape;109;p13" descr="A x-ray of a chest&#10;&#10;AI-generated content may be incorrect."/>
          <p:cNvPicPr preferRelativeResize="0"/>
          <p:nvPr/>
        </p:nvPicPr>
        <p:blipFill>
          <a:blip r:embed="rId7">
            <a:alphaModFix/>
          </a:blip>
          <a:stretch>
            <a:fillRect/>
          </a:stretch>
        </p:blipFill>
        <p:spPr>
          <a:xfrm>
            <a:off x="17564100" y="5248000"/>
            <a:ext cx="4914900" cy="5467350"/>
          </a:xfrm>
          <a:prstGeom prst="rect">
            <a:avLst/>
          </a:prstGeom>
          <a:noFill/>
          <a:ln>
            <a:noFill/>
          </a:ln>
        </p:spPr>
      </p:pic>
      <p:sp>
        <p:nvSpPr>
          <p:cNvPr id="110" name="Google Shape;110;p13"/>
          <p:cNvSpPr txBox="1"/>
          <p:nvPr/>
        </p:nvSpPr>
        <p:spPr>
          <a:xfrm>
            <a:off x="17716500" y="540040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t> </a:t>
            </a:r>
            <a:endParaRPr/>
          </a:p>
        </p:txBody>
      </p:sp>
      <p:sp>
        <p:nvSpPr>
          <p:cNvPr id="111" name="Google Shape;111;p13"/>
          <p:cNvSpPr txBox="1"/>
          <p:nvPr/>
        </p:nvSpPr>
        <p:spPr>
          <a:xfrm>
            <a:off x="17087850" y="10907950"/>
            <a:ext cx="6096000" cy="83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solidFill>
                  <a:schemeClr val="dk1"/>
                </a:solidFill>
                <a:highlight>
                  <a:srgbClr val="F5F5F5"/>
                </a:highlight>
                <a:latin typeface="Calibri"/>
                <a:ea typeface="Calibri"/>
                <a:cs typeface="Calibri"/>
                <a:sym typeface="Calibri"/>
              </a:rPr>
              <a:t>Cxr Day1</a:t>
            </a:r>
            <a:r>
              <a:rPr lang="en-US" sz="2000">
                <a:solidFill>
                  <a:schemeClr val="dk1"/>
                </a:solidFill>
                <a:highlight>
                  <a:srgbClr val="F5F5F5"/>
                </a:highlight>
                <a:latin typeface="Calibri"/>
                <a:ea typeface="Calibri"/>
                <a:cs typeface="Calibri"/>
                <a:sym typeface="Calibri"/>
              </a:rPr>
              <a:t>:  Small volume bilateral pleural effusions with associated atelectasis and consolidations</a:t>
            </a:r>
            <a:endParaRPr sz="6600">
              <a:solidFill>
                <a:schemeClr val="dk1"/>
              </a:solidFill>
              <a:latin typeface="Calibri"/>
              <a:ea typeface="Calibri"/>
              <a:cs typeface="Calibri"/>
              <a:sym typeface="Calibri"/>
            </a:endParaRPr>
          </a:p>
        </p:txBody>
      </p:sp>
      <p:pic>
        <p:nvPicPr>
          <p:cNvPr id="112" name="Google Shape;112;p13" descr="A close-up of a chest x-ray&#10;&#10;AI-generated content may be incorrect."/>
          <p:cNvPicPr preferRelativeResize="0"/>
          <p:nvPr/>
        </p:nvPicPr>
        <p:blipFill>
          <a:blip r:embed="rId8">
            <a:alphaModFix/>
          </a:blip>
          <a:stretch>
            <a:fillRect/>
          </a:stretch>
        </p:blipFill>
        <p:spPr>
          <a:xfrm>
            <a:off x="17087850" y="12952169"/>
            <a:ext cx="3219450" cy="4424581"/>
          </a:xfrm>
          <a:prstGeom prst="rect">
            <a:avLst/>
          </a:prstGeom>
          <a:noFill/>
          <a:ln>
            <a:noFill/>
          </a:ln>
        </p:spPr>
      </p:pic>
      <p:pic>
        <p:nvPicPr>
          <p:cNvPr id="113" name="Google Shape;113;p13" descr="A close-up of a chest x-ray&#10;&#10;AI-generated content may be incorrect."/>
          <p:cNvPicPr preferRelativeResize="0"/>
          <p:nvPr/>
        </p:nvPicPr>
        <p:blipFill>
          <a:blip r:embed="rId9">
            <a:alphaModFix/>
          </a:blip>
          <a:stretch>
            <a:fillRect/>
          </a:stretch>
        </p:blipFill>
        <p:spPr>
          <a:xfrm>
            <a:off x="20307300" y="12952175"/>
            <a:ext cx="4305300" cy="4343412"/>
          </a:xfrm>
          <a:prstGeom prst="rect">
            <a:avLst/>
          </a:prstGeom>
          <a:noFill/>
          <a:ln>
            <a:noFill/>
          </a:ln>
        </p:spPr>
      </p:pic>
      <p:sp>
        <p:nvSpPr>
          <p:cNvPr id="114" name="Google Shape;114;p13"/>
          <p:cNvSpPr txBox="1"/>
          <p:nvPr/>
        </p:nvSpPr>
        <p:spPr>
          <a:xfrm>
            <a:off x="17221200" y="18040350"/>
            <a:ext cx="7391400" cy="128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a:solidFill>
                  <a:schemeClr val="dk1"/>
                </a:solidFill>
                <a:latin typeface="Calibri"/>
                <a:ea typeface="Calibri"/>
                <a:cs typeface="Calibri"/>
                <a:sym typeface="Calibri"/>
              </a:rPr>
              <a:t>CT Chest Day 30:</a:t>
            </a:r>
            <a:r>
              <a:rPr lang="en-US" sz="1800" b="1">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Significant interval decrease of bilateral consolidations and compared to prior exam. However, there is diffuse groundglass opacities predominantly in the central lungs with multiple nodules/masses with central cavitations. These findings may be seen GPA given patient history. The diffuse groundglass opacities suggest superimposed infection or inflammation</a:t>
            </a:r>
            <a:r>
              <a:rPr lang="en-US" sz="1800">
                <a:solidFill>
                  <a:schemeClr val="dk1"/>
                </a:solidFill>
                <a:highlight>
                  <a:srgbClr val="F5F5F5"/>
                </a:highlight>
                <a:latin typeface="Calibri"/>
                <a:ea typeface="Calibri"/>
                <a:cs typeface="Calibri"/>
                <a:sym typeface="Calibri"/>
              </a:rPr>
              <a:t>.</a:t>
            </a:r>
            <a:endParaRPr sz="6600">
              <a:solidFill>
                <a:schemeClr val="dk1"/>
              </a:solidFill>
              <a:latin typeface="Calibri"/>
              <a:ea typeface="Calibri"/>
              <a:cs typeface="Calibri"/>
              <a:sym typeface="Calibri"/>
            </a:endParaRPr>
          </a:p>
        </p:txBody>
      </p:sp>
      <p:pic>
        <p:nvPicPr>
          <p:cNvPr id="115" name="Picture 114" descr="65C.png"/>
          <p:cNvPicPr>
            <a:picLocks noChangeAspect="1"/>
          </p:cNvPicPr>
          <p:nvPr/>
        </p:nvPicPr>
        <p:blipFill>
          <a:blip r:embed="rId10"/>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Verve">
      <a:dk1>
        <a:srgbClr val="000000"/>
      </a:dk1>
      <a:lt1>
        <a:srgbClr val="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929</Words>
  <Application>Microsoft Macintosh PowerPoint</Application>
  <PresentationFormat>Custom</PresentationFormat>
  <Paragraphs>26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Nunito Black</vt:lpstr>
      <vt:lpstr>Calibri</vt:lpstr>
      <vt:lpstr>Open Sans</vt:lpstr>
      <vt:lpstr>Nunito</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2025-04-25T04:00:42Z</dcterms:modified>
</cp:coreProperties>
</file>