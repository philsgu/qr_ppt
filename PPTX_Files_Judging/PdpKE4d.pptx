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61" r:id="rId2"/>
  </p:sldIdLst>
  <p:sldSz cx="329184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12" userDrawn="1">
          <p15:clr>
            <a:srgbClr val="A4A3A4"/>
          </p15:clr>
        </p15:guide>
        <p15:guide id="2" pos="10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671"/>
    <a:srgbClr val="1182B6"/>
    <a:srgbClr val="335C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8EDFE4-C75F-1024-7E14-A8B9371F7AC6}" v="98" dt="2025-04-21T17:24:03.930"/>
    <p1510:client id="{9CB5A60F-EDBE-17DB-9107-D5057A5E7231}" v="2" dt="2025-04-21T17:27:57.831"/>
    <p1510:client id="{D27100D4-1EDA-DE93-141A-EA4716BD045A}" v="65" dt="2025-04-20T01:39:25.206"/>
    <p1510:client id="{FD170A88-B273-1088-D875-D9890BE686D3}" v="44" dt="2025-04-21T16:50:42.4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83"/>
    <p:restoredTop sz="94673"/>
  </p:normalViewPr>
  <p:slideViewPr>
    <p:cSldViewPr snapToGrid="0">
      <p:cViewPr>
        <p:scale>
          <a:sx n="59" d="100"/>
          <a:sy n="59" d="100"/>
        </p:scale>
        <p:origin x="-2536" y="-2496"/>
      </p:cViewPr>
      <p:guideLst>
        <p:guide orient="horz" pos="6912"/>
        <p:guide pos="10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srin Nikravangolsefid" userId="S::nasrin.nikravangolsefid@samc.com::57dfdcc4-ba78-4f5b-8e42-2bfc3601f06b" providerId="AD" clId="Web-{8C062614-73DD-2B69-F8AA-CBC71BA7AC06}"/>
    <pc:docChg chg="modSld">
      <pc:chgData name="Nasrin Nikravangolsefid" userId="S::nasrin.nikravangolsefid@samc.com::57dfdcc4-ba78-4f5b-8e42-2bfc3601f06b" providerId="AD" clId="Web-{8C062614-73DD-2B69-F8AA-CBC71BA7AC06}" dt="2024-11-02T05:34:14.412" v="3" actId="14100"/>
      <pc:docMkLst>
        <pc:docMk/>
      </pc:docMkLst>
      <pc:sldChg chg="modSp">
        <pc:chgData name="Nasrin Nikravangolsefid" userId="S::nasrin.nikravangolsefid@samc.com::57dfdcc4-ba78-4f5b-8e42-2bfc3601f06b" providerId="AD" clId="Web-{8C062614-73DD-2B69-F8AA-CBC71BA7AC06}" dt="2024-11-02T05:34:14.412" v="3" actId="14100"/>
        <pc:sldMkLst>
          <pc:docMk/>
          <pc:sldMk cId="2928619675" sldId="261"/>
        </pc:sldMkLst>
        <pc:picChg chg="mod">
          <ac:chgData name="Nasrin Nikravangolsefid" userId="S::nasrin.nikravangolsefid@samc.com::57dfdcc4-ba78-4f5b-8e42-2bfc3601f06b" providerId="AD" clId="Web-{8C062614-73DD-2B69-F8AA-CBC71BA7AC06}" dt="2024-11-02T05:34:14.412" v="3" actId="14100"/>
          <ac:picMkLst>
            <pc:docMk/>
            <pc:sldMk cId="2928619675" sldId="261"/>
            <ac:picMk id="3" creationId="{A10CAF86-B243-FF6A-58B0-1411AA4D6812}"/>
          </ac:picMkLst>
        </pc:picChg>
      </pc:sldChg>
    </pc:docChg>
  </pc:docChgLst>
  <pc:docChgLst>
    <pc:chgData name="Nasrin Nikravangolsefid" userId="S::nasrin.nikravangolsefid@samc.com::57dfdcc4-ba78-4f5b-8e42-2bfc3601f06b" providerId="AD" clId="Web-{BDAB5A29-7778-43F4-BC0E-A2DA9F9B7FE4}"/>
    <pc:docChg chg="modSld">
      <pc:chgData name="Nasrin Nikravangolsefid" userId="S::nasrin.nikravangolsefid@samc.com::57dfdcc4-ba78-4f5b-8e42-2bfc3601f06b" providerId="AD" clId="Web-{BDAB5A29-7778-43F4-BC0E-A2DA9F9B7FE4}" dt="2024-10-23T22:15:05.535" v="37" actId="20577"/>
      <pc:docMkLst>
        <pc:docMk/>
      </pc:docMkLst>
      <pc:sldChg chg="addSp delSp modSp">
        <pc:chgData name="Nasrin Nikravangolsefid" userId="S::nasrin.nikravangolsefid@samc.com::57dfdcc4-ba78-4f5b-8e42-2bfc3601f06b" providerId="AD" clId="Web-{BDAB5A29-7778-43F4-BC0E-A2DA9F9B7FE4}" dt="2024-10-23T22:15:05.535" v="37" actId="20577"/>
        <pc:sldMkLst>
          <pc:docMk/>
          <pc:sldMk cId="2928619675" sldId="261"/>
        </pc:sldMkLst>
        <pc:spChg chg="mod">
          <ac:chgData name="Nasrin Nikravangolsefid" userId="S::nasrin.nikravangolsefid@samc.com::57dfdcc4-ba78-4f5b-8e42-2bfc3601f06b" providerId="AD" clId="Web-{BDAB5A29-7778-43F4-BC0E-A2DA9F9B7FE4}" dt="2024-10-23T22:04:15.621" v="10" actId="20577"/>
          <ac:spMkLst>
            <pc:docMk/>
            <pc:sldMk cId="2928619675" sldId="261"/>
            <ac:spMk id="2" creationId="{00000000-0000-0000-0000-000000000000}"/>
          </ac:spMkLst>
        </pc:spChg>
        <pc:spChg chg="add del mod">
          <ac:chgData name="Nasrin Nikravangolsefid" userId="S::nasrin.nikravangolsefid@samc.com::57dfdcc4-ba78-4f5b-8e42-2bfc3601f06b" providerId="AD" clId="Web-{BDAB5A29-7778-43F4-BC0E-A2DA9F9B7FE4}" dt="2024-10-23T22:14:29.128" v="29"/>
          <ac:spMkLst>
            <pc:docMk/>
            <pc:sldMk cId="2928619675" sldId="261"/>
            <ac:spMk id="11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BDAB5A29-7778-43F4-BC0E-A2DA9F9B7FE4}" dt="2024-10-23T21:52:20.065" v="2" actId="20577"/>
          <ac:spMkLst>
            <pc:docMk/>
            <pc:sldMk cId="2928619675" sldId="261"/>
            <ac:spMk id="31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BDAB5A29-7778-43F4-BC0E-A2DA9F9B7FE4}" dt="2024-10-23T22:15:05.535" v="37" actId="20577"/>
          <ac:spMkLst>
            <pc:docMk/>
            <pc:sldMk cId="2928619675" sldId="261"/>
            <ac:spMk id="60" creationId="{00000000-0000-0000-0000-000000000000}"/>
          </ac:spMkLst>
        </pc:spChg>
        <pc:spChg chg="del mod">
          <ac:chgData name="Nasrin Nikravangolsefid" userId="S::nasrin.nikravangolsefid@samc.com::57dfdcc4-ba78-4f5b-8e42-2bfc3601f06b" providerId="AD" clId="Web-{BDAB5A29-7778-43F4-BC0E-A2DA9F9B7FE4}" dt="2024-10-23T22:14:22.112" v="27"/>
          <ac:spMkLst>
            <pc:docMk/>
            <pc:sldMk cId="2928619675" sldId="261"/>
            <ac:spMk id="69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BDAB5A29-7778-43F4-BC0E-A2DA9F9B7FE4}" dt="2024-10-23T22:03:09.573" v="4" actId="20577"/>
          <ac:spMkLst>
            <pc:docMk/>
            <pc:sldMk cId="2928619675" sldId="261"/>
            <ac:spMk id="92" creationId="{00000000-0000-0000-0000-000000000000}"/>
          </ac:spMkLst>
        </pc:spChg>
      </pc:sldChg>
    </pc:docChg>
  </pc:docChgLst>
  <pc:docChgLst>
    <pc:chgData name="Nasrin Nikravangolsefid" userId="S::nasrin.nikravangolsefid@samc.com::57dfdcc4-ba78-4f5b-8e42-2bfc3601f06b" providerId="AD" clId="Web-{38E8D18F-7EAF-D62F-A54F-2B3E80F77D51}"/>
    <pc:docChg chg="modSld">
      <pc:chgData name="Nasrin Nikravangolsefid" userId="S::nasrin.nikravangolsefid@samc.com::57dfdcc4-ba78-4f5b-8e42-2bfc3601f06b" providerId="AD" clId="Web-{38E8D18F-7EAF-D62F-A54F-2B3E80F77D51}" dt="2024-09-25T23:54:34.752" v="185" actId="20577"/>
      <pc:docMkLst>
        <pc:docMk/>
      </pc:docMkLst>
      <pc:sldChg chg="addSp delSp modSp">
        <pc:chgData name="Nasrin Nikravangolsefid" userId="S::nasrin.nikravangolsefid@samc.com::57dfdcc4-ba78-4f5b-8e42-2bfc3601f06b" providerId="AD" clId="Web-{38E8D18F-7EAF-D62F-A54F-2B3E80F77D51}" dt="2024-09-25T23:54:34.752" v="185" actId="20577"/>
        <pc:sldMkLst>
          <pc:docMk/>
          <pc:sldMk cId="2928619675" sldId="261"/>
        </pc:sldMkLst>
        <pc:spChg chg="mod">
          <ac:chgData name="Nasrin Nikravangolsefid" userId="S::nasrin.nikravangolsefid@samc.com::57dfdcc4-ba78-4f5b-8e42-2bfc3601f06b" providerId="AD" clId="Web-{38E8D18F-7EAF-D62F-A54F-2B3E80F77D51}" dt="2024-09-25T22:33:58.068" v="62" actId="20577"/>
          <ac:spMkLst>
            <pc:docMk/>
            <pc:sldMk cId="2928619675" sldId="261"/>
            <ac:spMk id="2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38E8D18F-7EAF-D62F-A54F-2B3E80F77D51}" dt="2024-09-25T22:34:18.584" v="66" actId="20577"/>
          <ac:spMkLst>
            <pc:docMk/>
            <pc:sldMk cId="2928619675" sldId="261"/>
            <ac:spMk id="31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38E8D18F-7EAF-D62F-A54F-2B3E80F77D51}" dt="2024-09-25T23:25:24.709" v="169" actId="20577"/>
          <ac:spMkLst>
            <pc:docMk/>
            <pc:sldMk cId="2928619675" sldId="261"/>
            <ac:spMk id="76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38E8D18F-7EAF-D62F-A54F-2B3E80F77D51}" dt="2024-09-25T22:34:04.209" v="63" actId="20577"/>
          <ac:spMkLst>
            <pc:docMk/>
            <pc:sldMk cId="2928619675" sldId="261"/>
            <ac:spMk id="84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38E8D18F-7EAF-D62F-A54F-2B3E80F77D51}" dt="2024-09-25T23:26:19.088" v="173" actId="20577"/>
          <ac:spMkLst>
            <pc:docMk/>
            <pc:sldMk cId="2928619675" sldId="261"/>
            <ac:spMk id="90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38E8D18F-7EAF-D62F-A54F-2B3E80F77D51}" dt="2024-09-25T23:54:34.752" v="185" actId="20577"/>
          <ac:spMkLst>
            <pc:docMk/>
            <pc:sldMk cId="2928619675" sldId="261"/>
            <ac:spMk id="92" creationId="{00000000-0000-0000-0000-000000000000}"/>
          </ac:spMkLst>
        </pc:spChg>
        <pc:picChg chg="add del mod">
          <ac:chgData name="Nasrin Nikravangolsefid" userId="S::nasrin.nikravangolsefid@samc.com::57dfdcc4-ba78-4f5b-8e42-2bfc3601f06b" providerId="AD" clId="Web-{38E8D18F-7EAF-D62F-A54F-2B3E80F77D51}" dt="2024-09-25T22:25:04.990" v="4"/>
          <ac:picMkLst>
            <pc:docMk/>
            <pc:sldMk cId="2928619675" sldId="261"/>
            <ac:picMk id="4" creationId="{0454806C-760E-5B2D-5919-B3F61B0260AB}"/>
          </ac:picMkLst>
        </pc:picChg>
        <pc:picChg chg="add mod">
          <ac:chgData name="Nasrin Nikravangolsefid" userId="S::nasrin.nikravangolsefid@samc.com::57dfdcc4-ba78-4f5b-8e42-2bfc3601f06b" providerId="AD" clId="Web-{38E8D18F-7EAF-D62F-A54F-2B3E80F77D51}" dt="2024-09-25T22:27:06.618" v="55" actId="1076"/>
          <ac:picMkLst>
            <pc:docMk/>
            <pc:sldMk cId="2928619675" sldId="261"/>
            <ac:picMk id="9" creationId="{CE139552-51C8-BFAC-9694-E5A0A6AC5841}"/>
          </ac:picMkLst>
        </pc:picChg>
      </pc:sldChg>
    </pc:docChg>
  </pc:docChgLst>
  <pc:docChgLst>
    <pc:chgData name="Nasrin Nikravangolsefid" userId="S::nasrin.nikravangolsefid@samc.com::57dfdcc4-ba78-4f5b-8e42-2bfc3601f06b" providerId="AD" clId="Web-{228EDFE4-C75F-1024-7E14-A8B9371F7AC6}"/>
    <pc:docChg chg="modSld">
      <pc:chgData name="Nasrin Nikravangolsefid" userId="S::nasrin.nikravangolsefid@samc.com::57dfdcc4-ba78-4f5b-8e42-2bfc3601f06b" providerId="AD" clId="Web-{228EDFE4-C75F-1024-7E14-A8B9371F7AC6}" dt="2025-04-21T17:24:03.930" v="63" actId="20577"/>
      <pc:docMkLst>
        <pc:docMk/>
      </pc:docMkLst>
      <pc:sldChg chg="modSp">
        <pc:chgData name="Nasrin Nikravangolsefid" userId="S::nasrin.nikravangolsefid@samc.com::57dfdcc4-ba78-4f5b-8e42-2bfc3601f06b" providerId="AD" clId="Web-{228EDFE4-C75F-1024-7E14-A8B9371F7AC6}" dt="2025-04-21T17:24:03.930" v="63" actId="20577"/>
        <pc:sldMkLst>
          <pc:docMk/>
          <pc:sldMk cId="2928619675" sldId="261"/>
        </pc:sldMkLst>
        <pc:spChg chg="mod">
          <ac:chgData name="Nasrin Nikravangolsefid" userId="S::nasrin.nikravangolsefid@samc.com::57dfdcc4-ba78-4f5b-8e42-2bfc3601f06b" providerId="AD" clId="Web-{228EDFE4-C75F-1024-7E14-A8B9371F7AC6}" dt="2025-04-21T17:16:51.507" v="2" actId="20577"/>
          <ac:spMkLst>
            <pc:docMk/>
            <pc:sldMk cId="2928619675" sldId="261"/>
            <ac:spMk id="6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228EDFE4-C75F-1024-7E14-A8B9371F7AC6}" dt="2025-04-21T17:17:44.570" v="35" actId="20577"/>
          <ac:spMkLst>
            <pc:docMk/>
            <pc:sldMk cId="2928619675" sldId="261"/>
            <ac:spMk id="7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228EDFE4-C75F-1024-7E14-A8B9371F7AC6}" dt="2025-04-21T17:24:03.930" v="63" actId="20577"/>
          <ac:spMkLst>
            <pc:docMk/>
            <pc:sldMk cId="2928619675" sldId="261"/>
            <ac:spMk id="31" creationId="{00000000-0000-0000-0000-000000000000}"/>
          </ac:spMkLst>
        </pc:spChg>
      </pc:sldChg>
    </pc:docChg>
  </pc:docChgLst>
  <pc:docChgLst>
    <pc:chgData name="Nasrin Nikravangolsefid" userId="S::nasrin.nikravangolsefid@samc.com::57dfdcc4-ba78-4f5b-8e42-2bfc3601f06b" providerId="AD" clId="Web-{066BAE59-3C4F-379C-C289-F9CAAF0E4DB6}"/>
    <pc:docChg chg="modSld">
      <pc:chgData name="Nasrin Nikravangolsefid" userId="S::nasrin.nikravangolsefid@samc.com::57dfdcc4-ba78-4f5b-8e42-2bfc3601f06b" providerId="AD" clId="Web-{066BAE59-3C4F-379C-C289-F9CAAF0E4DB6}" dt="2024-09-22T03:31:35.477" v="368" actId="1076"/>
      <pc:docMkLst>
        <pc:docMk/>
      </pc:docMkLst>
      <pc:sldChg chg="addSp delSp modSp">
        <pc:chgData name="Nasrin Nikravangolsefid" userId="S::nasrin.nikravangolsefid@samc.com::57dfdcc4-ba78-4f5b-8e42-2bfc3601f06b" providerId="AD" clId="Web-{066BAE59-3C4F-379C-C289-F9CAAF0E4DB6}" dt="2024-09-22T03:31:35.477" v="368" actId="1076"/>
        <pc:sldMkLst>
          <pc:docMk/>
          <pc:sldMk cId="2928619675" sldId="261"/>
        </pc:sldMkLst>
        <pc:spChg chg="add del">
          <ac:chgData name="Nasrin Nikravangolsefid" userId="S::nasrin.nikravangolsefid@samc.com::57dfdcc4-ba78-4f5b-8e42-2bfc3601f06b" providerId="AD" clId="Web-{066BAE59-3C4F-379C-C289-F9CAAF0E4DB6}" dt="2024-09-22T03:23:47.262" v="302"/>
          <ac:spMkLst>
            <pc:docMk/>
            <pc:sldMk cId="2928619675" sldId="261"/>
            <ac:spMk id="2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066BAE59-3C4F-379C-C289-F9CAAF0E4DB6}" dt="2024-09-22T02:44:51.835" v="3" actId="20577"/>
          <ac:spMkLst>
            <pc:docMk/>
            <pc:sldMk cId="2928619675" sldId="261"/>
            <ac:spMk id="6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066BAE59-3C4F-379C-C289-F9CAAF0E4DB6}" dt="2024-09-22T02:51:39.120" v="45" actId="20577"/>
          <ac:spMkLst>
            <pc:docMk/>
            <pc:sldMk cId="2928619675" sldId="261"/>
            <ac:spMk id="7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066BAE59-3C4F-379C-C289-F9CAAF0E4DB6}" dt="2024-09-22T03:24:55.998" v="306" actId="20577"/>
          <ac:spMkLst>
            <pc:docMk/>
            <pc:sldMk cId="2928619675" sldId="261"/>
            <ac:spMk id="28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066BAE59-3C4F-379C-C289-F9CAAF0E4DB6}" dt="2024-09-22T03:02:13.573" v="100" actId="1076"/>
          <ac:spMkLst>
            <pc:docMk/>
            <pc:sldMk cId="2928619675" sldId="261"/>
            <ac:spMk id="29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066BAE59-3C4F-379C-C289-F9CAAF0E4DB6}" dt="2024-09-22T03:28:36.660" v="322" actId="20577"/>
          <ac:spMkLst>
            <pc:docMk/>
            <pc:sldMk cId="2928619675" sldId="261"/>
            <ac:spMk id="31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066BAE59-3C4F-379C-C289-F9CAAF0E4DB6}" dt="2024-09-22T03:30:40.335" v="362" actId="20577"/>
          <ac:spMkLst>
            <pc:docMk/>
            <pc:sldMk cId="2928619675" sldId="261"/>
            <ac:spMk id="60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066BAE59-3C4F-379C-C289-F9CAAF0E4DB6}" dt="2024-09-22T03:29:19.911" v="334" actId="20577"/>
          <ac:spMkLst>
            <pc:docMk/>
            <pc:sldMk cId="2928619675" sldId="261"/>
            <ac:spMk id="74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066BAE59-3C4F-379C-C289-F9CAAF0E4DB6}" dt="2024-09-22T03:28:48.723" v="325" actId="20577"/>
          <ac:spMkLst>
            <pc:docMk/>
            <pc:sldMk cId="2928619675" sldId="261"/>
            <ac:spMk id="76" creationId="{00000000-0000-0000-0000-000000000000}"/>
          </ac:spMkLst>
        </pc:spChg>
        <pc:spChg chg="del">
          <ac:chgData name="Nasrin Nikravangolsefid" userId="S::nasrin.nikravangolsefid@samc.com::57dfdcc4-ba78-4f5b-8e42-2bfc3601f06b" providerId="AD" clId="Web-{066BAE59-3C4F-379C-C289-F9CAAF0E4DB6}" dt="2024-09-22T03:19:53.585" v="283"/>
          <ac:spMkLst>
            <pc:docMk/>
            <pc:sldMk cId="2928619675" sldId="261"/>
            <ac:spMk id="78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066BAE59-3C4F-379C-C289-F9CAAF0E4DB6}" dt="2024-09-22T03:20:00.429" v="284" actId="14100"/>
          <ac:spMkLst>
            <pc:docMk/>
            <pc:sldMk cId="2928619675" sldId="261"/>
            <ac:spMk id="80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066BAE59-3C4F-379C-C289-F9CAAF0E4DB6}" dt="2024-09-22T03:28:53.286" v="326" actId="20577"/>
          <ac:spMkLst>
            <pc:docMk/>
            <pc:sldMk cId="2928619675" sldId="261"/>
            <ac:spMk id="90" creationId="{00000000-0000-0000-0000-000000000000}"/>
          </ac:spMkLst>
        </pc:spChg>
        <pc:picChg chg="add mod modCrop">
          <ac:chgData name="Nasrin Nikravangolsefid" userId="S::nasrin.nikravangolsefid@samc.com::57dfdcc4-ba78-4f5b-8e42-2bfc3601f06b" providerId="AD" clId="Web-{066BAE59-3C4F-379C-C289-F9CAAF0E4DB6}" dt="2024-09-22T03:31:35.477" v="368" actId="1076"/>
          <ac:picMkLst>
            <pc:docMk/>
            <pc:sldMk cId="2928619675" sldId="261"/>
            <ac:picMk id="3" creationId="{A10CAF86-B243-FF6A-58B0-1411AA4D6812}"/>
          </ac:picMkLst>
        </pc:picChg>
        <pc:picChg chg="add del mod">
          <ac:chgData name="Nasrin Nikravangolsefid" userId="S::nasrin.nikravangolsefid@samc.com::57dfdcc4-ba78-4f5b-8e42-2bfc3601f06b" providerId="AD" clId="Web-{066BAE59-3C4F-379C-C289-F9CAAF0E4DB6}" dt="2024-09-22T03:25:57.625" v="314"/>
          <ac:picMkLst>
            <pc:docMk/>
            <pc:sldMk cId="2928619675" sldId="261"/>
            <ac:picMk id="4" creationId="{B978BF09-0480-D9BE-789B-DDF485E92465}"/>
          </ac:picMkLst>
        </pc:picChg>
        <pc:picChg chg="add del mod">
          <ac:chgData name="Nasrin Nikravangolsefid" userId="S::nasrin.nikravangolsefid@samc.com::57dfdcc4-ba78-4f5b-8e42-2bfc3601f06b" providerId="AD" clId="Web-{066BAE59-3C4F-379C-C289-F9CAAF0E4DB6}" dt="2024-09-22T03:29:42.490" v="339"/>
          <ac:picMkLst>
            <pc:docMk/>
            <pc:sldMk cId="2928619675" sldId="261"/>
            <ac:picMk id="9" creationId="{BDB0F302-2C16-1711-940C-66C7F6AFD58C}"/>
          </ac:picMkLst>
        </pc:picChg>
        <pc:picChg chg="add mod">
          <ac:chgData name="Nasrin Nikravangolsefid" userId="S::nasrin.nikravangolsefid@samc.com::57dfdcc4-ba78-4f5b-8e42-2bfc3601f06b" providerId="AD" clId="Web-{066BAE59-3C4F-379C-C289-F9CAAF0E4DB6}" dt="2024-09-22T03:30:47.320" v="365" actId="1076"/>
          <ac:picMkLst>
            <pc:docMk/>
            <pc:sldMk cId="2928619675" sldId="261"/>
            <ac:picMk id="10" creationId="{B44A96ED-9616-F118-DED6-97DF1482FE5D}"/>
          </ac:picMkLst>
        </pc:picChg>
      </pc:sldChg>
    </pc:docChg>
  </pc:docChgLst>
  <pc:docChgLst>
    <pc:chgData name="Nasrin Nikravangolsefid" userId="S::nasrin.nikravangolsefid@samc.com::57dfdcc4-ba78-4f5b-8e42-2bfc3601f06b" providerId="AD" clId="Web-{2268A539-34A6-6A3B-C326-CC5E0731C88B}"/>
    <pc:docChg chg="delSld">
      <pc:chgData name="Nasrin Nikravangolsefid" userId="S::nasrin.nikravangolsefid@samc.com::57dfdcc4-ba78-4f5b-8e42-2bfc3601f06b" providerId="AD" clId="Web-{2268A539-34A6-6A3B-C326-CC5E0731C88B}" dt="2024-09-26T02:53:07.189" v="13"/>
      <pc:docMkLst>
        <pc:docMk/>
      </pc:docMkLst>
      <pc:sldChg chg="del">
        <pc:chgData name="Nasrin Nikravangolsefid" userId="S::nasrin.nikravangolsefid@samc.com::57dfdcc4-ba78-4f5b-8e42-2bfc3601f06b" providerId="AD" clId="Web-{2268A539-34A6-6A3B-C326-CC5E0731C88B}" dt="2024-09-26T02:52:57.767" v="4"/>
        <pc:sldMkLst>
          <pc:docMk/>
          <pc:sldMk cId="0" sldId="256"/>
        </pc:sldMkLst>
      </pc:sldChg>
      <pc:sldChg chg="del">
        <pc:chgData name="Nasrin Nikravangolsefid" userId="S::nasrin.nikravangolsefid@samc.com::57dfdcc4-ba78-4f5b-8e42-2bfc3601f06b" providerId="AD" clId="Web-{2268A539-34A6-6A3B-C326-CC5E0731C88B}" dt="2024-09-26T02:52:56.642" v="2"/>
        <pc:sldMkLst>
          <pc:docMk/>
          <pc:sldMk cId="1960188261" sldId="257"/>
        </pc:sldMkLst>
      </pc:sldChg>
      <pc:sldChg chg="del">
        <pc:chgData name="Nasrin Nikravangolsefid" userId="S::nasrin.nikravangolsefid@samc.com::57dfdcc4-ba78-4f5b-8e42-2bfc3601f06b" providerId="AD" clId="Web-{2268A539-34A6-6A3B-C326-CC5E0731C88B}" dt="2024-09-26T02:52:57.064" v="3"/>
        <pc:sldMkLst>
          <pc:docMk/>
          <pc:sldMk cId="3953415026" sldId="258"/>
        </pc:sldMkLst>
      </pc:sldChg>
      <pc:sldChg chg="del">
        <pc:chgData name="Nasrin Nikravangolsefid" userId="S::nasrin.nikravangolsefid@samc.com::57dfdcc4-ba78-4f5b-8e42-2bfc3601f06b" providerId="AD" clId="Web-{2268A539-34A6-6A3B-C326-CC5E0731C88B}" dt="2024-09-26T02:52:54.939" v="0"/>
        <pc:sldMkLst>
          <pc:docMk/>
          <pc:sldMk cId="381494401" sldId="262"/>
        </pc:sldMkLst>
      </pc:sldChg>
      <pc:sldChg chg="del">
        <pc:chgData name="Nasrin Nikravangolsefid" userId="S::nasrin.nikravangolsefid@samc.com::57dfdcc4-ba78-4f5b-8e42-2bfc3601f06b" providerId="AD" clId="Web-{2268A539-34A6-6A3B-C326-CC5E0731C88B}" dt="2024-09-26T02:52:55.814" v="1"/>
        <pc:sldMkLst>
          <pc:docMk/>
          <pc:sldMk cId="3934417491" sldId="263"/>
        </pc:sldMkLst>
      </pc:sldChg>
      <pc:sldChg chg="del">
        <pc:chgData name="Nasrin Nikravangolsefid" userId="S::nasrin.nikravangolsefid@samc.com::57dfdcc4-ba78-4f5b-8e42-2bfc3601f06b" providerId="AD" clId="Web-{2268A539-34A6-6A3B-C326-CC5E0731C88B}" dt="2024-09-26T02:52:58.423" v="5"/>
        <pc:sldMkLst>
          <pc:docMk/>
          <pc:sldMk cId="0" sldId="265"/>
        </pc:sldMkLst>
      </pc:sldChg>
      <pc:sldChg chg="del">
        <pc:chgData name="Nasrin Nikravangolsefid" userId="S::nasrin.nikravangolsefid@samc.com::57dfdcc4-ba78-4f5b-8e42-2bfc3601f06b" providerId="AD" clId="Web-{2268A539-34A6-6A3B-C326-CC5E0731C88B}" dt="2024-09-26T02:52:59.673" v="6"/>
        <pc:sldMkLst>
          <pc:docMk/>
          <pc:sldMk cId="4038871067" sldId="266"/>
        </pc:sldMkLst>
      </pc:sldChg>
      <pc:sldChg chg="del">
        <pc:chgData name="Nasrin Nikravangolsefid" userId="S::nasrin.nikravangolsefid@samc.com::57dfdcc4-ba78-4f5b-8e42-2bfc3601f06b" providerId="AD" clId="Web-{2268A539-34A6-6A3B-C326-CC5E0731C88B}" dt="2024-09-26T02:53:00.954" v="7"/>
        <pc:sldMkLst>
          <pc:docMk/>
          <pc:sldMk cId="0" sldId="267"/>
        </pc:sldMkLst>
      </pc:sldChg>
      <pc:sldChg chg="del">
        <pc:chgData name="Nasrin Nikravangolsefid" userId="S::nasrin.nikravangolsefid@samc.com::57dfdcc4-ba78-4f5b-8e42-2bfc3601f06b" providerId="AD" clId="Web-{2268A539-34A6-6A3B-C326-CC5E0731C88B}" dt="2024-09-26T02:53:01.892" v="8"/>
        <pc:sldMkLst>
          <pc:docMk/>
          <pc:sldMk cId="3496102778" sldId="268"/>
        </pc:sldMkLst>
      </pc:sldChg>
      <pc:sldChg chg="del">
        <pc:chgData name="Nasrin Nikravangolsefid" userId="S::nasrin.nikravangolsefid@samc.com::57dfdcc4-ba78-4f5b-8e42-2bfc3601f06b" providerId="AD" clId="Web-{2268A539-34A6-6A3B-C326-CC5E0731C88B}" dt="2024-09-26T02:53:02.907" v="9"/>
        <pc:sldMkLst>
          <pc:docMk/>
          <pc:sldMk cId="1488620910" sldId="269"/>
        </pc:sldMkLst>
      </pc:sldChg>
      <pc:sldChg chg="del">
        <pc:chgData name="Nasrin Nikravangolsefid" userId="S::nasrin.nikravangolsefid@samc.com::57dfdcc4-ba78-4f5b-8e42-2bfc3601f06b" providerId="AD" clId="Web-{2268A539-34A6-6A3B-C326-CC5E0731C88B}" dt="2024-09-26T02:53:04.001" v="10"/>
        <pc:sldMkLst>
          <pc:docMk/>
          <pc:sldMk cId="0" sldId="270"/>
        </pc:sldMkLst>
      </pc:sldChg>
      <pc:sldChg chg="del">
        <pc:chgData name="Nasrin Nikravangolsefid" userId="S::nasrin.nikravangolsefid@samc.com::57dfdcc4-ba78-4f5b-8e42-2bfc3601f06b" providerId="AD" clId="Web-{2268A539-34A6-6A3B-C326-CC5E0731C88B}" dt="2024-09-26T02:53:05.126" v="11"/>
        <pc:sldMkLst>
          <pc:docMk/>
          <pc:sldMk cId="0" sldId="271"/>
        </pc:sldMkLst>
      </pc:sldChg>
      <pc:sldChg chg="del">
        <pc:chgData name="Nasrin Nikravangolsefid" userId="S::nasrin.nikravangolsefid@samc.com::57dfdcc4-ba78-4f5b-8e42-2bfc3601f06b" providerId="AD" clId="Web-{2268A539-34A6-6A3B-C326-CC5E0731C88B}" dt="2024-09-26T02:53:06.017" v="12"/>
        <pc:sldMkLst>
          <pc:docMk/>
          <pc:sldMk cId="0" sldId="272"/>
        </pc:sldMkLst>
      </pc:sldChg>
      <pc:sldChg chg="del">
        <pc:chgData name="Nasrin Nikravangolsefid" userId="S::nasrin.nikravangolsefid@samc.com::57dfdcc4-ba78-4f5b-8e42-2bfc3601f06b" providerId="AD" clId="Web-{2268A539-34A6-6A3B-C326-CC5E0731C88B}" dt="2024-09-26T02:53:07.189" v="13"/>
        <pc:sldMkLst>
          <pc:docMk/>
          <pc:sldMk cId="417837965" sldId="273"/>
        </pc:sldMkLst>
      </pc:sldChg>
    </pc:docChg>
  </pc:docChgLst>
  <pc:docChgLst>
    <pc:chgData name="Nasrin Nikravangolsefid" userId="S::nasrin.nikravangolsefid@samc.com::57dfdcc4-ba78-4f5b-8e42-2bfc3601f06b" providerId="AD" clId="Web-{AFECF528-9D95-9448-CC3A-98703A31947E}"/>
    <pc:docChg chg="modSld">
      <pc:chgData name="Nasrin Nikravangolsefid" userId="S::nasrin.nikravangolsefid@samc.com::57dfdcc4-ba78-4f5b-8e42-2bfc3601f06b" providerId="AD" clId="Web-{AFECF528-9D95-9448-CC3A-98703A31947E}" dt="2024-09-26T00:36:11.082" v="17" actId="20577"/>
      <pc:docMkLst>
        <pc:docMk/>
      </pc:docMkLst>
      <pc:sldChg chg="addSp delSp modSp">
        <pc:chgData name="Nasrin Nikravangolsefid" userId="S::nasrin.nikravangolsefid@samc.com::57dfdcc4-ba78-4f5b-8e42-2bfc3601f06b" providerId="AD" clId="Web-{AFECF528-9D95-9448-CC3A-98703A31947E}" dt="2024-09-26T00:36:11.082" v="17" actId="20577"/>
        <pc:sldMkLst>
          <pc:docMk/>
          <pc:sldMk cId="2928619675" sldId="261"/>
        </pc:sldMkLst>
        <pc:spChg chg="mod">
          <ac:chgData name="Nasrin Nikravangolsefid" userId="S::nasrin.nikravangolsefid@samc.com::57dfdcc4-ba78-4f5b-8e42-2bfc3601f06b" providerId="AD" clId="Web-{AFECF528-9D95-9448-CC3A-98703A31947E}" dt="2024-09-26T00:36:11.082" v="17" actId="20577"/>
          <ac:spMkLst>
            <pc:docMk/>
            <pc:sldMk cId="2928619675" sldId="261"/>
            <ac:spMk id="84" creationId="{00000000-0000-0000-0000-000000000000}"/>
          </ac:spMkLst>
        </pc:spChg>
        <pc:graphicFrameChg chg="add del mod">
          <ac:chgData name="Nasrin Nikravangolsefid" userId="S::nasrin.nikravangolsefid@samc.com::57dfdcc4-ba78-4f5b-8e42-2bfc3601f06b" providerId="AD" clId="Web-{AFECF528-9D95-9448-CC3A-98703A31947E}" dt="2024-09-26T00:32:23.257" v="1"/>
          <ac:graphicFrameMkLst>
            <pc:docMk/>
            <pc:sldMk cId="2928619675" sldId="261"/>
            <ac:graphicFrameMk id="12" creationId="{FB06C002-975A-857D-EB1A-9E1486155606}"/>
          </ac:graphicFrameMkLst>
        </pc:graphicFrameChg>
        <pc:graphicFrameChg chg="add del mod">
          <ac:chgData name="Nasrin Nikravangolsefid" userId="S::nasrin.nikravangolsefid@samc.com::57dfdcc4-ba78-4f5b-8e42-2bfc3601f06b" providerId="AD" clId="Web-{AFECF528-9D95-9448-CC3A-98703A31947E}" dt="2024-09-26T00:32:44.352" v="4"/>
          <ac:graphicFrameMkLst>
            <pc:docMk/>
            <pc:sldMk cId="2928619675" sldId="261"/>
            <ac:graphicFrameMk id="14" creationId="{459EC2A0-BED3-3168-B3FC-2A20EB79DA49}"/>
          </ac:graphicFrameMkLst>
        </pc:graphicFrameChg>
      </pc:sldChg>
    </pc:docChg>
  </pc:docChgLst>
  <pc:docChgLst>
    <pc:chgData name="Nasrin Nikravangolsefid" userId="S::nasrin.nikravangolsefid@samc.com::57dfdcc4-ba78-4f5b-8e42-2bfc3601f06b" providerId="AD" clId="Web-{D27100D4-1EDA-DE93-141A-EA4716BD045A}"/>
    <pc:docChg chg="modSld">
      <pc:chgData name="Nasrin Nikravangolsefid" userId="S::nasrin.nikravangolsefid@samc.com::57dfdcc4-ba78-4f5b-8e42-2bfc3601f06b" providerId="AD" clId="Web-{D27100D4-1EDA-DE93-141A-EA4716BD045A}" dt="2025-04-20T01:39:25.206" v="61" actId="20577"/>
      <pc:docMkLst>
        <pc:docMk/>
      </pc:docMkLst>
      <pc:sldChg chg="modSp">
        <pc:chgData name="Nasrin Nikravangolsefid" userId="S::nasrin.nikravangolsefid@samc.com::57dfdcc4-ba78-4f5b-8e42-2bfc3601f06b" providerId="AD" clId="Web-{D27100D4-1EDA-DE93-141A-EA4716BD045A}" dt="2025-04-20T01:39:25.206" v="61" actId="20577"/>
        <pc:sldMkLst>
          <pc:docMk/>
          <pc:sldMk cId="2928619675" sldId="261"/>
        </pc:sldMkLst>
        <pc:spChg chg="mod">
          <ac:chgData name="Nasrin Nikravangolsefid" userId="S::nasrin.nikravangolsefid@samc.com::57dfdcc4-ba78-4f5b-8e42-2bfc3601f06b" providerId="AD" clId="Web-{D27100D4-1EDA-DE93-141A-EA4716BD045A}" dt="2025-04-20T01:21:06.967" v="4" actId="20577"/>
          <ac:spMkLst>
            <pc:docMk/>
            <pc:sldMk cId="2928619675" sldId="261"/>
            <ac:spMk id="7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D27100D4-1EDA-DE93-141A-EA4716BD045A}" dt="2025-04-20T01:26:51.037" v="23" actId="20577"/>
          <ac:spMkLst>
            <pc:docMk/>
            <pc:sldMk cId="2928619675" sldId="261"/>
            <ac:spMk id="74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D27100D4-1EDA-DE93-141A-EA4716BD045A}" dt="2025-04-20T01:26:29.209" v="22" actId="20577"/>
          <ac:spMkLst>
            <pc:docMk/>
            <pc:sldMk cId="2928619675" sldId="261"/>
            <ac:spMk id="76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D27100D4-1EDA-DE93-141A-EA4716BD045A}" dt="2025-04-20T01:39:25.206" v="61" actId="20577"/>
          <ac:spMkLst>
            <pc:docMk/>
            <pc:sldMk cId="2928619675" sldId="261"/>
            <ac:spMk id="84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D27100D4-1EDA-DE93-141A-EA4716BD045A}" dt="2025-04-20T01:27:19.335" v="33" actId="20577"/>
          <ac:spMkLst>
            <pc:docMk/>
            <pc:sldMk cId="2928619675" sldId="261"/>
            <ac:spMk id="90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D27100D4-1EDA-DE93-141A-EA4716BD045A}" dt="2025-04-20T01:29:28.452" v="48" actId="20577"/>
          <ac:spMkLst>
            <pc:docMk/>
            <pc:sldMk cId="2928619675" sldId="261"/>
            <ac:spMk id="92" creationId="{00000000-0000-0000-0000-000000000000}"/>
          </ac:spMkLst>
        </pc:spChg>
      </pc:sldChg>
    </pc:docChg>
  </pc:docChgLst>
  <pc:docChgLst>
    <pc:chgData name="Nasrin Nikravangolsefid" userId="S::nasrin.nikravangolsefid@samc.com::57dfdcc4-ba78-4f5b-8e42-2bfc3601f06b" providerId="AD" clId="Web-{630BA129-667F-853B-EC5A-94ABC8B5FE1C}"/>
    <pc:docChg chg="modSld">
      <pc:chgData name="Nasrin Nikravangolsefid" userId="S::nasrin.nikravangolsefid@samc.com::57dfdcc4-ba78-4f5b-8e42-2bfc3601f06b" providerId="AD" clId="Web-{630BA129-667F-853B-EC5A-94ABC8B5FE1C}" dt="2024-09-26T00:31:08.988" v="49" actId="20577"/>
      <pc:docMkLst>
        <pc:docMk/>
      </pc:docMkLst>
      <pc:sldChg chg="addSp delSp modSp">
        <pc:chgData name="Nasrin Nikravangolsefid" userId="S::nasrin.nikravangolsefid@samc.com::57dfdcc4-ba78-4f5b-8e42-2bfc3601f06b" providerId="AD" clId="Web-{630BA129-667F-853B-EC5A-94ABC8B5FE1C}" dt="2024-09-26T00:31:08.988" v="49" actId="20577"/>
        <pc:sldMkLst>
          <pc:docMk/>
          <pc:sldMk cId="2928619675" sldId="261"/>
        </pc:sldMkLst>
        <pc:spChg chg="mod">
          <ac:chgData name="Nasrin Nikravangolsefid" userId="S::nasrin.nikravangolsefid@samc.com::57dfdcc4-ba78-4f5b-8e42-2bfc3601f06b" providerId="AD" clId="Web-{630BA129-667F-853B-EC5A-94ABC8B5FE1C}" dt="2024-09-26T00:31:08.988" v="49" actId="20577"/>
          <ac:spMkLst>
            <pc:docMk/>
            <pc:sldMk cId="2928619675" sldId="261"/>
            <ac:spMk id="84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630BA129-667F-853B-EC5A-94ABC8B5FE1C}" dt="2024-09-26T00:05:55.034" v="11" actId="20577"/>
          <ac:spMkLst>
            <pc:docMk/>
            <pc:sldMk cId="2928619675" sldId="261"/>
            <ac:spMk id="92" creationId="{00000000-0000-0000-0000-000000000000}"/>
          </ac:spMkLst>
        </pc:spChg>
        <pc:graphicFrameChg chg="add del mod">
          <ac:chgData name="Nasrin Nikravangolsefid" userId="S::nasrin.nikravangolsefid@samc.com::57dfdcc4-ba78-4f5b-8e42-2bfc3601f06b" providerId="AD" clId="Web-{630BA129-667F-853B-EC5A-94ABC8B5FE1C}" dt="2024-09-26T00:15:27.161" v="31"/>
          <ac:graphicFrameMkLst>
            <pc:docMk/>
            <pc:sldMk cId="2928619675" sldId="261"/>
            <ac:graphicFrameMk id="12" creationId="{8E9061AC-B127-4188-A8A7-ED6FFBBFFBFA}"/>
          </ac:graphicFrameMkLst>
        </pc:graphicFrameChg>
        <pc:graphicFrameChg chg="add del mod">
          <ac:chgData name="Nasrin Nikravangolsefid" userId="S::nasrin.nikravangolsefid@samc.com::57dfdcc4-ba78-4f5b-8e42-2bfc3601f06b" providerId="AD" clId="Web-{630BA129-667F-853B-EC5A-94ABC8B5FE1C}" dt="2024-09-26T00:15:45.240" v="35"/>
          <ac:graphicFrameMkLst>
            <pc:docMk/>
            <pc:sldMk cId="2928619675" sldId="261"/>
            <ac:graphicFrameMk id="14" creationId="{56A9486D-986F-3C37-A1F1-D122D649F2C0}"/>
          </ac:graphicFrameMkLst>
        </pc:graphicFrameChg>
        <pc:graphicFrameChg chg="add del mod">
          <ac:chgData name="Nasrin Nikravangolsefid" userId="S::nasrin.nikravangolsefid@samc.com::57dfdcc4-ba78-4f5b-8e42-2bfc3601f06b" providerId="AD" clId="Web-{630BA129-667F-853B-EC5A-94ABC8B5FE1C}" dt="2024-09-26T00:16:12.882" v="38"/>
          <ac:graphicFrameMkLst>
            <pc:docMk/>
            <pc:sldMk cId="2928619675" sldId="261"/>
            <ac:graphicFrameMk id="17" creationId="{3E5E2987-309C-0D8C-25E6-23908E7857AE}"/>
          </ac:graphicFrameMkLst>
        </pc:graphicFrameChg>
        <pc:graphicFrameChg chg="add del mod">
          <ac:chgData name="Nasrin Nikravangolsefid" userId="S::nasrin.nikravangolsefid@samc.com::57dfdcc4-ba78-4f5b-8e42-2bfc3601f06b" providerId="AD" clId="Web-{630BA129-667F-853B-EC5A-94ABC8B5FE1C}" dt="2024-09-26T00:30:08.361" v="43"/>
          <ac:graphicFrameMkLst>
            <pc:docMk/>
            <pc:sldMk cId="2928619675" sldId="261"/>
            <ac:graphicFrameMk id="19" creationId="{8A51E7C1-ABA7-06CC-1DB8-E4307EDE190E}"/>
          </ac:graphicFrameMkLst>
        </pc:graphicFrameChg>
        <pc:graphicFrameChg chg="add del mod">
          <ac:chgData name="Nasrin Nikravangolsefid" userId="S::nasrin.nikravangolsefid@samc.com::57dfdcc4-ba78-4f5b-8e42-2bfc3601f06b" providerId="AD" clId="Web-{630BA129-667F-853B-EC5A-94ABC8B5FE1C}" dt="2024-09-26T00:30:43.612" v="45"/>
          <ac:graphicFrameMkLst>
            <pc:docMk/>
            <pc:sldMk cId="2928619675" sldId="261"/>
            <ac:graphicFrameMk id="21" creationId="{AAE2C110-5C5B-9607-157E-60043478CF48}"/>
          </ac:graphicFrameMkLst>
        </pc:graphicFrameChg>
        <pc:graphicFrameChg chg="add del mod">
          <ac:chgData name="Nasrin Nikravangolsefid" userId="S::nasrin.nikravangolsefid@samc.com::57dfdcc4-ba78-4f5b-8e42-2bfc3601f06b" providerId="AD" clId="Web-{630BA129-667F-853B-EC5A-94ABC8B5FE1C}" dt="2024-09-26T00:31:01.394" v="47"/>
          <ac:graphicFrameMkLst>
            <pc:docMk/>
            <pc:sldMk cId="2928619675" sldId="261"/>
            <ac:graphicFrameMk id="23" creationId="{05B32167-8A06-5129-3FD0-FE3F9F8FBF77}"/>
          </ac:graphicFrameMkLst>
        </pc:graphicFrameChg>
      </pc:sldChg>
    </pc:docChg>
  </pc:docChgLst>
  <pc:docChgLst>
    <pc:chgData name="Nasrin Nikravangolsefid" userId="S::nasrin.nikravangolsefid@samc.com::57dfdcc4-ba78-4f5b-8e42-2bfc3601f06b" providerId="AD" clId="Web-{F42C2CA8-5A96-235C-190D-063A735ED4D9}"/>
    <pc:docChg chg="modSld">
      <pc:chgData name="Nasrin Nikravangolsefid" userId="S::nasrin.nikravangolsefid@samc.com::57dfdcc4-ba78-4f5b-8e42-2bfc3601f06b" providerId="AD" clId="Web-{F42C2CA8-5A96-235C-190D-063A735ED4D9}" dt="2024-10-24T08:40:32.825" v="8" actId="20577"/>
      <pc:docMkLst>
        <pc:docMk/>
      </pc:docMkLst>
      <pc:sldChg chg="modSp">
        <pc:chgData name="Nasrin Nikravangolsefid" userId="S::nasrin.nikravangolsefid@samc.com::57dfdcc4-ba78-4f5b-8e42-2bfc3601f06b" providerId="AD" clId="Web-{F42C2CA8-5A96-235C-190D-063A735ED4D9}" dt="2024-10-24T08:40:32.825" v="8" actId="20577"/>
        <pc:sldMkLst>
          <pc:docMk/>
          <pc:sldMk cId="2928619675" sldId="261"/>
        </pc:sldMkLst>
        <pc:spChg chg="mod">
          <ac:chgData name="Nasrin Nikravangolsefid" userId="S::nasrin.nikravangolsefid@samc.com::57dfdcc4-ba78-4f5b-8e42-2bfc3601f06b" providerId="AD" clId="Web-{F42C2CA8-5A96-235C-190D-063A735ED4D9}" dt="2024-10-24T08:40:32.825" v="8" actId="20577"/>
          <ac:spMkLst>
            <pc:docMk/>
            <pc:sldMk cId="2928619675" sldId="261"/>
            <ac:spMk id="7" creationId="{00000000-0000-0000-0000-000000000000}"/>
          </ac:spMkLst>
        </pc:spChg>
      </pc:sldChg>
    </pc:docChg>
  </pc:docChgLst>
  <pc:docChgLst>
    <pc:chgData name="Nasrin Nikravangolsefid" userId="S::nasrin.nikravangolsefid@samc.com::57dfdcc4-ba78-4f5b-8e42-2bfc3601f06b" providerId="AD" clId="Web-{622B52AD-22CA-8F21-3F62-8E1161FDAB78}"/>
    <pc:docChg chg="modSld">
      <pc:chgData name="Nasrin Nikravangolsefid" userId="S::nasrin.nikravangolsefid@samc.com::57dfdcc4-ba78-4f5b-8e42-2bfc3601f06b" providerId="AD" clId="Web-{622B52AD-22CA-8F21-3F62-8E1161FDAB78}" dt="2024-10-24T07:09:21.678" v="12" actId="20577"/>
      <pc:docMkLst>
        <pc:docMk/>
      </pc:docMkLst>
      <pc:sldChg chg="modSp">
        <pc:chgData name="Nasrin Nikravangolsefid" userId="S::nasrin.nikravangolsefid@samc.com::57dfdcc4-ba78-4f5b-8e42-2bfc3601f06b" providerId="AD" clId="Web-{622B52AD-22CA-8F21-3F62-8E1161FDAB78}" dt="2024-10-24T07:09:21.678" v="12" actId="20577"/>
        <pc:sldMkLst>
          <pc:docMk/>
          <pc:sldMk cId="2928619675" sldId="261"/>
        </pc:sldMkLst>
        <pc:spChg chg="mod">
          <ac:chgData name="Nasrin Nikravangolsefid" userId="S::nasrin.nikravangolsefid@samc.com::57dfdcc4-ba78-4f5b-8e42-2bfc3601f06b" providerId="AD" clId="Web-{622B52AD-22CA-8F21-3F62-8E1161FDAB78}" dt="2024-10-24T07:09:21.678" v="12" actId="20577"/>
          <ac:spMkLst>
            <pc:docMk/>
            <pc:sldMk cId="2928619675" sldId="261"/>
            <ac:spMk id="7" creationId="{00000000-0000-0000-0000-000000000000}"/>
          </ac:spMkLst>
        </pc:spChg>
      </pc:sldChg>
    </pc:docChg>
  </pc:docChgLst>
  <pc:docChgLst>
    <pc:chgData name="Nasrin Nikravangolsefid" userId="S::nasrin.nikravangolsefid@samc.com::57dfdcc4-ba78-4f5b-8e42-2bfc3601f06b" providerId="AD" clId="Web-{20D76CD2-086E-6811-89D4-D1CC9A42C408}"/>
    <pc:docChg chg="modSld">
      <pc:chgData name="Nasrin Nikravangolsefid" userId="S::nasrin.nikravangolsefid@samc.com::57dfdcc4-ba78-4f5b-8e42-2bfc3601f06b" providerId="AD" clId="Web-{20D76CD2-086E-6811-89D4-D1CC9A42C408}" dt="2024-09-26T01:35:48.533" v="7" actId="20577"/>
      <pc:docMkLst>
        <pc:docMk/>
      </pc:docMkLst>
      <pc:sldChg chg="modSp">
        <pc:chgData name="Nasrin Nikravangolsefid" userId="S::nasrin.nikravangolsefid@samc.com::57dfdcc4-ba78-4f5b-8e42-2bfc3601f06b" providerId="AD" clId="Web-{20D76CD2-086E-6811-89D4-D1CC9A42C408}" dt="2024-09-26T01:35:48.533" v="7" actId="20577"/>
        <pc:sldMkLst>
          <pc:docMk/>
          <pc:sldMk cId="2928619675" sldId="261"/>
        </pc:sldMkLst>
        <pc:spChg chg="mod">
          <ac:chgData name="Nasrin Nikravangolsefid" userId="S::nasrin.nikravangolsefid@samc.com::57dfdcc4-ba78-4f5b-8e42-2bfc3601f06b" providerId="AD" clId="Web-{20D76CD2-086E-6811-89D4-D1CC9A42C408}" dt="2024-09-26T01:35:48.533" v="7" actId="20577"/>
          <ac:spMkLst>
            <pc:docMk/>
            <pc:sldMk cId="2928619675" sldId="261"/>
            <ac:spMk id="7" creationId="{00000000-0000-0000-0000-000000000000}"/>
          </ac:spMkLst>
        </pc:spChg>
      </pc:sldChg>
    </pc:docChg>
  </pc:docChgLst>
  <pc:docChgLst>
    <pc:chgData name="Nasrin Nikravangolsefid" userId="S::nasrin.nikravangolsefid@samc.com::57dfdcc4-ba78-4f5b-8e42-2bfc3601f06b" providerId="AD" clId="Web-{FD170A88-B273-1088-D875-D9890BE686D3}"/>
    <pc:docChg chg="modSld">
      <pc:chgData name="Nasrin Nikravangolsefid" userId="S::nasrin.nikravangolsefid@samc.com::57dfdcc4-ba78-4f5b-8e42-2bfc3601f06b" providerId="AD" clId="Web-{FD170A88-B273-1088-D875-D9890BE686D3}" dt="2025-04-21T16:50:42.464" v="38" actId="20577"/>
      <pc:docMkLst>
        <pc:docMk/>
      </pc:docMkLst>
      <pc:sldChg chg="modSp">
        <pc:chgData name="Nasrin Nikravangolsefid" userId="S::nasrin.nikravangolsefid@samc.com::57dfdcc4-ba78-4f5b-8e42-2bfc3601f06b" providerId="AD" clId="Web-{FD170A88-B273-1088-D875-D9890BE686D3}" dt="2025-04-21T16:50:42.464" v="38" actId="20577"/>
        <pc:sldMkLst>
          <pc:docMk/>
          <pc:sldMk cId="2928619675" sldId="261"/>
        </pc:sldMkLst>
        <pc:spChg chg="mod">
          <ac:chgData name="Nasrin Nikravangolsefid" userId="S::nasrin.nikravangolsefid@samc.com::57dfdcc4-ba78-4f5b-8e42-2bfc3601f06b" providerId="AD" clId="Web-{FD170A88-B273-1088-D875-D9890BE686D3}" dt="2025-04-21T16:49:02.402" v="25" actId="20577"/>
          <ac:spMkLst>
            <pc:docMk/>
            <pc:sldMk cId="2928619675" sldId="261"/>
            <ac:spMk id="6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FD170A88-B273-1088-D875-D9890BE686D3}" dt="2025-04-21T16:48:56.386" v="23" actId="20577"/>
          <ac:spMkLst>
            <pc:docMk/>
            <pc:sldMk cId="2928619675" sldId="261"/>
            <ac:spMk id="7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FD170A88-B273-1088-D875-D9890BE686D3}" dt="2025-04-21T16:49:09.339" v="26" actId="20577"/>
          <ac:spMkLst>
            <pc:docMk/>
            <pc:sldMk cId="2928619675" sldId="261"/>
            <ac:spMk id="8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FD170A88-B273-1088-D875-D9890BE686D3}" dt="2025-04-21T16:50:15.058" v="34" actId="20577"/>
          <ac:spMkLst>
            <pc:docMk/>
            <pc:sldMk cId="2928619675" sldId="261"/>
            <ac:spMk id="29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FD170A88-B273-1088-D875-D9890BE686D3}" dt="2025-04-21T16:50:42.464" v="38" actId="20577"/>
          <ac:spMkLst>
            <pc:docMk/>
            <pc:sldMk cId="2928619675" sldId="261"/>
            <ac:spMk id="74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FD170A88-B273-1088-D875-D9890BE686D3}" dt="2025-04-21T16:50:23.933" v="36" actId="20577"/>
          <ac:spMkLst>
            <pc:docMk/>
            <pc:sldMk cId="2928619675" sldId="261"/>
            <ac:spMk id="82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FD170A88-B273-1088-D875-D9890BE686D3}" dt="2025-04-21T16:50:28.261" v="37" actId="20577"/>
          <ac:spMkLst>
            <pc:docMk/>
            <pc:sldMk cId="2928619675" sldId="261"/>
            <ac:spMk id="90" creationId="{00000000-0000-0000-0000-000000000000}"/>
          </ac:spMkLst>
        </pc:spChg>
      </pc:sldChg>
    </pc:docChg>
  </pc:docChgLst>
  <pc:docChgLst>
    <pc:chgData name="Nasrin Nikravangolsefid" userId="S::nasrin.nikravangolsefid@samc.com::57dfdcc4-ba78-4f5b-8e42-2bfc3601f06b" providerId="AD" clId="Web-{9CB5A60F-EDBE-17DB-9107-D5057A5E7231}"/>
    <pc:docChg chg="modSld">
      <pc:chgData name="Nasrin Nikravangolsefid" userId="S::nasrin.nikravangolsefid@samc.com::57dfdcc4-ba78-4f5b-8e42-2bfc3601f06b" providerId="AD" clId="Web-{9CB5A60F-EDBE-17DB-9107-D5057A5E7231}" dt="2025-04-21T17:27:57.831" v="1" actId="1076"/>
      <pc:docMkLst>
        <pc:docMk/>
      </pc:docMkLst>
      <pc:sldChg chg="modSp">
        <pc:chgData name="Nasrin Nikravangolsefid" userId="S::nasrin.nikravangolsefid@samc.com::57dfdcc4-ba78-4f5b-8e42-2bfc3601f06b" providerId="AD" clId="Web-{9CB5A60F-EDBE-17DB-9107-D5057A5E7231}" dt="2025-04-21T17:27:57.831" v="1" actId="1076"/>
        <pc:sldMkLst>
          <pc:docMk/>
          <pc:sldMk cId="2928619675" sldId="261"/>
        </pc:sldMkLst>
        <pc:spChg chg="mod">
          <ac:chgData name="Nasrin Nikravangolsefid" userId="S::nasrin.nikravangolsefid@samc.com::57dfdcc4-ba78-4f5b-8e42-2bfc3601f06b" providerId="AD" clId="Web-{9CB5A60F-EDBE-17DB-9107-D5057A5E7231}" dt="2025-04-21T17:27:57.831" v="1" actId="1076"/>
          <ac:spMkLst>
            <pc:docMk/>
            <pc:sldMk cId="2928619675" sldId="261"/>
            <ac:spMk id="7" creationId="{00000000-0000-0000-0000-000000000000}"/>
          </ac:spMkLst>
        </pc:spChg>
      </pc:sldChg>
    </pc:docChg>
  </pc:docChgLst>
  <pc:docChgLst>
    <pc:chgData name="Nasrin Nikravangolsefid" userId="S::nasrin.nikravangolsefid@samc.com::57dfdcc4-ba78-4f5b-8e42-2bfc3601f06b" providerId="AD" clId="Web-{50738FB9-BD27-527B-1433-856769DFFD34}"/>
    <pc:docChg chg="modSld">
      <pc:chgData name="Nasrin Nikravangolsefid" userId="S::nasrin.nikravangolsefid@samc.com::57dfdcc4-ba78-4f5b-8e42-2bfc3601f06b" providerId="AD" clId="Web-{50738FB9-BD27-527B-1433-856769DFFD34}" dt="2024-09-26T01:14:43.621" v="78" actId="20577"/>
      <pc:docMkLst>
        <pc:docMk/>
      </pc:docMkLst>
      <pc:sldChg chg="modSp">
        <pc:chgData name="Nasrin Nikravangolsefid" userId="S::nasrin.nikravangolsefid@samc.com::57dfdcc4-ba78-4f5b-8e42-2bfc3601f06b" providerId="AD" clId="Web-{50738FB9-BD27-527B-1433-856769DFFD34}" dt="2024-09-26T01:14:43.621" v="78" actId="20577"/>
        <pc:sldMkLst>
          <pc:docMk/>
          <pc:sldMk cId="2928619675" sldId="261"/>
        </pc:sldMkLst>
        <pc:spChg chg="mod">
          <ac:chgData name="Nasrin Nikravangolsefid" userId="S::nasrin.nikravangolsefid@samc.com::57dfdcc4-ba78-4f5b-8e42-2bfc3601f06b" providerId="AD" clId="Web-{50738FB9-BD27-527B-1433-856769DFFD34}" dt="2024-09-26T01:07:35.627" v="46" actId="1076"/>
          <ac:spMkLst>
            <pc:docMk/>
            <pc:sldMk cId="2928619675" sldId="261"/>
            <ac:spMk id="6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50738FB9-BD27-527B-1433-856769DFFD34}" dt="2024-09-26T01:07:46.736" v="51" actId="20577"/>
          <ac:spMkLst>
            <pc:docMk/>
            <pc:sldMk cId="2928619675" sldId="261"/>
            <ac:spMk id="7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50738FB9-BD27-527B-1433-856769DFFD34}" dt="2024-09-26T01:12:30.384" v="67" actId="20577"/>
          <ac:spMkLst>
            <pc:docMk/>
            <pc:sldMk cId="2928619675" sldId="261"/>
            <ac:spMk id="28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50738FB9-BD27-527B-1433-856769DFFD34}" dt="2024-09-26T01:14:34.699" v="76" actId="20577"/>
          <ac:spMkLst>
            <pc:docMk/>
            <pc:sldMk cId="2928619675" sldId="261"/>
            <ac:spMk id="31" creationId="{00000000-0000-0000-0000-000000000000}"/>
          </ac:spMkLst>
        </pc:spChg>
        <pc:spChg chg="mod">
          <ac:chgData name="Nasrin Nikravangolsefid" userId="S::nasrin.nikravangolsefid@samc.com::57dfdcc4-ba78-4f5b-8e42-2bfc3601f06b" providerId="AD" clId="Web-{50738FB9-BD27-527B-1433-856769DFFD34}" dt="2024-09-26T01:14:43.621" v="78" actId="20577"/>
          <ac:spMkLst>
            <pc:docMk/>
            <pc:sldMk cId="2928619675" sldId="261"/>
            <ac:spMk id="90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A783DE-3B5E-4848-9DD3-8469EAB31C91}" type="datetimeFigureOut">
              <a:rPr lang="en-US" smtClean="0"/>
              <a:t>4/24/25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EBD31-3BF1-3842-8B3E-8A80842AD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69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52907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1pPr>
    <a:lvl2pPr marL="326454" algn="l" defTabSz="652907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2pPr>
    <a:lvl3pPr marL="652907" algn="l" defTabSz="652907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3pPr>
    <a:lvl4pPr marL="979362" algn="l" defTabSz="652907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4pPr>
    <a:lvl5pPr marL="1305816" algn="l" defTabSz="652907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5pPr>
    <a:lvl6pPr marL="1632269" algn="l" defTabSz="652907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6pPr>
    <a:lvl7pPr marL="1958723" algn="l" defTabSz="652907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7pPr>
    <a:lvl8pPr marL="2285176" algn="l" defTabSz="652907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8pPr>
    <a:lvl9pPr marL="2611631" algn="l" defTabSz="652907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5EBD31-3BF1-3842-8B3E-8A80842ADF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68324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3591562"/>
            <a:ext cx="2798064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1526522"/>
            <a:ext cx="246888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F9D74-9CA2-B844-957F-EDF408B27601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7C75-BF6E-9B41-BF05-CA5DFF4C1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65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F9D74-9CA2-B844-957F-EDF408B27601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7C75-BF6E-9B41-BF05-CA5DFF4C1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491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5471167"/>
            <a:ext cx="2839212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14686287"/>
            <a:ext cx="2839212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/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F9D74-9CA2-B844-957F-EDF408B27601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7C75-BF6E-9B41-BF05-CA5DFF4C1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345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F9D74-9CA2-B844-957F-EDF408B27601}" type="datetimeFigureOut">
              <a:rPr lang="en-US" smtClean="0"/>
              <a:t>4/24/25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7C75-BF6E-9B41-BF05-CA5DFF4C1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441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168405"/>
            <a:ext cx="28392120" cy="42418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5379722"/>
            <a:ext cx="13926024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8016240"/>
            <a:ext cx="13926024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5379722"/>
            <a:ext cx="13994608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8016240"/>
            <a:ext cx="13994608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F9D74-9CA2-B844-957F-EDF408B27601}" type="datetimeFigureOut">
              <a:rPr lang="en-US" smtClean="0"/>
              <a:t>4/24/25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7C75-BF6E-9B41-BF05-CA5DFF4C1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096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F9D74-9CA2-B844-957F-EDF408B27601}" type="datetimeFigureOut">
              <a:rPr lang="en-US" smtClean="0"/>
              <a:t>4/24/25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7C75-BF6E-9B41-BF05-CA5DFF4C1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659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F9D74-9CA2-B844-957F-EDF408B27601}" type="datetimeFigureOut">
              <a:rPr lang="en-US" smtClean="0"/>
              <a:t>4/24/25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7C75-BF6E-9B41-BF05-CA5DFF4C1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58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3159765"/>
            <a:ext cx="1666494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F9D74-9CA2-B844-957F-EDF408B27601}" type="datetimeFigureOut">
              <a:rPr lang="en-US" smtClean="0"/>
              <a:t>4/24/25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7C75-BF6E-9B41-BF05-CA5DFF4C1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2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3159765"/>
            <a:ext cx="16664940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F9D74-9CA2-B844-957F-EDF408B27601}" type="datetimeFigureOut">
              <a:rPr lang="en-US" smtClean="0"/>
              <a:t>4/24/25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7C75-BF6E-9B41-BF05-CA5DFF4C1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429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F9D74-9CA2-B844-957F-EDF408B27601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7C75-BF6E-9B41-BF05-CA5DFF4C1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167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1168400"/>
            <a:ext cx="7098030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1168400"/>
            <a:ext cx="20882610" cy="185978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F9D74-9CA2-B844-957F-EDF408B27601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97C75-BF6E-9B41-BF05-CA5DFF4C1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233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582287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-28074" y="157163"/>
            <a:ext cx="32946473" cy="1943100"/>
          </a:xfrm>
        </p:spPr>
        <p:txBody>
          <a:bodyPr>
            <a:noAutofit/>
          </a:bodyPr>
          <a:lstStyle>
            <a:defPPr>
              <a:defRPr kern="1200"/>
            </a:defPPr>
            <a:lvl1pPr marL="0" marR="0" indent="0" algn="ctr" defTabSz="1880637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Tx/>
              <a:buNone/>
              <a:defRPr sz="3050" baseline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940318" indent="0">
              <a:buFontTx/>
              <a:buNone/>
              <a:defRPr/>
            </a:lvl2pPr>
            <a:lvl3pPr marL="1880637" indent="0">
              <a:buFontTx/>
              <a:buNone/>
              <a:defRPr/>
            </a:lvl3pPr>
            <a:lvl4pPr marL="2820956" indent="0">
              <a:buFontTx/>
              <a:buNone/>
              <a:defRPr/>
            </a:lvl4pPr>
            <a:lvl5pPr marL="3761274" indent="0">
              <a:buFontTx/>
              <a:buNone/>
              <a:defRPr/>
            </a:lvl5pPr>
          </a:lstStyle>
          <a:p>
            <a:pPr marL="0" marR="0" lvl="0" indent="0" algn="ctr" defTabSz="188063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/>
              <a:t>This is a Scientific Poster Template created by Graphicsland </a:t>
            </a:r>
            <a:br>
              <a:rPr lang="en-US"/>
            </a:br>
            <a:r>
              <a:rPr lang="en-US"/>
              <a:t>&amp; MakeSigns.com. Your poster title would go on these lines. </a:t>
            </a:r>
          </a:p>
        </p:txBody>
      </p:sp>
      <p:sp>
        <p:nvSpPr>
          <p:cNvPr id="3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-28074" y="1775013"/>
            <a:ext cx="32946473" cy="1129553"/>
          </a:xfrm>
        </p:spPr>
        <p:txBody>
          <a:bodyPr>
            <a:noAutofit/>
          </a:bodyPr>
          <a:lstStyle>
            <a:defPPr>
              <a:defRPr kern="1200"/>
            </a:defPPr>
            <a:lvl1pPr marL="0" marR="0" indent="0" algn="ctr" defTabSz="1880637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Tx/>
              <a:buFontTx/>
              <a:buNone/>
              <a:defRPr sz="3300" baseline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940318" indent="0">
              <a:buFontTx/>
              <a:buNone/>
              <a:defRPr/>
            </a:lvl2pPr>
            <a:lvl3pPr marL="1880637" indent="0">
              <a:buFontTx/>
              <a:buNone/>
              <a:defRPr/>
            </a:lvl3pPr>
            <a:lvl4pPr marL="2820956" indent="0">
              <a:buFontTx/>
              <a:buNone/>
              <a:defRPr/>
            </a:lvl4pPr>
            <a:lvl5pPr marL="3761274" indent="0">
              <a:buFontTx/>
              <a:buNone/>
              <a:defRPr/>
            </a:lvl5pPr>
          </a:lstStyle>
          <a:p>
            <a:pPr algn="ctr">
              <a:spcBef>
                <a:spcPts val="600"/>
              </a:spcBef>
            </a:pPr>
            <a:r>
              <a:rPr lang="en-US" sz="3000">
                <a:solidFill>
                  <a:schemeClr val="tx2">
                    <a:lumMod val="50000"/>
                  </a:schemeClr>
                </a:solidFill>
                <a:latin typeface="Franklin Gothic Medium" pitchFamily="34" charset="0"/>
              </a:rPr>
              <a:t>Author’s Name Here</a:t>
            </a:r>
            <a:br>
              <a:rPr lang="en-US" sz="3000">
                <a:solidFill>
                  <a:schemeClr val="tx2">
                    <a:lumMod val="50000"/>
                  </a:schemeClr>
                </a:solidFill>
                <a:latin typeface="Franklin Gothic Medium" pitchFamily="34" charset="0"/>
              </a:rPr>
            </a:br>
            <a:r>
              <a:rPr lang="en-US" sz="300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University</a:t>
            </a:r>
            <a:r>
              <a:rPr lang="en-US" sz="3000">
                <a:solidFill>
                  <a:schemeClr val="tx2">
                    <a:lumMod val="50000"/>
                  </a:schemeClr>
                </a:solidFill>
                <a:latin typeface="Franklin Gothic Medium" pitchFamily="34" charset="0"/>
              </a:rPr>
              <a:t> Name Here</a:t>
            </a:r>
          </a:p>
        </p:txBody>
      </p:sp>
    </p:spTree>
    <p:extLst>
      <p:ext uri="{BB962C8B-B14F-4D97-AF65-F5344CB8AC3E}">
        <p14:creationId xmlns:p14="http://schemas.microsoft.com/office/powerpoint/2010/main" val="1858477599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F9D74-9CA2-B844-957F-EDF408B27601}" type="datetimeFigureOut">
              <a:rPr lang="en-US" smtClean="0"/>
              <a:t>4/24/25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97C75-BF6E-9B41-BF05-CA5DFF4C1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820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472FA359-1C7E-452C-9271-CA4EED05005A}"/>
              </a:ext>
            </a:extLst>
          </p:cNvPr>
          <p:cNvSpPr/>
          <p:nvPr/>
        </p:nvSpPr>
        <p:spPr>
          <a:xfrm>
            <a:off x="21579840" y="19301657"/>
            <a:ext cx="10327904" cy="2383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456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70021" y="9299081"/>
            <a:ext cx="10568539" cy="1080481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5400" b="1">
                <a:latin typeface="Times New Roman"/>
                <a:cs typeface="Helvetica"/>
              </a:rPr>
              <a:t>Case Presentation</a:t>
            </a:r>
            <a:endParaRPr lang="en-US" sz="5400">
              <a:latin typeface="Times New Roman"/>
              <a:cs typeface="Times New Roman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70021" y="10609466"/>
            <a:ext cx="10568539" cy="102911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 anchorCtr="0"/>
          <a:lstStyle/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A 76-year-old man presented with shortness of breath that began 6 days ago</a:t>
            </a:r>
            <a:endParaRPr lang="en-US" sz="2000" dirty="0">
              <a:solidFill>
                <a:schemeClr val="tx1"/>
              </a:solidFill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PMH</a:t>
            </a:r>
            <a:r>
              <a:rPr lang="en-US" sz="2000" b="1" dirty="0">
                <a:solidFill>
                  <a:schemeClr val="tx1"/>
                </a:solidFill>
                <a:latin typeface="Times New Roman"/>
                <a:cs typeface="Times New Roman"/>
              </a:rPr>
              <a:t>: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 hypertension, pulmonary embolism (on apixaban), and chronic back pain.</a:t>
            </a:r>
            <a:endParaRPr lang="en-US" sz="2000" dirty="0">
              <a:solidFill>
                <a:schemeClr val="tx1"/>
              </a:solidFill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He recently returned from a trip to Oregon and reported feeling fatigue and fever.</a:t>
            </a:r>
            <a:endParaRPr lang="en-US" sz="2000" dirty="0">
              <a:solidFill>
                <a:schemeClr val="tx1"/>
              </a:solidFill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Prior to admission, he was treated at another facility for a urinary tract infection caused by Klebsiella aerogenes sensitive to ciprofloxacin and discharged on ciprofloxacin and cephalexin.</a:t>
            </a:r>
            <a:endParaRPr lang="en-US" sz="2000" dirty="0">
              <a:solidFill>
                <a:schemeClr val="tx1"/>
              </a:solidFill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Upon presentation, the patient exhibited worsening respiratory distress and severe back pain.</a:t>
            </a:r>
            <a:endParaRPr lang="en-US" sz="2000" dirty="0">
              <a:solidFill>
                <a:schemeClr val="tx1"/>
              </a:solidFill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Initial vital signs  o2 sat 80% on room air, improving to 94% on 6L/min NC</a:t>
            </a:r>
            <a:endParaRPr lang="en-US" sz="2000" dirty="0">
              <a:solidFill>
                <a:schemeClr val="tx1"/>
              </a:solidFill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T 37.8°C, HR 108 bpm, BP 104/67 mmHg, RR 20 breaths/min</a:t>
            </a:r>
            <a:endParaRPr lang="en-US" sz="2000" dirty="0">
              <a:solidFill>
                <a:schemeClr val="tx1"/>
              </a:solidFill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Physical examination: bilateral lung crackles, lower extremities mottling, and pitting edema. </a:t>
            </a:r>
            <a:endParaRPr lang="en-US" sz="2000" dirty="0">
              <a:solidFill>
                <a:schemeClr val="tx1"/>
              </a:solidFill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Sinus tachycardia on EKG, borderline leukocytosis (WBC 10.3 x 10^3/µL), thrombocytopenia (platelets 67,000/µL), mildly elevated creatinine (1.35 mg/dL), ad hypokalemia (K 3.2 </a:t>
            </a:r>
            <a:r>
              <a:rPr lang="en-US" sz="2000" dirty="0" err="1">
                <a:solidFill>
                  <a:schemeClr val="tx1"/>
                </a:solidFill>
                <a:latin typeface="Times New Roman"/>
                <a:cs typeface="Times New Roman"/>
              </a:rPr>
              <a:t>mEq</a:t>
            </a: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/L)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Troponin levels, urinalysis and respiratory viral panel unremarkable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Chest radiography and CT angiography pulmonary vascular congestion and cardiomegaly, without evidence of pulmonary embolism.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Transthoracic echocardiography: severe aortic stenosis, hyperdynamic left ventricular systolic function with ejection fraction more than 70%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Treated with diuretics based on a diagnosis of acute hypoxic respiratory failure due to heart failure and volume overload.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2nd day, his condition deteriorated, with increased dyspnea, altered mental status, abdominal distension, and fever.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Blood cultures were drawn, and broad-spectrum antibiotic (Meropenem) was initiated.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Subsequent abdominal imaging and surgical evaluation confirmed colonic ileus. 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On day 4, blood cultures grew Klebsiella aerogenes, a gram-negative bacillus. 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Antibiotic therapy was adjusted to a higher dose of meropenem based on susceptibility testing.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TEE identified vegetation on the posterior mitral valve leaflet with moderate regurgitation.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Brain MRI performed due to persistent neurological symptoms, showed multiple acute and subacute infarcts in both anterior and posterior circulations, consistent with septic emboli.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Gentamicin was added to the meropenem regimen.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The patient's mental status and fever improved with treatment. However, given the need for urgent cardiac surgery for infective endocarditis, he was transferred to a higher-level care center for further management.</a:t>
            </a:r>
          </a:p>
          <a:p>
            <a:pPr marL="457200" indent="-45720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Gentamicin and meropenem were continued for two weeks until the transfer.</a:t>
            </a: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Arial"/>
              <a:buChar char="•"/>
            </a:pPr>
            <a:endParaRPr lang="en-US" sz="20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0021" y="4328161"/>
            <a:ext cx="10568539" cy="1091864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5000" b="1">
                <a:latin typeface="Times New Roman"/>
                <a:cs typeface="Times New Roman"/>
              </a:rPr>
              <a:t>Introduction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0021" y="5415598"/>
            <a:ext cx="10568539" cy="38360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 anchorCtr="0"/>
          <a:lstStyle/>
          <a:p>
            <a:endParaRPr lang="en-US" sz="28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/>
                <a:cs typeface="Times New Roman"/>
              </a:rPr>
              <a:t>Endocarditis caused by non-HACEK gram negative bacteria, such as Klebsiella species, is a rare and life-threatening infection and often associated with poor outcomes in elderly patients.</a:t>
            </a:r>
            <a:endParaRPr lang="en-US" sz="2400" dirty="0">
              <a:solidFill>
                <a:schemeClr val="tx1"/>
              </a:solidFill>
              <a:latin typeface="Times New Roman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/>
                <a:cs typeface="Times New Roman"/>
              </a:rPr>
              <a:t>Non-HACEK gram-negative organisms have a limited ability to form biofilms and a low affinity for the endocardial epithelium, which likely accounts for the infrequency of endocarditis cases attributed to these pathogens.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/>
                <a:cs typeface="Times New Roman"/>
              </a:rPr>
              <a:t>This case report describes an unusual presentation of Klebsiella endocarditis that developed following a Klebsiella urinary tract infection and was further complicated by septic emboli to the brain.</a:t>
            </a:r>
            <a:endParaRPr lang="en-US" sz="2400" dirty="0">
              <a:solidFill>
                <a:schemeClr val="tx1"/>
              </a:solidFill>
              <a:latin typeface="Times New Roman"/>
              <a:ea typeface="Calibri"/>
              <a:cs typeface="Calibri"/>
            </a:endParaRPr>
          </a:p>
          <a:p>
            <a:endParaRPr lang="en-US" sz="3600" dirty="0">
              <a:solidFill>
                <a:schemeClr val="tx1"/>
              </a:solidFill>
              <a:latin typeface="Helvetica" pitchFamily="2" charset="0"/>
              <a:cs typeface="Helvetic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70021" y="526538"/>
            <a:ext cx="31137726" cy="365899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456"/>
          </a:p>
        </p:txBody>
      </p:sp>
      <p:sp>
        <p:nvSpPr>
          <p:cNvPr id="6" name="Rectangle 5"/>
          <p:cNvSpPr/>
          <p:nvPr/>
        </p:nvSpPr>
        <p:spPr>
          <a:xfrm>
            <a:off x="669429" y="902263"/>
            <a:ext cx="30921617" cy="23160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Mitral Valve Infective Endocarditis Caused by Klebsiella Aerogenes with </a:t>
            </a:r>
          </a:p>
          <a:p>
            <a:pPr algn="ctr"/>
            <a:r>
              <a:rPr lang="en-US" sz="4400" b="1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Septic Emboli to the Brain: A Rare Case Report</a:t>
            </a:r>
            <a:endParaRPr lang="en-US" sz="4400" b="1" dirty="0">
              <a:solidFill>
                <a:schemeClr val="bg1"/>
              </a:solidFill>
              <a:latin typeface="Times New Roman"/>
              <a:ea typeface="Calibri"/>
              <a:cs typeface="Calibri"/>
            </a:endParaRPr>
          </a:p>
          <a:p>
            <a:pPr algn="ctr"/>
            <a:endParaRPr lang="en-US" sz="5650" b="1" dirty="0">
              <a:solidFill>
                <a:schemeClr val="bg1"/>
              </a:solidFill>
              <a:latin typeface="Helvetica"/>
              <a:cs typeface="Helvetic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27354" y="2549206"/>
            <a:ext cx="27804603" cy="107721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/>
                <a:ea typeface="Calibri"/>
                <a:cs typeface="Helvetica"/>
              </a:rPr>
              <a:t>Nasrin </a:t>
            </a:r>
            <a:r>
              <a:rPr lang="en-US" sz="3200" dirty="0" err="1">
                <a:solidFill>
                  <a:schemeClr val="bg1"/>
                </a:solidFill>
                <a:latin typeface="Times New Roman"/>
                <a:ea typeface="Calibri"/>
                <a:cs typeface="Helvetica"/>
              </a:rPr>
              <a:t>Nikravangolsefid</a:t>
            </a:r>
            <a:r>
              <a:rPr lang="en-US" sz="3200" dirty="0">
                <a:solidFill>
                  <a:schemeClr val="bg1"/>
                </a:solidFill>
                <a:latin typeface="Times New Roman"/>
                <a:ea typeface="Calibri"/>
                <a:cs typeface="Helvetica"/>
              </a:rPr>
              <a:t> MD-MPH, </a:t>
            </a:r>
            <a:r>
              <a:rPr lang="en-US" sz="3200" dirty="0">
                <a:solidFill>
                  <a:schemeClr val="bg1"/>
                </a:solidFill>
                <a:latin typeface="Times New Roman"/>
                <a:cs typeface="Times New Roman"/>
              </a:rPr>
              <a:t>Mahmut </a:t>
            </a:r>
            <a:r>
              <a:rPr lang="en-US" sz="3200" dirty="0" err="1">
                <a:solidFill>
                  <a:schemeClr val="bg1"/>
                </a:solidFill>
                <a:latin typeface="Times New Roman"/>
                <a:cs typeface="Times New Roman"/>
              </a:rPr>
              <a:t>Unverdi</a:t>
            </a:r>
            <a:r>
              <a:rPr lang="en-US" sz="3200" dirty="0">
                <a:solidFill>
                  <a:schemeClr val="bg1"/>
                </a:solidFill>
                <a:latin typeface="Times New Roman"/>
                <a:cs typeface="Times New Roman"/>
              </a:rPr>
              <a:t> MD</a:t>
            </a:r>
            <a:r>
              <a:rPr lang="en-US" sz="3200" dirty="0">
                <a:solidFill>
                  <a:schemeClr val="bg1"/>
                </a:solidFill>
                <a:latin typeface="Times New Roman"/>
                <a:cs typeface="Helvetica"/>
              </a:rPr>
              <a:t>,</a:t>
            </a:r>
            <a:r>
              <a:rPr lang="en-US" sz="3200" dirty="0">
                <a:solidFill>
                  <a:schemeClr val="bg1"/>
                </a:solidFill>
                <a:latin typeface="Times New Roman"/>
                <a:ea typeface="Calibri"/>
                <a:cs typeface="Helvetica"/>
              </a:rPr>
              <a:t> Bakht Roshan MD, Shahab Dian MD</a:t>
            </a:r>
            <a:endParaRPr lang="en-US" sz="3200" dirty="0">
              <a:solidFill>
                <a:schemeClr val="bg1"/>
              </a:solidFill>
              <a:latin typeface="Times New Roman"/>
              <a:ea typeface="Calibri"/>
              <a:cs typeface="Calibri"/>
            </a:endParaRP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Times New Roman"/>
                <a:ea typeface="Calibri"/>
                <a:cs typeface="Helvetica"/>
              </a:rPr>
              <a:t>Internal Medicine Department, Saint Agnes Medical Center, Fresno, CA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1579840" y="4339545"/>
            <a:ext cx="10327906" cy="1107568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5400" b="1">
                <a:latin typeface="Times New Roman"/>
                <a:cs typeface="Helvetica"/>
              </a:rPr>
              <a:t>Case Presentation</a:t>
            </a:r>
            <a:endParaRPr lang="en-US" sz="5400">
              <a:latin typeface="Times New Roman"/>
              <a:cs typeface="Times New Roman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21579839" y="5550651"/>
            <a:ext cx="10327907" cy="3500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 anchorCtr="0"/>
          <a:lstStyle/>
          <a:p>
            <a:pPr marL="342900" indent="-342900"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After transferring to a higher center, the thoracic spine MRI showed discitis and osteomyelitis at the T10/T11 level. He underwent T10/T11 laminectomies, washout, and decompression.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A 6-week course of gentamicin and ertapenem was initiated for antibiotic therapy.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Mitral valve replacement surgery was deferred due to deconditioning. 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At the two-month follow-up, the patient’s symptoms had resolved, and cardiac surgery was planned for the next month.</a:t>
            </a:r>
            <a:endParaRPr lang="en-US" sz="2400" dirty="0">
              <a:solidFill>
                <a:schemeClr val="tx1"/>
              </a:solidFill>
              <a:latin typeface="Times New Roman"/>
              <a:ea typeface="Calibri" panose="020F0502020204030204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endParaRPr lang="en-US" sz="3450" dirty="0">
              <a:solidFill>
                <a:schemeClr val="tx1"/>
              </a:solidFill>
              <a:latin typeface="Helvetica" pitchFamily="2" charset="0"/>
              <a:cs typeface="Helvetica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11734800" y="16421343"/>
            <a:ext cx="9489728" cy="50727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 anchorCtr="0"/>
          <a:lstStyle/>
          <a:p>
            <a:endParaRPr lang="en-US" sz="3450">
              <a:solidFill>
                <a:schemeClr val="tx1"/>
              </a:solidFill>
              <a:latin typeface="Helvetica" pitchFamily="2" charset="0"/>
              <a:cs typeface="Helvetica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21579840" y="14453431"/>
            <a:ext cx="10327906" cy="1080481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800" b="1"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579839" y="15533911"/>
            <a:ext cx="10327905" cy="3500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 anchorCtr="0"/>
          <a:lstStyle/>
          <a:p>
            <a:pPr marL="514350" indent="-514350">
              <a:buAutoNum type="arabicPeriod"/>
            </a:pPr>
            <a:endParaRPr lang="en-US" sz="1400">
              <a:ln w="0"/>
              <a:solidFill>
                <a:srgbClr val="222222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Times New Roman"/>
              <a:cs typeface="Arial"/>
            </a:endParaRPr>
          </a:p>
          <a:p>
            <a:pPr marL="514350" indent="-514350">
              <a:buAutoNum type="arabicPeriod"/>
            </a:pPr>
            <a:endParaRPr lang="en-US" sz="1400">
              <a:ln w="0"/>
              <a:solidFill>
                <a:srgbClr val="222222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Times New Roman"/>
              <a:cs typeface="Arial"/>
            </a:endParaRPr>
          </a:p>
          <a:p>
            <a:pPr marL="514350" indent="-514350">
              <a:buAutoNum type="arabicPeriod"/>
            </a:pPr>
            <a:r>
              <a:rPr lang="en-US" sz="1400">
                <a:ln w="0"/>
                <a:solidFill>
                  <a:srgbClr val="22222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cs typeface="Arial"/>
              </a:rPr>
              <a:t>Parra JC, De Castro-Campos D, García PM, Samperio MO, Arriaza MM, De Alarcón A, Gutierrez-Carretero E, Alvarez MC, Meda JM, Sanchez MÁ, García RR. Non-HACEK gram negative bacilli endocarditis: Analysis of a national prospective cohort. European Journal of Internal Medicine. 2021 Oct 1;92:71-8.</a:t>
            </a:r>
            <a:endParaRPr lang="en-US" sz="1400">
              <a:ln w="0"/>
              <a:solidFill>
                <a:srgbClr val="00000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Times New Roman"/>
              <a:cs typeface="Helvetica"/>
            </a:endParaRPr>
          </a:p>
          <a:p>
            <a:pPr marL="514350" indent="-514350">
              <a:buAutoNum type="arabicPeriod"/>
            </a:pPr>
            <a:endParaRPr lang="en-US" sz="1400">
              <a:ln w="0"/>
              <a:solidFill>
                <a:srgbClr val="222222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Times New Roman"/>
              <a:cs typeface="Arial"/>
            </a:endParaRPr>
          </a:p>
          <a:p>
            <a:pPr marL="514350" indent="-514350">
              <a:buAutoNum type="arabicPeriod"/>
            </a:pPr>
            <a:r>
              <a:rPr lang="en-US" sz="1400">
                <a:ln w="0"/>
                <a:solidFill>
                  <a:srgbClr val="22222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cs typeface="Arial"/>
              </a:rPr>
              <a:t>Morpeth S, Murdoch D, Cabell CH, Karchmer AW, Pappas P, Levine D, Nacinovich F, </a:t>
            </a:r>
            <a:r>
              <a:rPr lang="en-US" sz="1400" err="1">
                <a:ln w="0"/>
                <a:solidFill>
                  <a:srgbClr val="22222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cs typeface="Arial"/>
              </a:rPr>
              <a:t>Tattevin</a:t>
            </a:r>
            <a:r>
              <a:rPr lang="en-US" sz="1400">
                <a:ln w="0"/>
                <a:solidFill>
                  <a:srgbClr val="22222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cs typeface="Arial"/>
              </a:rPr>
              <a:t> P, Fernández-Hidalgo N, Dickerman S, Bouza E. Non-HACEK gram-negative bacillus endocarditis. Annals of internal medicine. 2007 Dec 18;147(12):829-35.</a:t>
            </a:r>
            <a:endParaRPr lang="en-US" sz="1400">
              <a:latin typeface="Times New Roman"/>
              <a:cs typeface="Times New Roman"/>
            </a:endParaRPr>
          </a:p>
          <a:p>
            <a:pPr marL="514350" indent="-514350">
              <a:buAutoNum type="arabicPeriod"/>
            </a:pPr>
            <a:endParaRPr lang="en-US" sz="1400">
              <a:ln w="0"/>
              <a:solidFill>
                <a:srgbClr val="222222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Times New Roman"/>
              <a:cs typeface="Arial"/>
            </a:endParaRPr>
          </a:p>
          <a:p>
            <a:pPr marL="514350" indent="-514350">
              <a:buAutoNum type="arabicPeriod"/>
            </a:pPr>
            <a:r>
              <a:rPr lang="en-US" sz="1400">
                <a:ln w="0"/>
                <a:solidFill>
                  <a:srgbClr val="22222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cs typeface="Arial"/>
              </a:rPr>
              <a:t>Veve MP, McCurry ED, Cooksey GE, Shorman MA. Epidemiology and outcomes of non-HACEK infective endocarditis in the southeast United States. </a:t>
            </a:r>
            <a:r>
              <a:rPr lang="en-US" sz="1400" err="1">
                <a:ln w="0"/>
                <a:solidFill>
                  <a:srgbClr val="22222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cs typeface="Arial"/>
              </a:rPr>
              <a:t>PLoS</a:t>
            </a:r>
            <a:r>
              <a:rPr lang="en-US" sz="1400">
                <a:ln w="0"/>
                <a:solidFill>
                  <a:srgbClr val="22222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cs typeface="Arial"/>
              </a:rPr>
              <a:t> One. 2020 Mar 10;15(3):e0230199.</a:t>
            </a:r>
          </a:p>
          <a:p>
            <a:pPr marL="514350" indent="-514350">
              <a:buAutoNum type="arabicPeriod"/>
            </a:pPr>
            <a:endParaRPr lang="en-US" sz="1400">
              <a:ln w="0"/>
              <a:solidFill>
                <a:srgbClr val="222222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Times New Roman"/>
              <a:cs typeface="Arial"/>
            </a:endParaRPr>
          </a:p>
          <a:p>
            <a:pPr marL="514350" indent="-514350">
              <a:buAutoNum type="arabicPeriod"/>
            </a:pPr>
            <a:r>
              <a:rPr lang="en-US" sz="1400">
                <a:ln w="0"/>
                <a:solidFill>
                  <a:srgbClr val="22222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ea typeface="+mn-lt"/>
                <a:cs typeface="+mn-lt"/>
              </a:rPr>
              <a:t>Ioannou P, </a:t>
            </a:r>
            <a:r>
              <a:rPr lang="en-US" sz="1400" err="1">
                <a:ln w="0"/>
                <a:solidFill>
                  <a:srgbClr val="22222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ea typeface="+mn-lt"/>
                <a:cs typeface="+mn-lt"/>
              </a:rPr>
              <a:t>Miliara</a:t>
            </a:r>
            <a:r>
              <a:rPr lang="en-US" sz="1400">
                <a:ln w="0"/>
                <a:solidFill>
                  <a:srgbClr val="22222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ea typeface="+mn-lt"/>
                <a:cs typeface="+mn-lt"/>
              </a:rPr>
              <a:t> E, </a:t>
            </a:r>
            <a:r>
              <a:rPr lang="en-US" sz="1400" err="1">
                <a:ln w="0"/>
                <a:solidFill>
                  <a:srgbClr val="22222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ea typeface="+mn-lt"/>
                <a:cs typeface="+mn-lt"/>
              </a:rPr>
              <a:t>Baliou</a:t>
            </a:r>
            <a:r>
              <a:rPr lang="en-US" sz="1400">
                <a:ln w="0"/>
                <a:solidFill>
                  <a:srgbClr val="22222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ea typeface="+mn-lt"/>
                <a:cs typeface="+mn-lt"/>
              </a:rPr>
              <a:t> S, </a:t>
            </a:r>
            <a:r>
              <a:rPr lang="en-US" sz="1400" err="1">
                <a:ln w="0"/>
                <a:solidFill>
                  <a:srgbClr val="22222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ea typeface="+mn-lt"/>
                <a:cs typeface="+mn-lt"/>
              </a:rPr>
              <a:t>Kofteridis</a:t>
            </a:r>
            <a:r>
              <a:rPr lang="en-US" sz="1400">
                <a:ln w="0"/>
                <a:solidFill>
                  <a:srgbClr val="22222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ea typeface="+mn-lt"/>
                <a:cs typeface="+mn-lt"/>
              </a:rPr>
              <a:t> DP. Infective endocarditis by Klebsiella species: a systematic review. J </a:t>
            </a:r>
            <a:r>
              <a:rPr lang="en-US" sz="1400" err="1">
                <a:ln w="0"/>
                <a:solidFill>
                  <a:srgbClr val="22222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ea typeface="+mn-lt"/>
                <a:cs typeface="+mn-lt"/>
              </a:rPr>
              <a:t>Chemother</a:t>
            </a:r>
            <a:r>
              <a:rPr lang="en-US" sz="1400">
                <a:ln w="0"/>
                <a:solidFill>
                  <a:srgbClr val="222222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ea typeface="+mn-lt"/>
                <a:cs typeface="+mn-lt"/>
              </a:rPr>
              <a:t>. 2021 Oct;33(6):365-374. </a:t>
            </a:r>
            <a:endParaRPr lang="en-US" sz="1400">
              <a:latin typeface="Times New Roman"/>
            </a:endParaRPr>
          </a:p>
          <a:p>
            <a:pPr marL="514350" indent="-514350">
              <a:buAutoNum type="arabicPeriod"/>
            </a:pPr>
            <a:endParaRPr lang="en-US" sz="1000">
              <a:ln w="0"/>
              <a:solidFill>
                <a:srgbClr val="222222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/>
              <a:ea typeface="Calibri"/>
              <a:cs typeface="Calibri"/>
            </a:endParaRPr>
          </a:p>
          <a:p>
            <a:pPr marL="514350" indent="-514350">
              <a:buAutoNum type="arabicPeriod"/>
            </a:pPr>
            <a:endParaRPr lang="en-US" sz="1000">
              <a:ln w="0"/>
              <a:solidFill>
                <a:srgbClr val="222222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Arial"/>
              <a:cs typeface="Arial"/>
            </a:endParaRPr>
          </a:p>
          <a:p>
            <a:endParaRPr lang="en-US" sz="1000">
              <a:ln w="0"/>
              <a:solidFill>
                <a:srgbClr val="222222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21579840" y="9251625"/>
            <a:ext cx="10327906" cy="1080481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5400" b="1">
                <a:latin typeface="Times New Roman"/>
                <a:cs typeface="Helvetica"/>
              </a:rPr>
              <a:t>Discussion</a:t>
            </a:r>
            <a:endParaRPr lang="en-US" sz="5400">
              <a:latin typeface="Times New Roman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21579840" y="10484503"/>
            <a:ext cx="10327906" cy="32097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 anchorCtr="0"/>
          <a:lstStyle/>
          <a:p>
            <a:pPr marL="342900" indent="-342900"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Cambria"/>
                <a:cs typeface="Times New Roman"/>
              </a:rPr>
              <a:t>Non-HACEK gram-negative organisms generally have a low affinity for the endocardial epithelium, contributing to the relatively few reported cases of endocarditis.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Cambria"/>
                <a:cs typeface="Times New Roman"/>
              </a:rPr>
              <a:t>In our patient, despite the absence of a prosthetic valve, endocarditis developed on the mitral valve, a rare occurrence in the literature.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Cambria"/>
                <a:cs typeface="Times New Roman"/>
              </a:rPr>
              <a:t>Combination antibiotic therapy was started; however, there is limited data comparing the outcomes of combination therapy versus monotherapy for non-HACEK endocarditis, highlighting the need for further research.</a:t>
            </a:r>
            <a:endParaRPr lang="en-US" sz="2400" dirty="0">
              <a:solidFill>
                <a:srgbClr val="212121"/>
              </a:solidFill>
              <a:latin typeface="Calibri"/>
              <a:ea typeface="Cambria"/>
              <a:cs typeface="Times New Roman"/>
            </a:endParaRPr>
          </a:p>
          <a:p>
            <a:endParaRPr lang="en-US" sz="3450" dirty="0">
              <a:solidFill>
                <a:schemeClr val="tx1"/>
              </a:solidFill>
              <a:latin typeface="Helvetica"/>
              <a:ea typeface="Calibri"/>
              <a:cs typeface="Helvetica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1388480" y="15717327"/>
            <a:ext cx="9509760" cy="55737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latin typeface="Times New Roman"/>
              <a:cs typeface="Times New Roman"/>
            </a:endParaRPr>
          </a:p>
          <a:p>
            <a:pPr algn="ctr"/>
            <a:endParaRPr lang="en-US" dirty="0">
              <a:latin typeface="Times New Roman"/>
              <a:cs typeface="Times New Roman"/>
            </a:endParaRPr>
          </a:p>
          <a:p>
            <a:pPr algn="ctr"/>
            <a:r>
              <a:rPr lang="en-US" dirty="0">
                <a:latin typeface="Times New Roman"/>
                <a:cs typeface="Times New Roman"/>
              </a:rPr>
              <a:t>Figure 2. Brain MRI showed acute and subacute infarcts in the anterior and posterior circulations</a:t>
            </a:r>
            <a:endParaRPr lang="en-US" dirty="0">
              <a:ea typeface="Calibri"/>
              <a:cs typeface="Calibri"/>
            </a:endParaRPr>
          </a:p>
          <a:p>
            <a:pPr algn="ctr"/>
            <a:endParaRPr lang="en-US" sz="3450" dirty="0">
              <a:ea typeface="Calibri"/>
              <a:cs typeface="Calibri"/>
            </a:endParaRPr>
          </a:p>
        </p:txBody>
      </p:sp>
      <p:pic>
        <p:nvPicPr>
          <p:cNvPr id="16" name="Picture 15" descr="Logo, company name&#10;&#10;Description automatically generated">
            <a:extLst>
              <a:ext uri="{FF2B5EF4-FFF2-40B4-BE49-F238E27FC236}">
                <a16:creationId xmlns:a16="http://schemas.microsoft.com/office/drawing/2014/main" id="{8283E8A5-A7C0-442C-AC99-AA457BB84D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4543"/>
          <a:stretch/>
        </p:blipFill>
        <p:spPr>
          <a:xfrm>
            <a:off x="23449563" y="19133405"/>
            <a:ext cx="3748117" cy="1692222"/>
          </a:xfrm>
          <a:prstGeom prst="rect">
            <a:avLst/>
          </a:prstGeom>
        </p:spPr>
      </p:pic>
      <p:pic>
        <p:nvPicPr>
          <p:cNvPr id="32" name="Picture 31" descr="Logo, company name&#10;&#10;Description automatically generated">
            <a:extLst>
              <a:ext uri="{FF2B5EF4-FFF2-40B4-BE49-F238E27FC236}">
                <a16:creationId xmlns:a16="http://schemas.microsoft.com/office/drawing/2014/main" id="{DAFB8C40-F85E-48CF-BF7E-4517D7D630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7565" b="13424"/>
          <a:stretch/>
        </p:blipFill>
        <p:spPr>
          <a:xfrm>
            <a:off x="25739669" y="19194696"/>
            <a:ext cx="3955647" cy="15326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10CAF86-B243-FF6A-58B0-1411AA4D68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159" t="10900" r="6543" b="8910"/>
          <a:stretch/>
        </p:blipFill>
        <p:spPr>
          <a:xfrm>
            <a:off x="13082954" y="16446537"/>
            <a:ext cx="6348046" cy="4431323"/>
          </a:xfrm>
          <a:prstGeom prst="rect">
            <a:avLst/>
          </a:prstGeom>
          <a:noFill/>
          <a:ln w="88900" cap="sq">
            <a:solidFill>
              <a:schemeClr val="dk1"/>
            </a:solidFill>
            <a:miter lim="800000"/>
          </a:ln>
          <a:effectLst>
            <a:outerShdw blurRad="50800" dist="50800" dir="5400000" algn="ctr" rotWithShape="0">
              <a:schemeClr val="bg1"/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Picture 9" descr="A close-up of a brain scan&#10;&#10;Description automatically generated">
            <a:extLst>
              <a:ext uri="{FF2B5EF4-FFF2-40B4-BE49-F238E27FC236}">
                <a16:creationId xmlns:a16="http://schemas.microsoft.com/office/drawing/2014/main" id="{B44A96ED-9616-F118-DED6-97DF1482FE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85688" y="10545989"/>
            <a:ext cx="5355974" cy="5116513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5035165-D6CB-96EB-A22F-3839EE74DEA5}"/>
              </a:ext>
            </a:extLst>
          </p:cNvPr>
          <p:cNvGrpSpPr/>
          <p:nvPr/>
        </p:nvGrpSpPr>
        <p:grpSpPr>
          <a:xfrm>
            <a:off x="12056682" y="4347269"/>
            <a:ext cx="8400589" cy="6052075"/>
            <a:chOff x="12139544" y="4059079"/>
            <a:chExt cx="7696199" cy="5028834"/>
          </a:xfrm>
        </p:grpSpPr>
        <p:sp>
          <p:nvSpPr>
            <p:cNvPr id="2" name="Rectangle 1"/>
            <p:cNvSpPr/>
            <p:nvPr/>
          </p:nvSpPr>
          <p:spPr>
            <a:xfrm>
              <a:off x="12139544" y="8624780"/>
              <a:ext cx="7696199" cy="4631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2000" dirty="0">
                <a:latin typeface="Times New Roman"/>
                <a:cs typeface="Times New Roman"/>
              </a:endParaRPr>
            </a:p>
            <a:p>
              <a:pPr algn="ctr"/>
              <a:endParaRPr lang="en-US" sz="2000" dirty="0">
                <a:latin typeface="Times New Roman"/>
                <a:cs typeface="Times New Roman"/>
              </a:endParaRPr>
            </a:p>
            <a:p>
              <a:pPr algn="ctr"/>
              <a:r>
                <a:rPr lang="en-US" sz="2000" dirty="0">
                  <a:latin typeface="Times New Roman"/>
                  <a:cs typeface="Times New Roman"/>
                </a:rPr>
                <a:t>Figure 1. TEE showed vegetation in the posterior mitral valve leaflet</a:t>
              </a:r>
              <a:endParaRPr lang="en-US" sz="2000" dirty="0"/>
            </a:p>
            <a:p>
              <a:pPr algn="ctr"/>
              <a:endParaRPr lang="en-US" sz="3600" dirty="0">
                <a:ea typeface="Calibri"/>
                <a:cs typeface="Calibri"/>
              </a:endParaRPr>
            </a:p>
          </p:txBody>
        </p:sp>
        <p:pic>
          <p:nvPicPr>
            <p:cNvPr id="9" name="Picture 8" descr="A ultrasound of a baby&#10;&#10;Description automatically generated">
              <a:extLst>
                <a:ext uri="{FF2B5EF4-FFF2-40B4-BE49-F238E27FC236}">
                  <a16:creationId xmlns:a16="http://schemas.microsoft.com/office/drawing/2014/main" id="{CE139552-51C8-BFAC-9694-E5A0A6AC58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722087" y="4059079"/>
              <a:ext cx="6531112" cy="4496832"/>
            </a:xfrm>
            <a:prstGeom prst="rect">
              <a:avLst/>
            </a:prstGeom>
          </p:spPr>
        </p:pic>
      </p:grpSp>
      <p:pic>
        <p:nvPicPr>
          <p:cNvPr id="93" name="Picture 92" descr="58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79088" y="576072"/>
            <a:ext cx="2103120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619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54</TotalTime>
  <Words>917</Words>
  <Application>Microsoft Macintosh PowerPoint</Application>
  <PresentationFormat>Custom</PresentationFormat>
  <Paragraphs>62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Franklin Gothic Medium</vt:lpstr>
      <vt:lpstr>Helvetica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Phil Kim</cp:lastModifiedBy>
  <cp:revision>31</cp:revision>
  <dcterms:created xsi:type="dcterms:W3CDTF">2016-02-18T22:13:49Z</dcterms:created>
  <dcterms:modified xsi:type="dcterms:W3CDTF">2025-04-25T03:36:14Z</dcterms:modified>
</cp:coreProperties>
</file>