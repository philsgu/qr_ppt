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63" r:id="rId2"/>
  </p:sldIdLst>
  <p:sldSz cx="32918400" cy="21945600"/>
  <p:notesSz cx="6858000" cy="9144000"/>
  <p:embeddedFontLst>
    <p:embeddedFont>
      <p:font typeface="Libre Baskerville" panose="02000000000000000000" pitchFamily="2" charset="0"/>
      <p:regular r:id="rId4"/>
      <p:bold r:id="rId5"/>
      <p:italic r:id="rId6"/>
    </p:embeddedFont>
    <p:embeddedFont>
      <p:font typeface="Montserrat Light" pitchFamily="2" charset="77"/>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jl3vQZFCZP8EUhnjrcOJiwil7DV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1"/>
    <p:restoredTop sz="94700"/>
  </p:normalViewPr>
  <p:slideViewPr>
    <p:cSldViewPr snapToGrid="0">
      <p:cViewPr varScale="1">
        <p:scale>
          <a:sx n="43" d="100"/>
          <a:sy n="43" d="100"/>
        </p:scale>
        <p:origin x="5392" y="312"/>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60" Type="http://customschemas.google.com/relationships/presentationmetadata" Target="metadata"/><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85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6000"/>
              <a:buNone/>
            </a:pPr>
            <a:fld id="{00000000-1234-1234-1234-123412341234}" type="slidenum">
              <a:rPr lang="en-US" sz="6000">
                <a:solidFill>
                  <a:schemeClr val="dk1"/>
                </a:solidFill>
                <a:latin typeface="Times New Roman"/>
                <a:ea typeface="Times New Roman"/>
                <a:cs typeface="Times New Roman"/>
                <a:sym typeface="Times New Roman"/>
              </a:rPr>
              <a:t>1</a:t>
            </a:fld>
            <a:endParaRPr sz="6000">
              <a:solidFill>
                <a:schemeClr val="dk1"/>
              </a:solidFill>
              <a:latin typeface="Times New Roman"/>
              <a:ea typeface="Times New Roman"/>
              <a:cs typeface="Times New Roman"/>
              <a:sym typeface="Times New Roman"/>
            </a:endParaRPr>
          </a:p>
        </p:txBody>
      </p:sp>
      <p:sp>
        <p:nvSpPr>
          <p:cNvPr id="287" name="Google Shape;287;p13:notes"/>
          <p:cNvSpPr>
            <a:spLocks noGrp="1" noRot="1" noChangeAspect="1"/>
          </p:cNvSpPr>
          <p:nvPr>
            <p:ph type="sldImg" idx="2"/>
          </p:nvPr>
        </p:nvSpPr>
        <p:spPr>
          <a:xfrm>
            <a:off x="1816100" y="3757613"/>
            <a:ext cx="28120975" cy="18748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857"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
        <p:cNvGrpSpPr/>
        <p:nvPr/>
      </p:nvGrpSpPr>
      <p:grpSpPr>
        <a:xfrm>
          <a:off x="0" y="0"/>
          <a:ext cx="0" cy="0"/>
          <a:chOff x="0" y="0"/>
          <a:chExt cx="0" cy="0"/>
        </a:xfrm>
      </p:grpSpPr>
      <p:sp>
        <p:nvSpPr>
          <p:cNvPr id="26" name="Google Shape;26;p2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2245997" y="5471167"/>
            <a:ext cx="28392120" cy="91287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200"/>
              <a:buFont typeface="Calibri"/>
              <a:buNone/>
              <a:defRPr sz="19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7" name="Google Shape;37;p22"/>
          <p:cNvSpPr txBox="1">
            <a:spLocks noGrp="1"/>
          </p:cNvSpPr>
          <p:nvPr>
            <p:ph type="body" idx="1"/>
          </p:nvPr>
        </p:nvSpPr>
        <p:spPr>
          <a:xfrm>
            <a:off x="2245997" y="14686287"/>
            <a:ext cx="28392120" cy="48005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7680"/>
              <a:buNone/>
              <a:defRPr sz="7680">
                <a:solidFill>
                  <a:schemeClr val="dk1"/>
                </a:solidFill>
              </a:defRPr>
            </a:lvl1pPr>
            <a:lvl2pPr marL="914400" lvl="1" indent="-228600" algn="l">
              <a:lnSpc>
                <a:spcPct val="90000"/>
              </a:lnSpc>
              <a:spcBef>
                <a:spcPts val="1600"/>
              </a:spcBef>
              <a:spcAft>
                <a:spcPts val="0"/>
              </a:spcAft>
              <a:buClr>
                <a:srgbClr val="888888"/>
              </a:buClr>
              <a:buSzPts val="6400"/>
              <a:buNone/>
              <a:defRPr sz="6400">
                <a:solidFill>
                  <a:srgbClr val="888888"/>
                </a:solidFill>
              </a:defRPr>
            </a:lvl2pPr>
            <a:lvl3pPr marL="1371600" lvl="2" indent="-228600" algn="l">
              <a:lnSpc>
                <a:spcPct val="90000"/>
              </a:lnSpc>
              <a:spcBef>
                <a:spcPts val="1600"/>
              </a:spcBef>
              <a:spcAft>
                <a:spcPts val="0"/>
              </a:spcAft>
              <a:buClr>
                <a:srgbClr val="888888"/>
              </a:buClr>
              <a:buSzPts val="5760"/>
              <a:buNone/>
              <a:defRPr sz="5760">
                <a:solidFill>
                  <a:srgbClr val="888888"/>
                </a:solidFill>
              </a:defRPr>
            </a:lvl3pPr>
            <a:lvl4pPr marL="1828800" lvl="3" indent="-228600" algn="l">
              <a:lnSpc>
                <a:spcPct val="90000"/>
              </a:lnSpc>
              <a:spcBef>
                <a:spcPts val="1600"/>
              </a:spcBef>
              <a:spcAft>
                <a:spcPts val="0"/>
              </a:spcAft>
              <a:buClr>
                <a:srgbClr val="888888"/>
              </a:buClr>
              <a:buSzPts val="5120"/>
              <a:buNone/>
              <a:defRPr sz="5120">
                <a:solidFill>
                  <a:srgbClr val="888888"/>
                </a:solidFill>
              </a:defRPr>
            </a:lvl4pPr>
            <a:lvl5pPr marL="2286000" lvl="4" indent="-228600" algn="l">
              <a:lnSpc>
                <a:spcPct val="90000"/>
              </a:lnSpc>
              <a:spcBef>
                <a:spcPts val="1600"/>
              </a:spcBef>
              <a:spcAft>
                <a:spcPts val="0"/>
              </a:spcAft>
              <a:buClr>
                <a:srgbClr val="888888"/>
              </a:buClr>
              <a:buSzPts val="5120"/>
              <a:buNone/>
              <a:defRPr sz="5120">
                <a:solidFill>
                  <a:srgbClr val="888888"/>
                </a:solidFill>
              </a:defRPr>
            </a:lvl5pPr>
            <a:lvl6pPr marL="2743200" lvl="5" indent="-228600" algn="l">
              <a:lnSpc>
                <a:spcPct val="90000"/>
              </a:lnSpc>
              <a:spcBef>
                <a:spcPts val="1600"/>
              </a:spcBef>
              <a:spcAft>
                <a:spcPts val="0"/>
              </a:spcAft>
              <a:buClr>
                <a:srgbClr val="888888"/>
              </a:buClr>
              <a:buSzPts val="5120"/>
              <a:buNone/>
              <a:defRPr sz="5120">
                <a:solidFill>
                  <a:srgbClr val="888888"/>
                </a:solidFill>
              </a:defRPr>
            </a:lvl6pPr>
            <a:lvl7pPr marL="3200400" lvl="6" indent="-228600" algn="l">
              <a:lnSpc>
                <a:spcPct val="90000"/>
              </a:lnSpc>
              <a:spcBef>
                <a:spcPts val="1600"/>
              </a:spcBef>
              <a:spcAft>
                <a:spcPts val="0"/>
              </a:spcAft>
              <a:buClr>
                <a:srgbClr val="888888"/>
              </a:buClr>
              <a:buSzPts val="5120"/>
              <a:buNone/>
              <a:defRPr sz="5120">
                <a:solidFill>
                  <a:srgbClr val="888888"/>
                </a:solidFill>
              </a:defRPr>
            </a:lvl7pPr>
            <a:lvl8pPr marL="3657600" lvl="7" indent="-228600" algn="l">
              <a:lnSpc>
                <a:spcPct val="90000"/>
              </a:lnSpc>
              <a:spcBef>
                <a:spcPts val="1600"/>
              </a:spcBef>
              <a:spcAft>
                <a:spcPts val="0"/>
              </a:spcAft>
              <a:buClr>
                <a:srgbClr val="888888"/>
              </a:buClr>
              <a:buSzPts val="5120"/>
              <a:buNone/>
              <a:defRPr sz="5120">
                <a:solidFill>
                  <a:srgbClr val="888888"/>
                </a:solidFill>
              </a:defRPr>
            </a:lvl8pPr>
            <a:lvl9pPr marL="4114800" lvl="8" indent="-228600" algn="l">
              <a:lnSpc>
                <a:spcPct val="90000"/>
              </a:lnSpc>
              <a:spcBef>
                <a:spcPts val="1600"/>
              </a:spcBef>
              <a:spcAft>
                <a:spcPts val="0"/>
              </a:spcAft>
              <a:buClr>
                <a:srgbClr val="888888"/>
              </a:buClr>
              <a:buSzPts val="5120"/>
              <a:buNone/>
              <a:defRPr sz="5120">
                <a:solidFill>
                  <a:srgbClr val="888888"/>
                </a:solidFill>
              </a:defRPr>
            </a:lvl9pPr>
          </a:lstStyle>
          <a:p>
            <a:pPr lvl="0"/>
            <a:r>
              <a:rPr lang="en-US"/>
              <a:t>Click to edit Master text styles</a:t>
            </a:r>
          </a:p>
        </p:txBody>
      </p:sp>
      <p:sp>
        <p:nvSpPr>
          <p:cNvPr id="38" name="Google Shape;38;p2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43" name="Google Shape;43;p23"/>
          <p:cNvSpPr txBox="1">
            <a:spLocks noGrp="1"/>
          </p:cNvSpPr>
          <p:nvPr>
            <p:ph type="body" idx="1"/>
          </p:nvPr>
        </p:nvSpPr>
        <p:spPr>
          <a:xfrm>
            <a:off x="2263140" y="5842000"/>
            <a:ext cx="139903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pPr lvl="0"/>
            <a:r>
              <a:rPr lang="en-US"/>
              <a:t>Click to edit Master text styles</a:t>
            </a:r>
          </a:p>
        </p:txBody>
      </p:sp>
      <p:sp>
        <p:nvSpPr>
          <p:cNvPr id="44" name="Google Shape;44;p23"/>
          <p:cNvSpPr txBox="1">
            <a:spLocks noGrp="1"/>
          </p:cNvSpPr>
          <p:nvPr>
            <p:ph type="body" idx="2"/>
          </p:nvPr>
        </p:nvSpPr>
        <p:spPr>
          <a:xfrm>
            <a:off x="16664940" y="5842000"/>
            <a:ext cx="139903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pPr lvl="0"/>
            <a:r>
              <a:rPr lang="en-US"/>
              <a:t>Click to edit Master text styles</a:t>
            </a:r>
          </a:p>
        </p:txBody>
      </p:sp>
      <p:sp>
        <p:nvSpPr>
          <p:cNvPr id="45" name="Google Shape;45;p2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4"/>
          <p:cNvSpPr txBox="1">
            <a:spLocks noGrp="1"/>
          </p:cNvSpPr>
          <p:nvPr>
            <p:ph type="title"/>
          </p:nvPr>
        </p:nvSpPr>
        <p:spPr>
          <a:xfrm>
            <a:off x="2267428"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0" name="Google Shape;50;p24"/>
          <p:cNvSpPr txBox="1">
            <a:spLocks noGrp="1"/>
          </p:cNvSpPr>
          <p:nvPr>
            <p:ph type="body" idx="1"/>
          </p:nvPr>
        </p:nvSpPr>
        <p:spPr>
          <a:xfrm>
            <a:off x="2267431" y="5379722"/>
            <a:ext cx="13926024" cy="263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200"/>
              </a:spcBef>
              <a:spcAft>
                <a:spcPts val="0"/>
              </a:spcAft>
              <a:buClr>
                <a:schemeClr val="dk1"/>
              </a:buClr>
              <a:buSzPts val="7680"/>
              <a:buNone/>
              <a:defRPr sz="7680" b="1"/>
            </a:lvl1pPr>
            <a:lvl2pPr marL="914400" lvl="1" indent="-228600" algn="l">
              <a:lnSpc>
                <a:spcPct val="90000"/>
              </a:lnSpc>
              <a:spcBef>
                <a:spcPts val="1600"/>
              </a:spcBef>
              <a:spcAft>
                <a:spcPts val="0"/>
              </a:spcAft>
              <a:buClr>
                <a:schemeClr val="dk1"/>
              </a:buClr>
              <a:buSzPts val="6400"/>
              <a:buNone/>
              <a:defRPr sz="6400" b="1"/>
            </a:lvl2pPr>
            <a:lvl3pPr marL="1371600" lvl="2" indent="-228600" algn="l">
              <a:lnSpc>
                <a:spcPct val="90000"/>
              </a:lnSpc>
              <a:spcBef>
                <a:spcPts val="1600"/>
              </a:spcBef>
              <a:spcAft>
                <a:spcPts val="0"/>
              </a:spcAft>
              <a:buClr>
                <a:schemeClr val="dk1"/>
              </a:buClr>
              <a:buSzPts val="5760"/>
              <a:buNone/>
              <a:defRPr sz="5760" b="1"/>
            </a:lvl3pPr>
            <a:lvl4pPr marL="1828800" lvl="3" indent="-228600" algn="l">
              <a:lnSpc>
                <a:spcPct val="90000"/>
              </a:lnSpc>
              <a:spcBef>
                <a:spcPts val="1600"/>
              </a:spcBef>
              <a:spcAft>
                <a:spcPts val="0"/>
              </a:spcAft>
              <a:buClr>
                <a:schemeClr val="dk1"/>
              </a:buClr>
              <a:buSzPts val="5120"/>
              <a:buNone/>
              <a:defRPr sz="5120" b="1"/>
            </a:lvl4pPr>
            <a:lvl5pPr marL="2286000" lvl="4" indent="-228600" algn="l">
              <a:lnSpc>
                <a:spcPct val="90000"/>
              </a:lnSpc>
              <a:spcBef>
                <a:spcPts val="1600"/>
              </a:spcBef>
              <a:spcAft>
                <a:spcPts val="0"/>
              </a:spcAft>
              <a:buClr>
                <a:schemeClr val="dk1"/>
              </a:buClr>
              <a:buSzPts val="5120"/>
              <a:buNone/>
              <a:defRPr sz="5120" b="1"/>
            </a:lvl5pPr>
            <a:lvl6pPr marL="2743200" lvl="5" indent="-228600" algn="l">
              <a:lnSpc>
                <a:spcPct val="90000"/>
              </a:lnSpc>
              <a:spcBef>
                <a:spcPts val="1600"/>
              </a:spcBef>
              <a:spcAft>
                <a:spcPts val="0"/>
              </a:spcAft>
              <a:buClr>
                <a:schemeClr val="dk1"/>
              </a:buClr>
              <a:buSzPts val="5120"/>
              <a:buNone/>
              <a:defRPr sz="5120" b="1"/>
            </a:lvl6pPr>
            <a:lvl7pPr marL="3200400" lvl="6" indent="-228600" algn="l">
              <a:lnSpc>
                <a:spcPct val="90000"/>
              </a:lnSpc>
              <a:spcBef>
                <a:spcPts val="1600"/>
              </a:spcBef>
              <a:spcAft>
                <a:spcPts val="0"/>
              </a:spcAft>
              <a:buClr>
                <a:schemeClr val="dk1"/>
              </a:buClr>
              <a:buSzPts val="5120"/>
              <a:buNone/>
              <a:defRPr sz="5120" b="1"/>
            </a:lvl7pPr>
            <a:lvl8pPr marL="3657600" lvl="7" indent="-228600" algn="l">
              <a:lnSpc>
                <a:spcPct val="90000"/>
              </a:lnSpc>
              <a:spcBef>
                <a:spcPts val="1600"/>
              </a:spcBef>
              <a:spcAft>
                <a:spcPts val="0"/>
              </a:spcAft>
              <a:buClr>
                <a:schemeClr val="dk1"/>
              </a:buClr>
              <a:buSzPts val="5120"/>
              <a:buNone/>
              <a:defRPr sz="5120" b="1"/>
            </a:lvl8pPr>
            <a:lvl9pPr marL="4114800" lvl="8" indent="-228600" algn="l">
              <a:lnSpc>
                <a:spcPct val="90000"/>
              </a:lnSpc>
              <a:spcBef>
                <a:spcPts val="1600"/>
              </a:spcBef>
              <a:spcAft>
                <a:spcPts val="0"/>
              </a:spcAft>
              <a:buClr>
                <a:schemeClr val="dk1"/>
              </a:buClr>
              <a:buSzPts val="5120"/>
              <a:buNone/>
              <a:defRPr sz="5120" b="1"/>
            </a:lvl9pPr>
          </a:lstStyle>
          <a:p>
            <a:pPr lvl="0"/>
            <a:r>
              <a:rPr lang="en-US"/>
              <a:t>Click to edit Master text styles</a:t>
            </a:r>
          </a:p>
        </p:txBody>
      </p:sp>
      <p:sp>
        <p:nvSpPr>
          <p:cNvPr id="51" name="Google Shape;51;p24"/>
          <p:cNvSpPr txBox="1">
            <a:spLocks noGrp="1"/>
          </p:cNvSpPr>
          <p:nvPr>
            <p:ph type="body" idx="2"/>
          </p:nvPr>
        </p:nvSpPr>
        <p:spPr>
          <a:xfrm>
            <a:off x="2267431" y="8016240"/>
            <a:ext cx="13926024" cy="11790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pPr lvl="0"/>
            <a:r>
              <a:rPr lang="en-US"/>
              <a:t>Click to edit Master text styles</a:t>
            </a:r>
          </a:p>
        </p:txBody>
      </p:sp>
      <p:sp>
        <p:nvSpPr>
          <p:cNvPr id="52" name="Google Shape;52;p24"/>
          <p:cNvSpPr txBox="1">
            <a:spLocks noGrp="1"/>
          </p:cNvSpPr>
          <p:nvPr>
            <p:ph type="body" idx="3"/>
          </p:nvPr>
        </p:nvSpPr>
        <p:spPr>
          <a:xfrm>
            <a:off x="16664942" y="5379722"/>
            <a:ext cx="13994608" cy="263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200"/>
              </a:spcBef>
              <a:spcAft>
                <a:spcPts val="0"/>
              </a:spcAft>
              <a:buClr>
                <a:schemeClr val="dk1"/>
              </a:buClr>
              <a:buSzPts val="7680"/>
              <a:buNone/>
              <a:defRPr sz="7680" b="1"/>
            </a:lvl1pPr>
            <a:lvl2pPr marL="914400" lvl="1" indent="-228600" algn="l">
              <a:lnSpc>
                <a:spcPct val="90000"/>
              </a:lnSpc>
              <a:spcBef>
                <a:spcPts val="1600"/>
              </a:spcBef>
              <a:spcAft>
                <a:spcPts val="0"/>
              </a:spcAft>
              <a:buClr>
                <a:schemeClr val="dk1"/>
              </a:buClr>
              <a:buSzPts val="6400"/>
              <a:buNone/>
              <a:defRPr sz="6400" b="1"/>
            </a:lvl2pPr>
            <a:lvl3pPr marL="1371600" lvl="2" indent="-228600" algn="l">
              <a:lnSpc>
                <a:spcPct val="90000"/>
              </a:lnSpc>
              <a:spcBef>
                <a:spcPts val="1600"/>
              </a:spcBef>
              <a:spcAft>
                <a:spcPts val="0"/>
              </a:spcAft>
              <a:buClr>
                <a:schemeClr val="dk1"/>
              </a:buClr>
              <a:buSzPts val="5760"/>
              <a:buNone/>
              <a:defRPr sz="5760" b="1"/>
            </a:lvl3pPr>
            <a:lvl4pPr marL="1828800" lvl="3" indent="-228600" algn="l">
              <a:lnSpc>
                <a:spcPct val="90000"/>
              </a:lnSpc>
              <a:spcBef>
                <a:spcPts val="1600"/>
              </a:spcBef>
              <a:spcAft>
                <a:spcPts val="0"/>
              </a:spcAft>
              <a:buClr>
                <a:schemeClr val="dk1"/>
              </a:buClr>
              <a:buSzPts val="5120"/>
              <a:buNone/>
              <a:defRPr sz="5120" b="1"/>
            </a:lvl4pPr>
            <a:lvl5pPr marL="2286000" lvl="4" indent="-228600" algn="l">
              <a:lnSpc>
                <a:spcPct val="90000"/>
              </a:lnSpc>
              <a:spcBef>
                <a:spcPts val="1600"/>
              </a:spcBef>
              <a:spcAft>
                <a:spcPts val="0"/>
              </a:spcAft>
              <a:buClr>
                <a:schemeClr val="dk1"/>
              </a:buClr>
              <a:buSzPts val="5120"/>
              <a:buNone/>
              <a:defRPr sz="5120" b="1"/>
            </a:lvl5pPr>
            <a:lvl6pPr marL="2743200" lvl="5" indent="-228600" algn="l">
              <a:lnSpc>
                <a:spcPct val="90000"/>
              </a:lnSpc>
              <a:spcBef>
                <a:spcPts val="1600"/>
              </a:spcBef>
              <a:spcAft>
                <a:spcPts val="0"/>
              </a:spcAft>
              <a:buClr>
                <a:schemeClr val="dk1"/>
              </a:buClr>
              <a:buSzPts val="5120"/>
              <a:buNone/>
              <a:defRPr sz="5120" b="1"/>
            </a:lvl6pPr>
            <a:lvl7pPr marL="3200400" lvl="6" indent="-228600" algn="l">
              <a:lnSpc>
                <a:spcPct val="90000"/>
              </a:lnSpc>
              <a:spcBef>
                <a:spcPts val="1600"/>
              </a:spcBef>
              <a:spcAft>
                <a:spcPts val="0"/>
              </a:spcAft>
              <a:buClr>
                <a:schemeClr val="dk1"/>
              </a:buClr>
              <a:buSzPts val="5120"/>
              <a:buNone/>
              <a:defRPr sz="5120" b="1"/>
            </a:lvl7pPr>
            <a:lvl8pPr marL="3657600" lvl="7" indent="-228600" algn="l">
              <a:lnSpc>
                <a:spcPct val="90000"/>
              </a:lnSpc>
              <a:spcBef>
                <a:spcPts val="1600"/>
              </a:spcBef>
              <a:spcAft>
                <a:spcPts val="0"/>
              </a:spcAft>
              <a:buClr>
                <a:schemeClr val="dk1"/>
              </a:buClr>
              <a:buSzPts val="5120"/>
              <a:buNone/>
              <a:defRPr sz="5120" b="1"/>
            </a:lvl8pPr>
            <a:lvl9pPr marL="4114800" lvl="8" indent="-228600" algn="l">
              <a:lnSpc>
                <a:spcPct val="90000"/>
              </a:lnSpc>
              <a:spcBef>
                <a:spcPts val="1600"/>
              </a:spcBef>
              <a:spcAft>
                <a:spcPts val="0"/>
              </a:spcAft>
              <a:buClr>
                <a:schemeClr val="dk1"/>
              </a:buClr>
              <a:buSzPts val="5120"/>
              <a:buNone/>
              <a:defRPr sz="5120" b="1"/>
            </a:lvl9pPr>
          </a:lstStyle>
          <a:p>
            <a:pPr lvl="0"/>
            <a:r>
              <a:rPr lang="en-US"/>
              <a:t>Click to edit Master text styles</a:t>
            </a:r>
          </a:p>
        </p:txBody>
      </p:sp>
      <p:sp>
        <p:nvSpPr>
          <p:cNvPr id="53" name="Google Shape;53;p24"/>
          <p:cNvSpPr txBox="1">
            <a:spLocks noGrp="1"/>
          </p:cNvSpPr>
          <p:nvPr>
            <p:ph type="body" idx="4"/>
          </p:nvPr>
        </p:nvSpPr>
        <p:spPr>
          <a:xfrm>
            <a:off x="16664942" y="8016240"/>
            <a:ext cx="13994608" cy="11790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pPr lvl="0"/>
            <a:r>
              <a:rPr lang="en-US"/>
              <a:t>Click to edit Master text styles</a:t>
            </a:r>
          </a:p>
        </p:txBody>
      </p:sp>
      <p:sp>
        <p:nvSpPr>
          <p:cNvPr id="54" name="Google Shape;54;p2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5"/>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9" name="Google Shape;59;p2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26"/>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10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64" name="Google Shape;64;p26"/>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457200" lvl="0" indent="-878839" algn="l">
              <a:lnSpc>
                <a:spcPct val="90000"/>
              </a:lnSpc>
              <a:spcBef>
                <a:spcPts val="3200"/>
              </a:spcBef>
              <a:spcAft>
                <a:spcPts val="0"/>
              </a:spcAft>
              <a:buClr>
                <a:schemeClr val="dk1"/>
              </a:buClr>
              <a:buSzPts val="10240"/>
              <a:buChar char="•"/>
              <a:defRPr sz="10240"/>
            </a:lvl1pPr>
            <a:lvl2pPr marL="914400" lvl="1" indent="-797560" algn="l">
              <a:lnSpc>
                <a:spcPct val="90000"/>
              </a:lnSpc>
              <a:spcBef>
                <a:spcPts val="1600"/>
              </a:spcBef>
              <a:spcAft>
                <a:spcPts val="0"/>
              </a:spcAft>
              <a:buClr>
                <a:schemeClr val="dk1"/>
              </a:buClr>
              <a:buSzPts val="8960"/>
              <a:buChar char="•"/>
              <a:defRPr sz="8960"/>
            </a:lvl2pPr>
            <a:lvl3pPr marL="1371600" lvl="2" indent="-716280" algn="l">
              <a:lnSpc>
                <a:spcPct val="90000"/>
              </a:lnSpc>
              <a:spcBef>
                <a:spcPts val="1600"/>
              </a:spcBef>
              <a:spcAft>
                <a:spcPts val="0"/>
              </a:spcAft>
              <a:buClr>
                <a:schemeClr val="dk1"/>
              </a:buClr>
              <a:buSzPts val="7680"/>
              <a:buChar char="•"/>
              <a:defRPr sz="7680"/>
            </a:lvl3pPr>
            <a:lvl4pPr marL="1828800" lvl="3" indent="-635000" algn="l">
              <a:lnSpc>
                <a:spcPct val="90000"/>
              </a:lnSpc>
              <a:spcBef>
                <a:spcPts val="1600"/>
              </a:spcBef>
              <a:spcAft>
                <a:spcPts val="0"/>
              </a:spcAft>
              <a:buClr>
                <a:schemeClr val="dk1"/>
              </a:buClr>
              <a:buSzPts val="6400"/>
              <a:buChar char="•"/>
              <a:defRPr sz="6400"/>
            </a:lvl4pPr>
            <a:lvl5pPr marL="2286000" lvl="4" indent="-635000" algn="l">
              <a:lnSpc>
                <a:spcPct val="90000"/>
              </a:lnSpc>
              <a:spcBef>
                <a:spcPts val="1600"/>
              </a:spcBef>
              <a:spcAft>
                <a:spcPts val="0"/>
              </a:spcAft>
              <a:buClr>
                <a:schemeClr val="dk1"/>
              </a:buClr>
              <a:buSzPts val="6400"/>
              <a:buChar char="•"/>
              <a:defRPr sz="6400"/>
            </a:lvl5pPr>
            <a:lvl6pPr marL="2743200" lvl="5" indent="-635000" algn="l">
              <a:lnSpc>
                <a:spcPct val="90000"/>
              </a:lnSpc>
              <a:spcBef>
                <a:spcPts val="1600"/>
              </a:spcBef>
              <a:spcAft>
                <a:spcPts val="0"/>
              </a:spcAft>
              <a:buClr>
                <a:schemeClr val="dk1"/>
              </a:buClr>
              <a:buSzPts val="6400"/>
              <a:buChar char="•"/>
              <a:defRPr sz="6400"/>
            </a:lvl6pPr>
            <a:lvl7pPr marL="3200400" lvl="6" indent="-635000" algn="l">
              <a:lnSpc>
                <a:spcPct val="90000"/>
              </a:lnSpc>
              <a:spcBef>
                <a:spcPts val="1600"/>
              </a:spcBef>
              <a:spcAft>
                <a:spcPts val="0"/>
              </a:spcAft>
              <a:buClr>
                <a:schemeClr val="dk1"/>
              </a:buClr>
              <a:buSzPts val="6400"/>
              <a:buChar char="•"/>
              <a:defRPr sz="6400"/>
            </a:lvl7pPr>
            <a:lvl8pPr marL="3657600" lvl="7" indent="-635000" algn="l">
              <a:lnSpc>
                <a:spcPct val="90000"/>
              </a:lnSpc>
              <a:spcBef>
                <a:spcPts val="1600"/>
              </a:spcBef>
              <a:spcAft>
                <a:spcPts val="0"/>
              </a:spcAft>
              <a:buClr>
                <a:schemeClr val="dk1"/>
              </a:buClr>
              <a:buSzPts val="6400"/>
              <a:buChar char="•"/>
              <a:defRPr sz="6400"/>
            </a:lvl8pPr>
            <a:lvl9pPr marL="4114800" lvl="8" indent="-635000" algn="l">
              <a:lnSpc>
                <a:spcPct val="90000"/>
              </a:lnSpc>
              <a:spcBef>
                <a:spcPts val="1600"/>
              </a:spcBef>
              <a:spcAft>
                <a:spcPts val="0"/>
              </a:spcAft>
              <a:buClr>
                <a:schemeClr val="dk1"/>
              </a:buClr>
              <a:buSzPts val="6400"/>
              <a:buChar char="•"/>
              <a:defRPr sz="6400"/>
            </a:lvl9pPr>
          </a:lstStyle>
          <a:p>
            <a:pPr lvl="0"/>
            <a:r>
              <a:rPr lang="en-US"/>
              <a:t>Click to edit Master text styles</a:t>
            </a:r>
          </a:p>
        </p:txBody>
      </p:sp>
      <p:sp>
        <p:nvSpPr>
          <p:cNvPr id="65" name="Google Shape;65;p26"/>
          <p:cNvSpPr txBox="1">
            <a:spLocks noGrp="1"/>
          </p:cNvSpPr>
          <p:nvPr>
            <p:ph type="body" idx="2"/>
          </p:nvPr>
        </p:nvSpPr>
        <p:spPr>
          <a:xfrm>
            <a:off x="2267428" y="6583680"/>
            <a:ext cx="10617041" cy="121970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5120"/>
              <a:buNone/>
              <a:defRPr sz="5120"/>
            </a:lvl1pPr>
            <a:lvl2pPr marL="914400" lvl="1" indent="-228600" algn="l">
              <a:lnSpc>
                <a:spcPct val="90000"/>
              </a:lnSpc>
              <a:spcBef>
                <a:spcPts val="1600"/>
              </a:spcBef>
              <a:spcAft>
                <a:spcPts val="0"/>
              </a:spcAft>
              <a:buClr>
                <a:schemeClr val="dk1"/>
              </a:buClr>
              <a:buSzPts val="4480"/>
              <a:buNone/>
              <a:defRPr sz="4480"/>
            </a:lvl2pPr>
            <a:lvl3pPr marL="1371600" lvl="2" indent="-228600" algn="l">
              <a:lnSpc>
                <a:spcPct val="90000"/>
              </a:lnSpc>
              <a:spcBef>
                <a:spcPts val="1600"/>
              </a:spcBef>
              <a:spcAft>
                <a:spcPts val="0"/>
              </a:spcAft>
              <a:buClr>
                <a:schemeClr val="dk1"/>
              </a:buClr>
              <a:buSzPts val="3840"/>
              <a:buNone/>
              <a:defRPr sz="3840"/>
            </a:lvl3pPr>
            <a:lvl4pPr marL="1828800" lvl="3" indent="-228600" algn="l">
              <a:lnSpc>
                <a:spcPct val="90000"/>
              </a:lnSpc>
              <a:spcBef>
                <a:spcPts val="1600"/>
              </a:spcBef>
              <a:spcAft>
                <a:spcPts val="0"/>
              </a:spcAft>
              <a:buClr>
                <a:schemeClr val="dk1"/>
              </a:buClr>
              <a:buSzPts val="3200"/>
              <a:buNone/>
              <a:defRPr sz="3200"/>
            </a:lvl4pPr>
            <a:lvl5pPr marL="2286000" lvl="4" indent="-228600" algn="l">
              <a:lnSpc>
                <a:spcPct val="90000"/>
              </a:lnSpc>
              <a:spcBef>
                <a:spcPts val="1600"/>
              </a:spcBef>
              <a:spcAft>
                <a:spcPts val="0"/>
              </a:spcAft>
              <a:buClr>
                <a:schemeClr val="dk1"/>
              </a:buClr>
              <a:buSzPts val="3200"/>
              <a:buNone/>
              <a:defRPr sz="3200"/>
            </a:lvl5pPr>
            <a:lvl6pPr marL="2743200" lvl="5" indent="-228600" algn="l">
              <a:lnSpc>
                <a:spcPct val="90000"/>
              </a:lnSpc>
              <a:spcBef>
                <a:spcPts val="1600"/>
              </a:spcBef>
              <a:spcAft>
                <a:spcPts val="0"/>
              </a:spcAft>
              <a:buClr>
                <a:schemeClr val="dk1"/>
              </a:buClr>
              <a:buSzPts val="3200"/>
              <a:buNone/>
              <a:defRPr sz="3200"/>
            </a:lvl6pPr>
            <a:lvl7pPr marL="3200400" lvl="6" indent="-228600" algn="l">
              <a:lnSpc>
                <a:spcPct val="90000"/>
              </a:lnSpc>
              <a:spcBef>
                <a:spcPts val="1600"/>
              </a:spcBef>
              <a:spcAft>
                <a:spcPts val="0"/>
              </a:spcAft>
              <a:buClr>
                <a:schemeClr val="dk1"/>
              </a:buClr>
              <a:buSzPts val="3200"/>
              <a:buNone/>
              <a:defRPr sz="3200"/>
            </a:lvl7pPr>
            <a:lvl8pPr marL="3657600" lvl="7" indent="-228600" algn="l">
              <a:lnSpc>
                <a:spcPct val="90000"/>
              </a:lnSpc>
              <a:spcBef>
                <a:spcPts val="1600"/>
              </a:spcBef>
              <a:spcAft>
                <a:spcPts val="0"/>
              </a:spcAft>
              <a:buClr>
                <a:schemeClr val="dk1"/>
              </a:buClr>
              <a:buSzPts val="3200"/>
              <a:buNone/>
              <a:defRPr sz="3200"/>
            </a:lvl8pPr>
            <a:lvl9pPr marL="4114800" lvl="8" indent="-228600" algn="l">
              <a:lnSpc>
                <a:spcPct val="90000"/>
              </a:lnSpc>
              <a:spcBef>
                <a:spcPts val="1600"/>
              </a:spcBef>
              <a:spcAft>
                <a:spcPts val="0"/>
              </a:spcAft>
              <a:buClr>
                <a:schemeClr val="dk1"/>
              </a:buClr>
              <a:buSzPts val="3200"/>
              <a:buNone/>
              <a:defRPr sz="3200"/>
            </a:lvl9pPr>
          </a:lstStyle>
          <a:p>
            <a:pPr lvl="0"/>
            <a:r>
              <a:rPr lang="en-US"/>
              <a:t>Click to edit Master text styles</a:t>
            </a:r>
          </a:p>
        </p:txBody>
      </p:sp>
      <p:sp>
        <p:nvSpPr>
          <p:cNvPr id="66" name="Google Shape;66;p2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27"/>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10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71" name="Google Shape;71;p27"/>
          <p:cNvSpPr>
            <a:spLocks noGrp="1"/>
          </p:cNvSpPr>
          <p:nvPr>
            <p:ph type="pic" idx="2"/>
          </p:nvPr>
        </p:nvSpPr>
        <p:spPr>
          <a:xfrm>
            <a:off x="13994608" y="3159765"/>
            <a:ext cx="16664940" cy="15595600"/>
          </a:xfrm>
          <a:prstGeom prst="rect">
            <a:avLst/>
          </a:prstGeom>
          <a:noFill/>
          <a:ln>
            <a:noFill/>
          </a:ln>
        </p:spPr>
      </p:sp>
      <p:sp>
        <p:nvSpPr>
          <p:cNvPr id="72" name="Google Shape;72;p27"/>
          <p:cNvSpPr txBox="1">
            <a:spLocks noGrp="1"/>
          </p:cNvSpPr>
          <p:nvPr>
            <p:ph type="body" idx="1"/>
          </p:nvPr>
        </p:nvSpPr>
        <p:spPr>
          <a:xfrm>
            <a:off x="2267428" y="6583680"/>
            <a:ext cx="10617041" cy="121970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200"/>
              </a:spcBef>
              <a:spcAft>
                <a:spcPts val="0"/>
              </a:spcAft>
              <a:buClr>
                <a:schemeClr val="dk1"/>
              </a:buClr>
              <a:buSzPts val="5120"/>
              <a:buNone/>
              <a:defRPr sz="5120"/>
            </a:lvl1pPr>
            <a:lvl2pPr marL="914400" lvl="1" indent="-228600" algn="l">
              <a:lnSpc>
                <a:spcPct val="90000"/>
              </a:lnSpc>
              <a:spcBef>
                <a:spcPts val="1600"/>
              </a:spcBef>
              <a:spcAft>
                <a:spcPts val="0"/>
              </a:spcAft>
              <a:buClr>
                <a:schemeClr val="dk1"/>
              </a:buClr>
              <a:buSzPts val="4480"/>
              <a:buNone/>
              <a:defRPr sz="4480"/>
            </a:lvl2pPr>
            <a:lvl3pPr marL="1371600" lvl="2" indent="-228600" algn="l">
              <a:lnSpc>
                <a:spcPct val="90000"/>
              </a:lnSpc>
              <a:spcBef>
                <a:spcPts val="1600"/>
              </a:spcBef>
              <a:spcAft>
                <a:spcPts val="0"/>
              </a:spcAft>
              <a:buClr>
                <a:schemeClr val="dk1"/>
              </a:buClr>
              <a:buSzPts val="3840"/>
              <a:buNone/>
              <a:defRPr sz="3840"/>
            </a:lvl3pPr>
            <a:lvl4pPr marL="1828800" lvl="3" indent="-228600" algn="l">
              <a:lnSpc>
                <a:spcPct val="90000"/>
              </a:lnSpc>
              <a:spcBef>
                <a:spcPts val="1600"/>
              </a:spcBef>
              <a:spcAft>
                <a:spcPts val="0"/>
              </a:spcAft>
              <a:buClr>
                <a:schemeClr val="dk1"/>
              </a:buClr>
              <a:buSzPts val="3200"/>
              <a:buNone/>
              <a:defRPr sz="3200"/>
            </a:lvl4pPr>
            <a:lvl5pPr marL="2286000" lvl="4" indent="-228600" algn="l">
              <a:lnSpc>
                <a:spcPct val="90000"/>
              </a:lnSpc>
              <a:spcBef>
                <a:spcPts val="1600"/>
              </a:spcBef>
              <a:spcAft>
                <a:spcPts val="0"/>
              </a:spcAft>
              <a:buClr>
                <a:schemeClr val="dk1"/>
              </a:buClr>
              <a:buSzPts val="3200"/>
              <a:buNone/>
              <a:defRPr sz="3200"/>
            </a:lvl5pPr>
            <a:lvl6pPr marL="2743200" lvl="5" indent="-228600" algn="l">
              <a:lnSpc>
                <a:spcPct val="90000"/>
              </a:lnSpc>
              <a:spcBef>
                <a:spcPts val="1600"/>
              </a:spcBef>
              <a:spcAft>
                <a:spcPts val="0"/>
              </a:spcAft>
              <a:buClr>
                <a:schemeClr val="dk1"/>
              </a:buClr>
              <a:buSzPts val="3200"/>
              <a:buNone/>
              <a:defRPr sz="3200"/>
            </a:lvl6pPr>
            <a:lvl7pPr marL="3200400" lvl="6" indent="-228600" algn="l">
              <a:lnSpc>
                <a:spcPct val="90000"/>
              </a:lnSpc>
              <a:spcBef>
                <a:spcPts val="1600"/>
              </a:spcBef>
              <a:spcAft>
                <a:spcPts val="0"/>
              </a:spcAft>
              <a:buClr>
                <a:schemeClr val="dk1"/>
              </a:buClr>
              <a:buSzPts val="3200"/>
              <a:buNone/>
              <a:defRPr sz="3200"/>
            </a:lvl7pPr>
            <a:lvl8pPr marL="3657600" lvl="7" indent="-228600" algn="l">
              <a:lnSpc>
                <a:spcPct val="90000"/>
              </a:lnSpc>
              <a:spcBef>
                <a:spcPts val="1600"/>
              </a:spcBef>
              <a:spcAft>
                <a:spcPts val="0"/>
              </a:spcAft>
              <a:buClr>
                <a:schemeClr val="dk1"/>
              </a:buClr>
              <a:buSzPts val="3200"/>
              <a:buNone/>
              <a:defRPr sz="3200"/>
            </a:lvl8pPr>
            <a:lvl9pPr marL="4114800" lvl="8" indent="-228600" algn="l">
              <a:lnSpc>
                <a:spcPct val="90000"/>
              </a:lnSpc>
              <a:spcBef>
                <a:spcPts val="1600"/>
              </a:spcBef>
              <a:spcAft>
                <a:spcPts val="0"/>
              </a:spcAft>
              <a:buClr>
                <a:schemeClr val="dk1"/>
              </a:buClr>
              <a:buSzPts val="3200"/>
              <a:buNone/>
              <a:defRPr sz="3200"/>
            </a:lvl9pPr>
          </a:lstStyle>
          <a:p>
            <a:pPr lvl="0"/>
            <a:r>
              <a:rPr lang="en-US"/>
              <a:t>Click to edit Master text styles</a:t>
            </a:r>
          </a:p>
        </p:txBody>
      </p:sp>
      <p:sp>
        <p:nvSpPr>
          <p:cNvPr id="73" name="Google Shape;73;p2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28"/>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78" name="Google Shape;78;p28"/>
          <p:cNvSpPr txBox="1">
            <a:spLocks noGrp="1"/>
          </p:cNvSpPr>
          <p:nvPr>
            <p:ph type="body" idx="1"/>
          </p:nvPr>
        </p:nvSpPr>
        <p:spPr>
          <a:xfrm rot="5400000">
            <a:off x="9497059" y="-1391919"/>
            <a:ext cx="13924282" cy="283921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pPr lvl="0"/>
            <a:r>
              <a:rPr lang="en-US"/>
              <a:t>Click to edit Master text styles</a:t>
            </a:r>
          </a:p>
        </p:txBody>
      </p:sp>
      <p:sp>
        <p:nvSpPr>
          <p:cNvPr id="79" name="Google Shape;79;p2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29"/>
          <p:cNvSpPr txBox="1">
            <a:spLocks noGrp="1"/>
          </p:cNvSpPr>
          <p:nvPr>
            <p:ph type="title"/>
          </p:nvPr>
        </p:nvSpPr>
        <p:spPr>
          <a:xfrm rot="5400000">
            <a:off x="17807306" y="6918326"/>
            <a:ext cx="18597882"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84" name="Google Shape;84;p29"/>
          <p:cNvSpPr txBox="1">
            <a:spLocks noGrp="1"/>
          </p:cNvSpPr>
          <p:nvPr>
            <p:ph type="body" idx="1"/>
          </p:nvPr>
        </p:nvSpPr>
        <p:spPr>
          <a:xfrm rot="5400000">
            <a:off x="3405506" y="26036"/>
            <a:ext cx="18597882" cy="2088261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2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0"/>
              </a:spcAft>
              <a:buClr>
                <a:schemeClr val="dk1"/>
              </a:buClr>
              <a:buSzPts val="1800"/>
              <a:buChar char="•"/>
              <a:defRPr/>
            </a:lvl9pPr>
          </a:lstStyle>
          <a:p>
            <a:pPr lvl="0"/>
            <a:r>
              <a:rPr lang="en-US"/>
              <a:t>Click to edit Master text styles</a:t>
            </a:r>
          </a:p>
        </p:txBody>
      </p:sp>
      <p:sp>
        <p:nvSpPr>
          <p:cNvPr id="85" name="Google Shape;85;p2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263140" y="1168405"/>
            <a:ext cx="28392120" cy="42418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080"/>
              <a:buFont typeface="Calibri"/>
              <a:buNone/>
              <a:defRPr sz="140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263140" y="5842000"/>
            <a:ext cx="28392120" cy="13924282"/>
          </a:xfrm>
          <a:prstGeom prst="rect">
            <a:avLst/>
          </a:prstGeom>
          <a:noFill/>
          <a:ln>
            <a:noFill/>
          </a:ln>
        </p:spPr>
        <p:txBody>
          <a:bodyPr spcFirstLastPara="1" wrap="square" lIns="91425" tIns="45700" rIns="91425" bIns="45700" anchor="t" anchorCtr="0">
            <a:normAutofit/>
          </a:bodyPr>
          <a:lstStyle>
            <a:lvl1pPr marL="457200" marR="0" lvl="0" indent="-797560" algn="l" rtl="0">
              <a:lnSpc>
                <a:spcPct val="90000"/>
              </a:lnSpc>
              <a:spcBef>
                <a:spcPts val="3200"/>
              </a:spcBef>
              <a:spcAft>
                <a:spcPts val="0"/>
              </a:spcAft>
              <a:buClr>
                <a:schemeClr val="dk1"/>
              </a:buClr>
              <a:buSzPts val="8960"/>
              <a:buFont typeface="Arial"/>
              <a:buChar char="•"/>
              <a:defRPr sz="8960" b="0" i="0" u="none" strike="noStrike" cap="none">
                <a:solidFill>
                  <a:schemeClr val="dk1"/>
                </a:solidFill>
                <a:latin typeface="Calibri"/>
                <a:ea typeface="Calibri"/>
                <a:cs typeface="Calibri"/>
                <a:sym typeface="Calibri"/>
              </a:defRPr>
            </a:lvl1pPr>
            <a:lvl2pPr marL="914400" marR="0" lvl="1" indent="-716280" algn="l" rtl="0">
              <a:lnSpc>
                <a:spcPct val="90000"/>
              </a:lnSpc>
              <a:spcBef>
                <a:spcPts val="1600"/>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2pPr>
            <a:lvl3pPr marL="1371600" marR="0" lvl="2" indent="-635000" algn="l" rtl="0">
              <a:lnSpc>
                <a:spcPct val="90000"/>
              </a:lnSpc>
              <a:spcBef>
                <a:spcPts val="1600"/>
              </a:spcBef>
              <a:spcAft>
                <a:spcPts val="0"/>
              </a:spcAft>
              <a:buClr>
                <a:schemeClr val="dk1"/>
              </a:buClr>
              <a:buSzPts val="6400"/>
              <a:buFont typeface="Arial"/>
              <a:buChar char="•"/>
              <a:defRPr sz="6400" b="0" i="0" u="none" strike="noStrike" cap="none">
                <a:solidFill>
                  <a:schemeClr val="dk1"/>
                </a:solidFill>
                <a:latin typeface="Calibri"/>
                <a:ea typeface="Calibri"/>
                <a:cs typeface="Calibri"/>
                <a:sym typeface="Calibri"/>
              </a:defRPr>
            </a:lvl3pPr>
            <a:lvl4pPr marL="1828800" marR="0" lvl="3"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4pPr>
            <a:lvl5pPr marL="2286000" marR="0" lvl="4"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5pPr>
            <a:lvl6pPr marL="2743200" marR="0" lvl="5"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6pPr>
            <a:lvl7pPr marL="3200400" marR="0" lvl="6"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7pPr>
            <a:lvl8pPr marL="3657600" marR="0" lvl="7"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8pPr>
            <a:lvl9pPr marL="4114800" marR="0" lvl="8" indent="-594359"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840"/>
              <a:buFont typeface="Arial"/>
              <a:buNone/>
              <a:defRPr sz="384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1482A5"/>
            </a:gs>
          </a:gsLst>
          <a:lin ang="5400000" scaled="0"/>
        </a:gradFill>
        <a:effectLst/>
      </p:bgPr>
    </p:bg>
    <p:spTree>
      <p:nvGrpSpPr>
        <p:cNvPr id="1" name="Shape 289"/>
        <p:cNvGrpSpPr/>
        <p:nvPr/>
      </p:nvGrpSpPr>
      <p:grpSpPr>
        <a:xfrm>
          <a:off x="0" y="0"/>
          <a:ext cx="0" cy="0"/>
          <a:chOff x="0" y="0"/>
          <a:chExt cx="0" cy="0"/>
        </a:xfrm>
      </p:grpSpPr>
      <p:sp>
        <p:nvSpPr>
          <p:cNvPr id="290" name="Google Shape;290;p13"/>
          <p:cNvSpPr txBox="1"/>
          <p:nvPr/>
        </p:nvSpPr>
        <p:spPr>
          <a:xfrm>
            <a:off x="4267200" y="923679"/>
            <a:ext cx="24384000" cy="1831290"/>
          </a:xfrm>
          <a:prstGeom prst="rect">
            <a:avLst/>
          </a:prstGeom>
          <a:noFill/>
          <a:ln>
            <a:noFill/>
          </a:ln>
        </p:spPr>
        <p:txBody>
          <a:bodyPr spcFirstLastPara="1" wrap="square" lIns="85325" tIns="42650" rIns="85325" bIns="42650" anchor="t" anchorCtr="0">
            <a:noAutofit/>
          </a:bodyPr>
          <a:lstStyle/>
          <a:p>
            <a:pPr marL="0" marR="0" lvl="0" indent="0" algn="ctr" rtl="0">
              <a:lnSpc>
                <a:spcPct val="100000"/>
              </a:lnSpc>
              <a:spcBef>
                <a:spcPts val="0"/>
              </a:spcBef>
              <a:spcAft>
                <a:spcPts val="0"/>
              </a:spcAft>
              <a:buClr>
                <a:srgbClr val="1482A5"/>
              </a:buClr>
              <a:buSzPts val="3700"/>
              <a:buFont typeface="Arial"/>
              <a:buNone/>
            </a:pPr>
            <a:r>
              <a:rPr lang="en-US" sz="7200" b="0" i="0" u="none" strike="noStrike" cap="none" dirty="0">
                <a:solidFill>
                  <a:srgbClr val="1482A5"/>
                </a:solidFill>
                <a:latin typeface="Montserrat Light"/>
                <a:ea typeface="Montserrat Light"/>
                <a:cs typeface="Montserrat Light"/>
                <a:sym typeface="Montserrat Light"/>
              </a:rPr>
              <a:t>Reassessing the Need: </a:t>
            </a:r>
            <a:r>
              <a:rPr lang="en-US" sz="7200" b="0" i="1" u="none" strike="noStrike" cap="none" dirty="0">
                <a:solidFill>
                  <a:srgbClr val="1482A5"/>
                </a:solidFill>
                <a:latin typeface="Montserrat Light"/>
                <a:ea typeface="Montserrat Light"/>
                <a:cs typeface="Montserrat Light"/>
                <a:sym typeface="Montserrat Light"/>
              </a:rPr>
              <a:t>A Quality Improvement Initiative for Appropriate PPI Prescribing</a:t>
            </a:r>
            <a:endParaRPr lang="en-US" sz="3200" b="0" i="1" u="none" strike="noStrike" cap="none" dirty="0">
              <a:solidFill>
                <a:srgbClr val="000000"/>
              </a:solidFill>
              <a:latin typeface="Arial"/>
              <a:ea typeface="Arial"/>
              <a:cs typeface="Arial"/>
              <a:sym typeface="Arial"/>
            </a:endParaRPr>
          </a:p>
        </p:txBody>
      </p:sp>
      <p:sp>
        <p:nvSpPr>
          <p:cNvPr id="291" name="Google Shape;291;p13"/>
          <p:cNvSpPr txBox="1"/>
          <p:nvPr/>
        </p:nvSpPr>
        <p:spPr>
          <a:xfrm>
            <a:off x="1281143" y="3293807"/>
            <a:ext cx="28651200" cy="578576"/>
          </a:xfrm>
          <a:prstGeom prst="rect">
            <a:avLst/>
          </a:prstGeom>
          <a:noFill/>
          <a:ln>
            <a:noFill/>
          </a:ln>
        </p:spPr>
        <p:txBody>
          <a:bodyPr spcFirstLastPara="1" wrap="square" lIns="85325" tIns="42650" rIns="85325" bIns="42650" anchor="t" anchorCtr="0">
            <a:spAutoFit/>
          </a:bodyPr>
          <a:lstStyle/>
          <a:p>
            <a:pPr marL="0" marR="0" lvl="0" indent="0" algn="ctr" rtl="0">
              <a:lnSpc>
                <a:spcPct val="100000"/>
              </a:lnSpc>
              <a:spcBef>
                <a:spcPts val="0"/>
              </a:spcBef>
              <a:spcAft>
                <a:spcPts val="0"/>
              </a:spcAft>
              <a:buClr>
                <a:srgbClr val="1482A5"/>
              </a:buClr>
              <a:buSzPts val="3700"/>
              <a:buFont typeface="Arial"/>
              <a:buNone/>
            </a:pPr>
            <a:r>
              <a:rPr lang="en-US" sz="3200" b="0" i="1" u="none" strike="noStrike" cap="none" dirty="0">
                <a:solidFill>
                  <a:srgbClr val="1482A5"/>
                </a:solidFill>
                <a:latin typeface="Montserrat Light"/>
                <a:ea typeface="Montserrat Light"/>
                <a:cs typeface="Montserrat Light"/>
                <a:sym typeface="Montserrat Light"/>
              </a:rPr>
              <a:t>Ajaypreet Singh MD, Muhamad Oum MD, Kamalpreet Gill MD, Mehdi Hakimipour MD, Anupama Poliyedath MD</a:t>
            </a:r>
            <a:endParaRPr sz="1200" b="0" i="1" u="none" strike="noStrike" cap="none" dirty="0">
              <a:solidFill>
                <a:srgbClr val="000000"/>
              </a:solidFill>
              <a:latin typeface="Arial"/>
              <a:ea typeface="Arial"/>
              <a:cs typeface="Arial"/>
              <a:sym typeface="Arial"/>
            </a:endParaRPr>
          </a:p>
        </p:txBody>
      </p:sp>
      <p:sp>
        <p:nvSpPr>
          <p:cNvPr id="293" name="Google Shape;293;p13"/>
          <p:cNvSpPr/>
          <p:nvPr/>
        </p:nvSpPr>
        <p:spPr>
          <a:xfrm>
            <a:off x="24883804" y="4955579"/>
            <a:ext cx="7534787" cy="512547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dk1"/>
              </a:solidFill>
              <a:latin typeface="Calibri"/>
              <a:ea typeface="Calibri"/>
              <a:cs typeface="Calibri"/>
              <a:sym typeface="Calibri"/>
            </a:endParaRPr>
          </a:p>
        </p:txBody>
      </p:sp>
      <p:sp>
        <p:nvSpPr>
          <p:cNvPr id="294" name="Google Shape;294;p13"/>
          <p:cNvSpPr/>
          <p:nvPr/>
        </p:nvSpPr>
        <p:spPr>
          <a:xfrm>
            <a:off x="24883806" y="10386942"/>
            <a:ext cx="7534787" cy="501788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dk1"/>
              </a:solidFill>
              <a:latin typeface="Calibri"/>
              <a:ea typeface="Calibri"/>
              <a:cs typeface="Calibri"/>
              <a:sym typeface="Calibri"/>
            </a:endParaRPr>
          </a:p>
        </p:txBody>
      </p:sp>
      <p:sp>
        <p:nvSpPr>
          <p:cNvPr id="295" name="Google Shape;295;p13"/>
          <p:cNvSpPr/>
          <p:nvPr/>
        </p:nvSpPr>
        <p:spPr>
          <a:xfrm>
            <a:off x="533400" y="4720632"/>
            <a:ext cx="7534787" cy="10684197"/>
          </a:xfrm>
          <a:prstGeom prst="rect">
            <a:avLst/>
          </a:prstGeom>
          <a:solidFill>
            <a:schemeClr val="lt1"/>
          </a:solidFill>
          <a:ln>
            <a:noFill/>
          </a:ln>
        </p:spPr>
        <p:txBody>
          <a:bodyPr spcFirstLastPara="1" wrap="square" lIns="91425" tIns="45700" rIns="91425" bIns="45700" anchor="ctr" anchorCtr="0">
            <a:noAutofit/>
          </a:bodyPr>
          <a:lstStyle/>
          <a:p>
            <a:br>
              <a:rPr lang="en-US" sz="8000" dirty="0"/>
            </a:br>
            <a:endParaRPr sz="6400" b="0" i="0" u="none" strike="noStrike" cap="none" dirty="0">
              <a:solidFill>
                <a:schemeClr val="dk1"/>
              </a:solidFill>
              <a:latin typeface="Calibri"/>
              <a:ea typeface="Calibri"/>
              <a:cs typeface="Calibri"/>
              <a:sym typeface="Calibri"/>
            </a:endParaRPr>
          </a:p>
        </p:txBody>
      </p:sp>
      <p:sp>
        <p:nvSpPr>
          <p:cNvPr id="297" name="Google Shape;297;p13"/>
          <p:cNvSpPr/>
          <p:nvPr/>
        </p:nvSpPr>
        <p:spPr>
          <a:xfrm>
            <a:off x="533400" y="15531542"/>
            <a:ext cx="7534787" cy="547842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dk1"/>
              </a:solidFill>
              <a:latin typeface="Calibri"/>
              <a:ea typeface="Calibri"/>
              <a:cs typeface="Calibri"/>
              <a:sym typeface="Calibri"/>
            </a:endParaRPr>
          </a:p>
        </p:txBody>
      </p:sp>
      <p:sp>
        <p:nvSpPr>
          <p:cNvPr id="298" name="Google Shape;298;p13"/>
          <p:cNvSpPr/>
          <p:nvPr/>
        </p:nvSpPr>
        <p:spPr>
          <a:xfrm>
            <a:off x="24883806" y="15584838"/>
            <a:ext cx="7534787" cy="537183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dk1"/>
              </a:solidFill>
              <a:latin typeface="Calibri"/>
              <a:ea typeface="Calibri"/>
              <a:cs typeface="Calibri"/>
              <a:sym typeface="Calibri"/>
            </a:endParaRPr>
          </a:p>
        </p:txBody>
      </p:sp>
      <p:sp>
        <p:nvSpPr>
          <p:cNvPr id="304" name="Google Shape;304;p13"/>
          <p:cNvSpPr txBox="1"/>
          <p:nvPr/>
        </p:nvSpPr>
        <p:spPr>
          <a:xfrm>
            <a:off x="25021456" y="11249887"/>
            <a:ext cx="7192297" cy="4154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2400" b="0" i="0" u="none" strike="noStrike" dirty="0">
                <a:solidFill>
                  <a:srgbClr val="0E101A"/>
                </a:solidFill>
                <a:effectLst/>
                <a:latin typeface="+mn-lt"/>
              </a:rPr>
              <a:t>Our quality improvement initiative, titled </a:t>
            </a:r>
            <a:r>
              <a:rPr lang="en-US" sz="2400" b="0" i="1" u="none" strike="noStrike" dirty="0">
                <a:solidFill>
                  <a:srgbClr val="0E101A"/>
                </a:solidFill>
                <a:effectLst/>
                <a:latin typeface="+mn-lt"/>
              </a:rPr>
              <a:t>"PPI De-escalation,"</a:t>
            </a:r>
            <a:r>
              <a:rPr lang="en-US" sz="2400" b="0" i="0" u="none" strike="noStrike" dirty="0">
                <a:solidFill>
                  <a:srgbClr val="0E101A"/>
                </a:solidFill>
                <a:effectLst/>
                <a:latin typeface="+mn-lt"/>
              </a:rPr>
              <a:t> has revealed that inappropriate long-term use of PPIs is a prevalent issue within our outpatient clinic setting. This finding highlights the need for more structured and proactive management of patients receiving PPI therapy. In response, we have implemented a targeted educational intervention for resident physicians to increase awareness about the importance of regular medication review and appropriate de-escalation strategies.</a:t>
            </a:r>
            <a:endParaRPr sz="1800" b="0" i="0" u="none" strike="noStrike" cap="none" dirty="0">
              <a:solidFill>
                <a:srgbClr val="000000"/>
              </a:solidFill>
              <a:latin typeface="+mn-lt"/>
              <a:ea typeface="Arial"/>
              <a:cs typeface="Arial"/>
              <a:sym typeface="Arial"/>
            </a:endParaRPr>
          </a:p>
        </p:txBody>
      </p:sp>
      <p:sp>
        <p:nvSpPr>
          <p:cNvPr id="305" name="Google Shape;305;p13"/>
          <p:cNvSpPr txBox="1"/>
          <p:nvPr/>
        </p:nvSpPr>
        <p:spPr>
          <a:xfrm>
            <a:off x="25021456" y="10386943"/>
            <a:ext cx="719229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dirty="0">
                <a:solidFill>
                  <a:srgbClr val="235078"/>
                </a:solidFill>
                <a:latin typeface="Libre Baskerville"/>
                <a:ea typeface="Libre Baskerville"/>
                <a:cs typeface="Libre Baskerville"/>
                <a:sym typeface="Libre Baskerville"/>
              </a:rPr>
              <a:t>Conclusion</a:t>
            </a:r>
            <a:endParaRPr sz="1400" b="0" i="0" u="none" strike="noStrike" cap="none" dirty="0">
              <a:solidFill>
                <a:srgbClr val="000000"/>
              </a:solidFill>
              <a:latin typeface="Arial"/>
              <a:ea typeface="Arial"/>
              <a:cs typeface="Arial"/>
              <a:sym typeface="Arial"/>
            </a:endParaRPr>
          </a:p>
        </p:txBody>
      </p:sp>
      <p:sp>
        <p:nvSpPr>
          <p:cNvPr id="306" name="Google Shape;306;p13"/>
          <p:cNvSpPr txBox="1"/>
          <p:nvPr/>
        </p:nvSpPr>
        <p:spPr>
          <a:xfrm>
            <a:off x="25021456" y="16466659"/>
            <a:ext cx="7192297" cy="4524275"/>
          </a:xfrm>
          <a:prstGeom prst="rect">
            <a:avLst/>
          </a:prstGeom>
          <a:noFill/>
          <a:ln>
            <a:noFill/>
          </a:ln>
        </p:spPr>
        <p:txBody>
          <a:bodyPr spcFirstLastPara="1" wrap="square" lIns="91425" tIns="45700" rIns="91425" bIns="45700" anchor="t" anchorCtr="0">
            <a:spAutoFit/>
          </a:bodyPr>
          <a:lstStyle/>
          <a:p>
            <a:pPr rtl="0"/>
            <a:r>
              <a:rPr lang="en-US" sz="2400" b="0" i="0" u="none" strike="noStrike" dirty="0">
                <a:solidFill>
                  <a:srgbClr val="0E101A"/>
                </a:solidFill>
                <a:effectLst/>
                <a:latin typeface="+mn-lt"/>
              </a:rPr>
              <a:t>Key components of the initiative include:</a:t>
            </a:r>
            <a:endParaRPr lang="en-US" sz="4800" b="0" dirty="0">
              <a:effectLst/>
              <a:latin typeface="+mn-lt"/>
            </a:endParaRPr>
          </a:p>
          <a:p>
            <a:pPr rtl="0" fontAlgn="base">
              <a:buFont typeface="Arial" panose="020B0604020202020204" pitchFamily="34" charset="0"/>
              <a:buChar char="•"/>
            </a:pPr>
            <a:r>
              <a:rPr lang="en-US" sz="2400" b="0" i="0" u="none" strike="noStrike" dirty="0">
                <a:solidFill>
                  <a:srgbClr val="0E101A"/>
                </a:solidFill>
                <a:effectLst/>
                <a:latin typeface="+mn-lt"/>
              </a:rPr>
              <a:t>Encouraging residents to assess the duration and indication of PPI use at every follow-up visit.</a:t>
            </a:r>
          </a:p>
          <a:p>
            <a:pPr rtl="0" fontAlgn="base">
              <a:buFont typeface="Arial" panose="020B0604020202020204" pitchFamily="34" charset="0"/>
              <a:buChar char="•"/>
            </a:pPr>
            <a:r>
              <a:rPr lang="en-US" sz="2400" b="0" i="0" u="none" strike="noStrike" dirty="0">
                <a:solidFill>
                  <a:srgbClr val="0E101A"/>
                </a:solidFill>
                <a:effectLst/>
                <a:latin typeface="+mn-lt"/>
              </a:rPr>
              <a:t>Reinforcing the importance of timely gastroenterology referrals for patients with persistent or complex symptoms.</a:t>
            </a:r>
          </a:p>
          <a:p>
            <a:pPr rtl="0" fontAlgn="base">
              <a:buFont typeface="Arial" panose="020B0604020202020204" pitchFamily="34" charset="0"/>
              <a:buChar char="•"/>
            </a:pPr>
            <a:r>
              <a:rPr lang="en-US" sz="2400" b="0" i="0" u="none" strike="noStrike" dirty="0">
                <a:solidFill>
                  <a:srgbClr val="0E101A"/>
                </a:solidFill>
                <a:effectLst/>
                <a:latin typeface="+mn-lt"/>
              </a:rPr>
              <a:t>Implementing step-down therapy when appropriate, such as reducing the PPI dose (e.g., from twice daily to once daily), switching to a less potent acid suppressant like H2-receptor antagonists (e.g., famotidine), or considering discontinuation when clinically feasible.</a:t>
            </a:r>
          </a:p>
        </p:txBody>
      </p:sp>
      <p:sp>
        <p:nvSpPr>
          <p:cNvPr id="307" name="Google Shape;307;p13"/>
          <p:cNvSpPr txBox="1"/>
          <p:nvPr/>
        </p:nvSpPr>
        <p:spPr>
          <a:xfrm>
            <a:off x="25055050" y="15758773"/>
            <a:ext cx="719229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dirty="0">
                <a:solidFill>
                  <a:srgbClr val="235078"/>
                </a:solidFill>
                <a:latin typeface="Libre Baskerville"/>
                <a:ea typeface="Libre Baskerville"/>
                <a:cs typeface="Libre Baskerville"/>
                <a:sym typeface="Libre Baskerville"/>
              </a:rPr>
              <a:t>Recommendations</a:t>
            </a:r>
            <a:endParaRPr sz="1400" b="0" i="0" u="none" strike="noStrike" cap="none" dirty="0">
              <a:solidFill>
                <a:srgbClr val="000000"/>
              </a:solidFill>
              <a:latin typeface="Arial"/>
              <a:ea typeface="Arial"/>
              <a:cs typeface="Arial"/>
              <a:sym typeface="Arial"/>
            </a:endParaRPr>
          </a:p>
        </p:txBody>
      </p:sp>
      <p:sp>
        <p:nvSpPr>
          <p:cNvPr id="309" name="Google Shape;309;p13"/>
          <p:cNvSpPr txBox="1"/>
          <p:nvPr/>
        </p:nvSpPr>
        <p:spPr>
          <a:xfrm>
            <a:off x="704645" y="4927600"/>
            <a:ext cx="719229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dirty="0">
                <a:solidFill>
                  <a:srgbClr val="235078"/>
                </a:solidFill>
                <a:latin typeface="Libre Baskerville"/>
                <a:ea typeface="Libre Baskerville"/>
                <a:cs typeface="Libre Baskerville"/>
                <a:sym typeface="Libre Baskerville"/>
              </a:rPr>
              <a:t>Introduction</a:t>
            </a:r>
            <a:endParaRPr sz="1400" b="0" i="0" u="none" strike="noStrike" cap="none" dirty="0">
              <a:solidFill>
                <a:srgbClr val="000000"/>
              </a:solidFill>
              <a:latin typeface="Arial"/>
              <a:ea typeface="Arial"/>
              <a:cs typeface="Arial"/>
              <a:sym typeface="Arial"/>
            </a:endParaRPr>
          </a:p>
        </p:txBody>
      </p:sp>
      <p:sp>
        <p:nvSpPr>
          <p:cNvPr id="310" name="Google Shape;310;p13"/>
          <p:cNvSpPr txBox="1"/>
          <p:nvPr/>
        </p:nvSpPr>
        <p:spPr>
          <a:xfrm>
            <a:off x="704644" y="16169653"/>
            <a:ext cx="7192297" cy="48936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2400" b="0" i="0" u="none" strike="noStrike" dirty="0">
                <a:solidFill>
                  <a:srgbClr val="0E101A"/>
                </a:solidFill>
                <a:effectLst/>
                <a:latin typeface="+mn-lt"/>
              </a:rPr>
              <a:t>To better understand the patterns of PPI use within our practice and to identify opportunities for improvement, we conducted a retrospective chart review of 3,309 patients seen in our outpatient clinic. From this population, we identified 733 (22%) patients with a documented history of PPI prescriptions. We identified long-term PPI use ( &gt;6 months), but due to time and resource limitations, a focused preliminary analysis was conducted on a randomly selected subset of 120 patients. Patient records were reviewed to assess the duration of PPI therapy and the clinical indications for continued use.</a:t>
            </a:r>
            <a:endParaRPr sz="1800" b="0" i="0" u="none" strike="noStrike" cap="none" dirty="0">
              <a:solidFill>
                <a:srgbClr val="000000"/>
              </a:solidFill>
              <a:latin typeface="+mn-lt"/>
              <a:ea typeface="Arial"/>
              <a:cs typeface="Arial"/>
              <a:sym typeface="Arial"/>
            </a:endParaRPr>
          </a:p>
        </p:txBody>
      </p:sp>
      <p:sp>
        <p:nvSpPr>
          <p:cNvPr id="311" name="Google Shape;311;p13"/>
          <p:cNvSpPr txBox="1"/>
          <p:nvPr/>
        </p:nvSpPr>
        <p:spPr>
          <a:xfrm>
            <a:off x="704644" y="15584838"/>
            <a:ext cx="719229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dirty="0">
                <a:solidFill>
                  <a:srgbClr val="235078"/>
                </a:solidFill>
                <a:latin typeface="Libre Baskerville"/>
                <a:ea typeface="Libre Baskerville"/>
                <a:cs typeface="Libre Baskerville"/>
                <a:sym typeface="Libre Baskerville"/>
              </a:rPr>
              <a:t>Methodology</a:t>
            </a:r>
            <a:endParaRPr sz="1400" b="0" i="0" u="none" strike="noStrike" cap="none" dirty="0">
              <a:solidFill>
                <a:srgbClr val="000000"/>
              </a:solidFill>
              <a:latin typeface="Arial"/>
              <a:ea typeface="Arial"/>
              <a:cs typeface="Arial"/>
              <a:sym typeface="Arial"/>
            </a:endParaRPr>
          </a:p>
        </p:txBody>
      </p:sp>
      <p:sp>
        <p:nvSpPr>
          <p:cNvPr id="314" name="Google Shape;314;p13"/>
          <p:cNvSpPr txBox="1"/>
          <p:nvPr/>
        </p:nvSpPr>
        <p:spPr>
          <a:xfrm>
            <a:off x="25055047" y="5902957"/>
            <a:ext cx="7192297" cy="37856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2400" b="0" i="0" u="none" strike="noStrike" dirty="0">
                <a:solidFill>
                  <a:srgbClr val="0E101A"/>
                </a:solidFill>
                <a:effectLst/>
                <a:latin typeface="+mn-lt"/>
              </a:rPr>
              <a:t>Among the 120 patient charts reviewed, 77 patients (64%) were found to have been on PPI therapy for less than six months, consistent with guideline-directed short-term treatment. However, 43 patients (36%) had been on PPIs for more than six months without a clearly documented indication for ongoing use or evidence of recent reassessment. Many of these cases lacked documentation of follow-up evaluation, symptomatic review, or consideration for de-escalation.</a:t>
            </a:r>
            <a:endParaRPr sz="1800" b="0" i="0" u="none" strike="noStrike" cap="none" dirty="0">
              <a:solidFill>
                <a:srgbClr val="000000"/>
              </a:solidFill>
              <a:latin typeface="+mn-lt"/>
              <a:ea typeface="Arial"/>
              <a:cs typeface="Arial"/>
              <a:sym typeface="Arial"/>
            </a:endParaRPr>
          </a:p>
        </p:txBody>
      </p:sp>
      <p:sp>
        <p:nvSpPr>
          <p:cNvPr id="315" name="Google Shape;315;p13"/>
          <p:cNvSpPr txBox="1"/>
          <p:nvPr/>
        </p:nvSpPr>
        <p:spPr>
          <a:xfrm>
            <a:off x="25055048" y="5072321"/>
            <a:ext cx="7192297"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dirty="0">
                <a:solidFill>
                  <a:srgbClr val="235078"/>
                </a:solidFill>
                <a:latin typeface="Libre Baskerville"/>
                <a:ea typeface="Libre Baskerville"/>
                <a:cs typeface="Libre Baskerville"/>
                <a:sym typeface="Libre Baskerville"/>
              </a:rPr>
              <a:t>Results</a:t>
            </a:r>
            <a:endParaRPr sz="14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40D01F08-956C-609A-1A2C-FF6A2CAAE571}"/>
              </a:ext>
            </a:extLst>
          </p:cNvPr>
          <p:cNvSpPr txBox="1"/>
          <p:nvPr/>
        </p:nvSpPr>
        <p:spPr>
          <a:xfrm>
            <a:off x="704644" y="5635486"/>
            <a:ext cx="7192298" cy="10002738"/>
          </a:xfrm>
          <a:prstGeom prst="rect">
            <a:avLst/>
          </a:prstGeom>
          <a:noFill/>
        </p:spPr>
        <p:txBody>
          <a:bodyPr wrap="square" rtlCol="0">
            <a:spAutoFit/>
          </a:bodyPr>
          <a:lstStyle/>
          <a:p>
            <a:pPr rtl="0"/>
            <a:r>
              <a:rPr lang="en-US" sz="2400" b="0" i="0" u="none" strike="noStrike" dirty="0">
                <a:solidFill>
                  <a:srgbClr val="0E101A"/>
                </a:solidFill>
                <a:effectLst/>
                <a:latin typeface="+mn-lt"/>
              </a:rPr>
              <a:t>Proton pump inhibitors (PPIs) are some of the most commonly prescribed medications for treating conditions related to stomach acid, such as gastroesophageal reflux disease (GERD), erosive esophagitis, gastritis, peptic ulcers, and Barrett’s esophagus. They effectively reduce stomach acid and provide relief for many patients. Despite their effectiveness, there is increasing evidence that PPIs are often overused. Many times, they are prescribed without the right reasons or are continued longer than necessary. Current guidelines suggest using PPIs for a short period, usually 6 to 8 weeks. After this time, doctors should reassess the patient's symptoms and underlying condition. If symptoms come back, further tests, such as an esophagogastroduodenoscopy (EGD), may be needed to find the cause and plan the appropriate treatment. In practice, however, many patients stay on PPIs for a long time without proper follow-up or documentation of why they are taking them. This can lead to unnecessary risks. Long-term use of PPIs can cause problems such as nutrient deficiencies (like vitamin B12 and magnesium), a greater chance of fractures, dementia, kidney disease, and infections, including Clostridioides difficile.</a:t>
            </a:r>
            <a:br>
              <a:rPr lang="en-US" sz="2000" dirty="0"/>
            </a:br>
            <a:endParaRPr lang="en-US" sz="2000" dirty="0"/>
          </a:p>
        </p:txBody>
      </p:sp>
      <p:pic>
        <p:nvPicPr>
          <p:cNvPr id="4" name="Picture 3">
            <a:extLst>
              <a:ext uri="{FF2B5EF4-FFF2-40B4-BE49-F238E27FC236}">
                <a16:creationId xmlns:a16="http://schemas.microsoft.com/office/drawing/2014/main" id="{DDED6A27-F6EF-400F-9C37-165FD41F1BDE}"/>
              </a:ext>
            </a:extLst>
          </p:cNvPr>
          <p:cNvPicPr>
            <a:picLocks noChangeAspect="1"/>
          </p:cNvPicPr>
          <p:nvPr/>
        </p:nvPicPr>
        <p:blipFill>
          <a:blip r:embed="rId3"/>
          <a:stretch>
            <a:fillRect/>
          </a:stretch>
        </p:blipFill>
        <p:spPr>
          <a:xfrm>
            <a:off x="8176101" y="5958619"/>
            <a:ext cx="16566193" cy="13680443"/>
          </a:xfrm>
          <a:prstGeom prst="rect">
            <a:avLst/>
          </a:prstGeom>
        </p:spPr>
      </p:pic>
      <p:pic>
        <p:nvPicPr>
          <p:cNvPr id="316" name="Picture 315" descr="2Q.png"/>
          <p:cNvPicPr>
            <a:picLocks noChangeAspect="1"/>
          </p:cNvPicPr>
          <p:nvPr/>
        </p:nvPicPr>
        <p:blipFill>
          <a:blip r:embed="rId4"/>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ster template" id="{00FE752C-9867-7144-8683-E1FBAAD4D2DD}" vid="{927EABD3-1610-8544-9A2D-7E860D6F503C}"/>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105</TotalTime>
  <Words>594</Words>
  <Application>Microsoft Macintosh PowerPoint</Application>
  <PresentationFormat>Custom</PresentationFormat>
  <Paragraphs>17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Calibri</vt:lpstr>
      <vt:lpstr>Montserrat Light</vt:lpstr>
      <vt:lpstr>Arial</vt:lpstr>
      <vt:lpstr>Libre Baskerville</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,Ajaypreet</dc:creator>
  <cp:lastModifiedBy>Phil Kim</cp:lastModifiedBy>
  <cp:revision>4</cp:revision>
  <cp:lastPrinted>2024-10-15T05:08:07Z</cp:lastPrinted>
  <dcterms:created xsi:type="dcterms:W3CDTF">2025-04-26T01:38:52Z</dcterms:created>
  <dcterms:modified xsi:type="dcterms:W3CDTF">2025-04-26T17:26:02Z</dcterms:modified>
</cp:coreProperties>
</file>