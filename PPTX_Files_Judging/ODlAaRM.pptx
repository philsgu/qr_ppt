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3"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iyY7RGGFUG2rWh53fXrHCbh0jjE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el Atiru"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3B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13"/>
    <p:restoredTop sz="94608"/>
  </p:normalViewPr>
  <p:slideViewPr>
    <p:cSldViewPr snapToGrid="0">
      <p:cViewPr>
        <p:scale>
          <a:sx n="48" d="100"/>
          <a:sy n="48" d="100"/>
        </p:scale>
        <p:origin x="-96" y="144"/>
      </p:cViewPr>
      <p:guideLst>
        <p:guide orient="horz" pos="6913"/>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customschemas.google.com/relationships/presentationmetadata" Target="metadata"/><Relationship Id="rId13" Type="http://schemas.openxmlformats.org/officeDocument/2006/relationships/tableStyles" Target="tableStyles.xml"/><Relationship Id="rId3"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viewProps" Target="viewProps.xml"/><Relationship Id="rId10" Type="http://schemas.openxmlformats.org/officeDocument/2006/relationships/presProps" Target="presProps.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1600"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643188" y="514350"/>
            <a:ext cx="3857625"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219200" y="3257550"/>
            <a:ext cx="67056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1pPr>
            <a:lvl2pPr marL="914400" marR="0" lvl="1"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2pPr>
            <a:lvl3pPr marL="1371600" marR="0" lvl="2"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3pPr>
            <a:lvl4pPr marL="1828800" marR="0" lvl="3"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4pPr>
            <a:lvl5pPr marL="2286000" marR="0" lvl="4" indent="-228600" algn="l" rtl="0">
              <a:lnSpc>
                <a:spcPct val="100000"/>
              </a:lnSpc>
              <a:spcBef>
                <a:spcPts val="408"/>
              </a:spcBef>
              <a:spcAft>
                <a:spcPts val="0"/>
              </a:spcAft>
              <a:buClr>
                <a:srgbClr val="000000"/>
              </a:buClr>
              <a:buSzPts val="1400"/>
              <a:buFont typeface="Arial"/>
              <a:buNone/>
              <a:defRPr sz="1359"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359"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510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334"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1600" y="651510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sldNum" idx="12"/>
          </p:nvPr>
        </p:nvSpPr>
        <p:spPr>
          <a:xfrm>
            <a:off x="5181600" y="651510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74" name="Google Shape;74;p1:notes"/>
          <p:cNvSpPr>
            <a:spLocks noGrp="1" noRot="1" noChangeAspect="1"/>
          </p:cNvSpPr>
          <p:nvPr>
            <p:ph type="sldImg" idx="2"/>
          </p:nvPr>
        </p:nvSpPr>
        <p:spPr>
          <a:xfrm>
            <a:off x="2643188" y="514350"/>
            <a:ext cx="3857625" cy="25717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notes"/>
          <p:cNvSpPr txBox="1">
            <a:spLocks noGrp="1"/>
          </p:cNvSpPr>
          <p:nvPr>
            <p:ph type="body" idx="1"/>
          </p:nvPr>
        </p:nvSpPr>
        <p:spPr>
          <a:xfrm>
            <a:off x="1219200" y="3257550"/>
            <a:ext cx="67056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9358" y="6817784"/>
            <a:ext cx="27979688" cy="4703233"/>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937526" y="12435418"/>
            <a:ext cx="23043356" cy="5609167"/>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2511"/>
              </a:spcBef>
              <a:spcAft>
                <a:spcPts val="0"/>
              </a:spcAft>
              <a:buClr>
                <a:schemeClr val="dk1"/>
              </a:buClr>
              <a:buSzPts val="18831"/>
              <a:buFont typeface="Arial"/>
              <a:buNone/>
              <a:defRPr/>
            </a:lvl1pPr>
            <a:lvl2pPr lvl="1" algn="ctr">
              <a:lnSpc>
                <a:spcPct val="100000"/>
              </a:lnSpc>
              <a:spcBef>
                <a:spcPts val="2199"/>
              </a:spcBef>
              <a:spcAft>
                <a:spcPts val="0"/>
              </a:spcAft>
              <a:buClr>
                <a:schemeClr val="dk1"/>
              </a:buClr>
              <a:buSzPts val="16493"/>
              <a:buFont typeface="Arial"/>
              <a:buNone/>
              <a:defRPr/>
            </a:lvl2pPr>
            <a:lvl3pPr lvl="2" algn="ctr">
              <a:lnSpc>
                <a:spcPct val="100000"/>
              </a:lnSpc>
              <a:spcBef>
                <a:spcPts val="1855"/>
              </a:spcBef>
              <a:spcAft>
                <a:spcPts val="0"/>
              </a:spcAft>
              <a:buClr>
                <a:schemeClr val="dk1"/>
              </a:buClr>
              <a:buSzPts val="13908"/>
              <a:buFont typeface="Arial"/>
              <a:buNone/>
              <a:defRPr/>
            </a:lvl3pPr>
            <a:lvl4pPr lvl="3" algn="ctr">
              <a:lnSpc>
                <a:spcPct val="100000"/>
              </a:lnSpc>
              <a:spcBef>
                <a:spcPts val="1575"/>
              </a:spcBef>
              <a:spcAft>
                <a:spcPts val="0"/>
              </a:spcAft>
              <a:buClr>
                <a:schemeClr val="dk1"/>
              </a:buClr>
              <a:buSzPts val="11816"/>
              <a:buFont typeface="Arial"/>
              <a:buNone/>
              <a:defRPr/>
            </a:lvl4pPr>
            <a:lvl5pPr lvl="4" algn="ctr">
              <a:lnSpc>
                <a:spcPct val="100000"/>
              </a:lnSpc>
              <a:spcBef>
                <a:spcPts val="1575"/>
              </a:spcBef>
              <a:spcAft>
                <a:spcPts val="0"/>
              </a:spcAft>
              <a:buClr>
                <a:schemeClr val="dk1"/>
              </a:buClr>
              <a:buSzPts val="11816"/>
              <a:buFont typeface="Arial"/>
              <a:buNone/>
              <a:defRPr/>
            </a:lvl5pPr>
            <a:lvl6pPr lvl="5" algn="ctr">
              <a:lnSpc>
                <a:spcPct val="100000"/>
              </a:lnSpc>
              <a:spcBef>
                <a:spcPts val="1575"/>
              </a:spcBef>
              <a:spcAft>
                <a:spcPts val="0"/>
              </a:spcAft>
              <a:buClr>
                <a:schemeClr val="dk1"/>
              </a:buClr>
              <a:buSzPts val="11816"/>
              <a:buFont typeface="Arial"/>
              <a:buNone/>
              <a:defRPr/>
            </a:lvl6pPr>
            <a:lvl7pPr lvl="6" algn="ctr">
              <a:lnSpc>
                <a:spcPct val="100000"/>
              </a:lnSpc>
              <a:spcBef>
                <a:spcPts val="1575"/>
              </a:spcBef>
              <a:spcAft>
                <a:spcPts val="0"/>
              </a:spcAft>
              <a:buClr>
                <a:schemeClr val="dk1"/>
              </a:buClr>
              <a:buSzPts val="11816"/>
              <a:buFont typeface="Arial"/>
              <a:buNone/>
              <a:defRPr/>
            </a:lvl7pPr>
            <a:lvl8pPr lvl="7" algn="ctr">
              <a:lnSpc>
                <a:spcPct val="100000"/>
              </a:lnSpc>
              <a:spcBef>
                <a:spcPts val="1575"/>
              </a:spcBef>
              <a:spcAft>
                <a:spcPts val="0"/>
              </a:spcAft>
              <a:buClr>
                <a:schemeClr val="dk1"/>
              </a:buClr>
              <a:buSzPts val="11816"/>
              <a:buFont typeface="Arial"/>
              <a:buNone/>
              <a:defRPr/>
            </a:lvl8pPr>
            <a:lvl9pPr lvl="8" algn="ctr">
              <a:lnSpc>
                <a:spcPct val="100000"/>
              </a:lnSpc>
              <a:spcBef>
                <a:spcPts val="1575"/>
              </a:spcBef>
              <a:spcAft>
                <a:spcPts val="0"/>
              </a:spcAft>
              <a:buClr>
                <a:schemeClr val="dk1"/>
              </a:buClr>
              <a:buSzPts val="11816"/>
              <a:buFont typeface="Arial"/>
              <a:buNone/>
              <a:defRPr/>
            </a:lvl9pPr>
          </a:lstStyle>
          <a:p>
            <a:endParaRPr/>
          </a:p>
        </p:txBody>
      </p:sp>
      <p:sp>
        <p:nvSpPr>
          <p:cNvPr id="18" name="Google Shape;18;p3"/>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1646638" y="5121277"/>
            <a:ext cx="14755415" cy="14483291"/>
          </a:xfrm>
          <a:prstGeom prst="rect">
            <a:avLst/>
          </a:prstGeom>
          <a:noFill/>
          <a:ln>
            <a:noFill/>
          </a:ln>
        </p:spPr>
        <p:txBody>
          <a:bodyPr spcFirstLastPara="1" wrap="square" lIns="435000" tIns="217500" rIns="435000" bIns="217500" anchor="t" anchorCtr="0">
            <a:noAutofit/>
          </a:bodyPr>
          <a:lstStyle>
            <a:lvl1pPr marL="304815" lvl="0" indent="-287881" algn="l">
              <a:lnSpc>
                <a:spcPct val="100000"/>
              </a:lnSpc>
              <a:spcBef>
                <a:spcPts val="427"/>
              </a:spcBef>
              <a:spcAft>
                <a:spcPts val="0"/>
              </a:spcAft>
              <a:buClr>
                <a:schemeClr val="dk1"/>
              </a:buClr>
              <a:buSzPts val="3200"/>
              <a:buFont typeface="Arial"/>
              <a:buChar char="•"/>
              <a:defRPr sz="2133"/>
            </a:lvl1pPr>
            <a:lvl2pPr marL="609630" lvl="1" indent="-267052" algn="l">
              <a:lnSpc>
                <a:spcPct val="100000"/>
              </a:lnSpc>
              <a:spcBef>
                <a:spcPts val="361"/>
              </a:spcBef>
              <a:spcAft>
                <a:spcPts val="0"/>
              </a:spcAft>
              <a:buClr>
                <a:schemeClr val="dk1"/>
              </a:buClr>
              <a:buSzPts val="2708"/>
              <a:buFont typeface="Arial"/>
              <a:buChar char="–"/>
              <a:defRPr sz="1805"/>
            </a:lvl2pPr>
            <a:lvl3pPr marL="914446" lvl="2" indent="-246180" algn="l">
              <a:lnSpc>
                <a:spcPct val="100000"/>
              </a:lnSpc>
              <a:spcBef>
                <a:spcPts val="295"/>
              </a:spcBef>
              <a:spcAft>
                <a:spcPts val="0"/>
              </a:spcAft>
              <a:buClr>
                <a:schemeClr val="dk1"/>
              </a:buClr>
              <a:buSzPts val="2215"/>
              <a:buFont typeface="Arial"/>
              <a:buChar char="•"/>
              <a:defRPr sz="1477"/>
            </a:lvl3pPr>
            <a:lvl4pPr marL="1219261" lvl="3" indent="-235766" algn="l">
              <a:lnSpc>
                <a:spcPct val="100000"/>
              </a:lnSpc>
              <a:spcBef>
                <a:spcPts val="263"/>
              </a:spcBef>
              <a:spcAft>
                <a:spcPts val="0"/>
              </a:spcAft>
              <a:buClr>
                <a:schemeClr val="dk1"/>
              </a:buClr>
              <a:buSzPts val="1969"/>
              <a:buFont typeface="Arial"/>
              <a:buChar char="–"/>
              <a:defRPr sz="1313"/>
            </a:lvl4pPr>
            <a:lvl5pPr marL="1524076" lvl="4" indent="-235766" algn="l">
              <a:lnSpc>
                <a:spcPct val="100000"/>
              </a:lnSpc>
              <a:spcBef>
                <a:spcPts val="263"/>
              </a:spcBef>
              <a:spcAft>
                <a:spcPts val="0"/>
              </a:spcAft>
              <a:buClr>
                <a:schemeClr val="dk1"/>
              </a:buClr>
              <a:buSzPts val="1969"/>
              <a:buFont typeface="Arial"/>
              <a:buChar char="»"/>
              <a:defRPr sz="1313"/>
            </a:lvl5pPr>
            <a:lvl6pPr marL="1828891" lvl="5" indent="-235766" algn="l">
              <a:lnSpc>
                <a:spcPct val="100000"/>
              </a:lnSpc>
              <a:spcBef>
                <a:spcPts val="263"/>
              </a:spcBef>
              <a:spcAft>
                <a:spcPts val="0"/>
              </a:spcAft>
              <a:buClr>
                <a:schemeClr val="dk1"/>
              </a:buClr>
              <a:buSzPts val="1969"/>
              <a:buFont typeface="Arial"/>
              <a:buChar char="»"/>
              <a:defRPr sz="1313"/>
            </a:lvl6pPr>
            <a:lvl7pPr marL="2133707" lvl="6" indent="-235766" algn="l">
              <a:lnSpc>
                <a:spcPct val="100000"/>
              </a:lnSpc>
              <a:spcBef>
                <a:spcPts val="263"/>
              </a:spcBef>
              <a:spcAft>
                <a:spcPts val="0"/>
              </a:spcAft>
              <a:buClr>
                <a:schemeClr val="dk1"/>
              </a:buClr>
              <a:buSzPts val="1969"/>
              <a:buFont typeface="Arial"/>
              <a:buChar char="»"/>
              <a:defRPr sz="1313"/>
            </a:lvl7pPr>
            <a:lvl8pPr marL="2438522" lvl="7" indent="-235766" algn="l">
              <a:lnSpc>
                <a:spcPct val="100000"/>
              </a:lnSpc>
              <a:spcBef>
                <a:spcPts val="263"/>
              </a:spcBef>
              <a:spcAft>
                <a:spcPts val="0"/>
              </a:spcAft>
              <a:buClr>
                <a:schemeClr val="dk1"/>
              </a:buClr>
              <a:buSzPts val="1969"/>
              <a:buFont typeface="Arial"/>
              <a:buChar char="»"/>
              <a:defRPr sz="1313"/>
            </a:lvl8pPr>
            <a:lvl9pPr marL="2743337" lvl="8" indent="-235766" algn="l">
              <a:lnSpc>
                <a:spcPct val="100000"/>
              </a:lnSpc>
              <a:spcBef>
                <a:spcPts val="263"/>
              </a:spcBef>
              <a:spcAft>
                <a:spcPts val="0"/>
              </a:spcAft>
              <a:buClr>
                <a:schemeClr val="dk1"/>
              </a:buClr>
              <a:buSzPts val="1969"/>
              <a:buFont typeface="Arial"/>
              <a:buChar char="»"/>
              <a:defRPr sz="1313"/>
            </a:lvl9pPr>
          </a:lstStyle>
          <a:p>
            <a:endParaRPr/>
          </a:p>
        </p:txBody>
      </p:sp>
      <p:sp>
        <p:nvSpPr>
          <p:cNvPr id="24" name="Google Shape;24;p6"/>
          <p:cNvSpPr txBox="1">
            <a:spLocks noGrp="1"/>
          </p:cNvSpPr>
          <p:nvPr>
            <p:ph type="body" idx="2"/>
          </p:nvPr>
        </p:nvSpPr>
        <p:spPr>
          <a:xfrm>
            <a:off x="16516352" y="5121277"/>
            <a:ext cx="14756606" cy="14483291"/>
          </a:xfrm>
          <a:prstGeom prst="rect">
            <a:avLst/>
          </a:prstGeom>
          <a:noFill/>
          <a:ln>
            <a:noFill/>
          </a:ln>
        </p:spPr>
        <p:txBody>
          <a:bodyPr spcFirstLastPara="1" wrap="square" lIns="435000" tIns="217500" rIns="435000" bIns="217500" anchor="t" anchorCtr="0">
            <a:noAutofit/>
          </a:bodyPr>
          <a:lstStyle>
            <a:lvl1pPr marL="304815" lvl="0" indent="-287881" algn="l">
              <a:lnSpc>
                <a:spcPct val="100000"/>
              </a:lnSpc>
              <a:spcBef>
                <a:spcPts val="427"/>
              </a:spcBef>
              <a:spcAft>
                <a:spcPts val="0"/>
              </a:spcAft>
              <a:buClr>
                <a:schemeClr val="dk1"/>
              </a:buClr>
              <a:buSzPts val="3200"/>
              <a:buFont typeface="Arial"/>
              <a:buChar char="•"/>
              <a:defRPr sz="2133"/>
            </a:lvl1pPr>
            <a:lvl2pPr marL="609630" lvl="1" indent="-267052" algn="l">
              <a:lnSpc>
                <a:spcPct val="100000"/>
              </a:lnSpc>
              <a:spcBef>
                <a:spcPts val="361"/>
              </a:spcBef>
              <a:spcAft>
                <a:spcPts val="0"/>
              </a:spcAft>
              <a:buClr>
                <a:schemeClr val="dk1"/>
              </a:buClr>
              <a:buSzPts val="2708"/>
              <a:buFont typeface="Arial"/>
              <a:buChar char="–"/>
              <a:defRPr sz="1805"/>
            </a:lvl2pPr>
            <a:lvl3pPr marL="914446" lvl="2" indent="-246180" algn="l">
              <a:lnSpc>
                <a:spcPct val="100000"/>
              </a:lnSpc>
              <a:spcBef>
                <a:spcPts val="295"/>
              </a:spcBef>
              <a:spcAft>
                <a:spcPts val="0"/>
              </a:spcAft>
              <a:buClr>
                <a:schemeClr val="dk1"/>
              </a:buClr>
              <a:buSzPts val="2215"/>
              <a:buFont typeface="Arial"/>
              <a:buChar char="•"/>
              <a:defRPr sz="1477"/>
            </a:lvl3pPr>
            <a:lvl4pPr marL="1219261" lvl="3" indent="-235766" algn="l">
              <a:lnSpc>
                <a:spcPct val="100000"/>
              </a:lnSpc>
              <a:spcBef>
                <a:spcPts val="263"/>
              </a:spcBef>
              <a:spcAft>
                <a:spcPts val="0"/>
              </a:spcAft>
              <a:buClr>
                <a:schemeClr val="dk1"/>
              </a:buClr>
              <a:buSzPts val="1969"/>
              <a:buFont typeface="Arial"/>
              <a:buChar char="–"/>
              <a:defRPr sz="1313"/>
            </a:lvl4pPr>
            <a:lvl5pPr marL="1524076" lvl="4" indent="-235766" algn="l">
              <a:lnSpc>
                <a:spcPct val="100000"/>
              </a:lnSpc>
              <a:spcBef>
                <a:spcPts val="263"/>
              </a:spcBef>
              <a:spcAft>
                <a:spcPts val="0"/>
              </a:spcAft>
              <a:buClr>
                <a:schemeClr val="dk1"/>
              </a:buClr>
              <a:buSzPts val="1969"/>
              <a:buFont typeface="Arial"/>
              <a:buChar char="»"/>
              <a:defRPr sz="1313"/>
            </a:lvl5pPr>
            <a:lvl6pPr marL="1828891" lvl="5" indent="-235766" algn="l">
              <a:lnSpc>
                <a:spcPct val="100000"/>
              </a:lnSpc>
              <a:spcBef>
                <a:spcPts val="263"/>
              </a:spcBef>
              <a:spcAft>
                <a:spcPts val="0"/>
              </a:spcAft>
              <a:buClr>
                <a:schemeClr val="dk1"/>
              </a:buClr>
              <a:buSzPts val="1969"/>
              <a:buFont typeface="Arial"/>
              <a:buChar char="»"/>
              <a:defRPr sz="1313"/>
            </a:lvl6pPr>
            <a:lvl7pPr marL="2133707" lvl="6" indent="-235766" algn="l">
              <a:lnSpc>
                <a:spcPct val="100000"/>
              </a:lnSpc>
              <a:spcBef>
                <a:spcPts val="263"/>
              </a:spcBef>
              <a:spcAft>
                <a:spcPts val="0"/>
              </a:spcAft>
              <a:buClr>
                <a:schemeClr val="dk1"/>
              </a:buClr>
              <a:buSzPts val="1969"/>
              <a:buFont typeface="Arial"/>
              <a:buChar char="»"/>
              <a:defRPr sz="1313"/>
            </a:lvl7pPr>
            <a:lvl8pPr marL="2438522" lvl="7" indent="-235766" algn="l">
              <a:lnSpc>
                <a:spcPct val="100000"/>
              </a:lnSpc>
              <a:spcBef>
                <a:spcPts val="263"/>
              </a:spcBef>
              <a:spcAft>
                <a:spcPts val="0"/>
              </a:spcAft>
              <a:buClr>
                <a:schemeClr val="dk1"/>
              </a:buClr>
              <a:buSzPts val="1969"/>
              <a:buFont typeface="Arial"/>
              <a:buChar char="»"/>
              <a:defRPr sz="1313"/>
            </a:lvl8pPr>
            <a:lvl9pPr marL="2743337" lvl="8" indent="-235766" algn="l">
              <a:lnSpc>
                <a:spcPct val="100000"/>
              </a:lnSpc>
              <a:spcBef>
                <a:spcPts val="263"/>
              </a:spcBef>
              <a:spcAft>
                <a:spcPts val="0"/>
              </a:spcAft>
              <a:buClr>
                <a:schemeClr val="dk1"/>
              </a:buClr>
              <a:buSzPts val="1969"/>
              <a:buFont typeface="Arial"/>
              <a:buChar char="»"/>
              <a:defRPr sz="1313"/>
            </a:lvl9pPr>
          </a:lstStyle>
          <a:p>
            <a:endParaRPr/>
          </a:p>
        </p:txBody>
      </p:sp>
      <p:sp>
        <p:nvSpPr>
          <p:cNvPr id="25" name="Google Shape;25;p6"/>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645447" y="878417"/>
            <a:ext cx="29627513"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7"/>
          <p:cNvSpPr txBox="1">
            <a:spLocks noGrp="1"/>
          </p:cNvSpPr>
          <p:nvPr>
            <p:ph type="body" idx="1"/>
          </p:nvPr>
        </p:nvSpPr>
        <p:spPr>
          <a:xfrm>
            <a:off x="1645446" y="4912785"/>
            <a:ext cx="14544676" cy="2046817"/>
          </a:xfrm>
          <a:prstGeom prst="rect">
            <a:avLst/>
          </a:prstGeom>
          <a:noFill/>
          <a:ln>
            <a:noFill/>
          </a:ln>
        </p:spPr>
        <p:txBody>
          <a:bodyPr spcFirstLastPara="1" wrap="square" lIns="435000" tIns="217500" rIns="435000" bIns="217500" anchor="b" anchorCtr="0">
            <a:noAutofit/>
          </a:bodyPr>
          <a:lstStyle>
            <a:lvl1pPr marL="304815" lvl="0" indent="-152408" algn="l">
              <a:lnSpc>
                <a:spcPct val="100000"/>
              </a:lnSpc>
              <a:spcBef>
                <a:spcPts val="361"/>
              </a:spcBef>
              <a:spcAft>
                <a:spcPts val="0"/>
              </a:spcAft>
              <a:buClr>
                <a:schemeClr val="dk1"/>
              </a:buClr>
              <a:buSzPts val="2708"/>
              <a:buFont typeface="Arial"/>
              <a:buNone/>
              <a:defRPr sz="1805" b="1"/>
            </a:lvl1pPr>
            <a:lvl2pPr marL="609630" lvl="1" indent="-152408" algn="l">
              <a:lnSpc>
                <a:spcPct val="100000"/>
              </a:lnSpc>
              <a:spcBef>
                <a:spcPts val="295"/>
              </a:spcBef>
              <a:spcAft>
                <a:spcPts val="0"/>
              </a:spcAft>
              <a:buClr>
                <a:schemeClr val="dk1"/>
              </a:buClr>
              <a:buSzPts val="2215"/>
              <a:buFont typeface="Arial"/>
              <a:buNone/>
              <a:defRPr sz="1477" b="1"/>
            </a:lvl2pPr>
            <a:lvl3pPr marL="914446" lvl="2" indent="-152408" algn="l">
              <a:lnSpc>
                <a:spcPct val="100000"/>
              </a:lnSpc>
              <a:spcBef>
                <a:spcPts val="263"/>
              </a:spcBef>
              <a:spcAft>
                <a:spcPts val="0"/>
              </a:spcAft>
              <a:buClr>
                <a:schemeClr val="dk1"/>
              </a:buClr>
              <a:buSzPts val="1969"/>
              <a:buFont typeface="Arial"/>
              <a:buNone/>
              <a:defRPr sz="1313" b="1"/>
            </a:lvl3pPr>
            <a:lvl4pPr marL="1219261" lvl="3" indent="-152408" algn="l">
              <a:lnSpc>
                <a:spcPct val="100000"/>
              </a:lnSpc>
              <a:spcBef>
                <a:spcPts val="246"/>
              </a:spcBef>
              <a:spcAft>
                <a:spcPts val="0"/>
              </a:spcAft>
              <a:buClr>
                <a:schemeClr val="dk1"/>
              </a:buClr>
              <a:buSzPts val="1846"/>
              <a:buFont typeface="Arial"/>
              <a:buNone/>
              <a:defRPr sz="1230" b="1"/>
            </a:lvl4pPr>
            <a:lvl5pPr marL="1524076" lvl="4" indent="-152408" algn="l">
              <a:lnSpc>
                <a:spcPct val="100000"/>
              </a:lnSpc>
              <a:spcBef>
                <a:spcPts val="246"/>
              </a:spcBef>
              <a:spcAft>
                <a:spcPts val="0"/>
              </a:spcAft>
              <a:buClr>
                <a:schemeClr val="dk1"/>
              </a:buClr>
              <a:buSzPts val="1846"/>
              <a:buFont typeface="Arial"/>
              <a:buNone/>
              <a:defRPr sz="1230" b="1"/>
            </a:lvl5pPr>
            <a:lvl6pPr marL="1828891" lvl="5" indent="-152408" algn="l">
              <a:lnSpc>
                <a:spcPct val="100000"/>
              </a:lnSpc>
              <a:spcBef>
                <a:spcPts val="246"/>
              </a:spcBef>
              <a:spcAft>
                <a:spcPts val="0"/>
              </a:spcAft>
              <a:buClr>
                <a:schemeClr val="dk1"/>
              </a:buClr>
              <a:buSzPts val="1846"/>
              <a:buFont typeface="Arial"/>
              <a:buNone/>
              <a:defRPr sz="1230" b="1"/>
            </a:lvl6pPr>
            <a:lvl7pPr marL="2133707" lvl="6" indent="-152408" algn="l">
              <a:lnSpc>
                <a:spcPct val="100000"/>
              </a:lnSpc>
              <a:spcBef>
                <a:spcPts val="246"/>
              </a:spcBef>
              <a:spcAft>
                <a:spcPts val="0"/>
              </a:spcAft>
              <a:buClr>
                <a:schemeClr val="dk1"/>
              </a:buClr>
              <a:buSzPts val="1846"/>
              <a:buFont typeface="Arial"/>
              <a:buNone/>
              <a:defRPr sz="1230" b="1"/>
            </a:lvl7pPr>
            <a:lvl8pPr marL="2438522" lvl="7" indent="-152408" algn="l">
              <a:lnSpc>
                <a:spcPct val="100000"/>
              </a:lnSpc>
              <a:spcBef>
                <a:spcPts val="246"/>
              </a:spcBef>
              <a:spcAft>
                <a:spcPts val="0"/>
              </a:spcAft>
              <a:buClr>
                <a:schemeClr val="dk1"/>
              </a:buClr>
              <a:buSzPts val="1846"/>
              <a:buFont typeface="Arial"/>
              <a:buNone/>
              <a:defRPr sz="1230" b="1"/>
            </a:lvl8pPr>
            <a:lvl9pPr marL="2743337" lvl="8" indent="-152408" algn="l">
              <a:lnSpc>
                <a:spcPct val="100000"/>
              </a:lnSpc>
              <a:spcBef>
                <a:spcPts val="246"/>
              </a:spcBef>
              <a:spcAft>
                <a:spcPts val="0"/>
              </a:spcAft>
              <a:buClr>
                <a:schemeClr val="dk1"/>
              </a:buClr>
              <a:buSzPts val="1846"/>
              <a:buFont typeface="Arial"/>
              <a:buNone/>
              <a:defRPr sz="1230" b="1"/>
            </a:lvl9pPr>
          </a:lstStyle>
          <a:p>
            <a:endParaRPr/>
          </a:p>
        </p:txBody>
      </p:sp>
      <p:sp>
        <p:nvSpPr>
          <p:cNvPr id="31" name="Google Shape;31;p7"/>
          <p:cNvSpPr txBox="1">
            <a:spLocks noGrp="1"/>
          </p:cNvSpPr>
          <p:nvPr>
            <p:ph type="body" idx="2"/>
          </p:nvPr>
        </p:nvSpPr>
        <p:spPr>
          <a:xfrm>
            <a:off x="1645446" y="6959602"/>
            <a:ext cx="14544676" cy="12643909"/>
          </a:xfrm>
          <a:prstGeom prst="rect">
            <a:avLst/>
          </a:prstGeom>
          <a:noFill/>
          <a:ln>
            <a:noFill/>
          </a:ln>
        </p:spPr>
        <p:txBody>
          <a:bodyPr spcFirstLastPara="1" wrap="square" lIns="435000" tIns="217500" rIns="435000" bIns="217500" anchor="t" anchorCtr="0">
            <a:noAutofit/>
          </a:bodyPr>
          <a:lstStyle>
            <a:lvl1pPr marL="304815" lvl="0" indent="-267052" algn="l">
              <a:lnSpc>
                <a:spcPct val="100000"/>
              </a:lnSpc>
              <a:spcBef>
                <a:spcPts val="361"/>
              </a:spcBef>
              <a:spcAft>
                <a:spcPts val="0"/>
              </a:spcAft>
              <a:buClr>
                <a:schemeClr val="dk1"/>
              </a:buClr>
              <a:buSzPts val="2708"/>
              <a:buFont typeface="Arial"/>
              <a:buChar char="•"/>
              <a:defRPr sz="1805"/>
            </a:lvl1pPr>
            <a:lvl2pPr marL="609630" lvl="1" indent="-246180" algn="l">
              <a:lnSpc>
                <a:spcPct val="100000"/>
              </a:lnSpc>
              <a:spcBef>
                <a:spcPts val="295"/>
              </a:spcBef>
              <a:spcAft>
                <a:spcPts val="0"/>
              </a:spcAft>
              <a:buClr>
                <a:schemeClr val="dk1"/>
              </a:buClr>
              <a:buSzPts val="2215"/>
              <a:buFont typeface="Arial"/>
              <a:buChar char="–"/>
              <a:defRPr sz="1477"/>
            </a:lvl2pPr>
            <a:lvl3pPr marL="914446" lvl="2" indent="-235766" algn="l">
              <a:lnSpc>
                <a:spcPct val="100000"/>
              </a:lnSpc>
              <a:spcBef>
                <a:spcPts val="263"/>
              </a:spcBef>
              <a:spcAft>
                <a:spcPts val="0"/>
              </a:spcAft>
              <a:buClr>
                <a:schemeClr val="dk1"/>
              </a:buClr>
              <a:buSzPts val="1969"/>
              <a:buFont typeface="Arial"/>
              <a:buChar char="•"/>
              <a:defRPr sz="1313"/>
            </a:lvl3pPr>
            <a:lvl4pPr marL="1219261" lvl="3" indent="-230558" algn="l">
              <a:lnSpc>
                <a:spcPct val="100000"/>
              </a:lnSpc>
              <a:spcBef>
                <a:spcPts val="246"/>
              </a:spcBef>
              <a:spcAft>
                <a:spcPts val="0"/>
              </a:spcAft>
              <a:buClr>
                <a:schemeClr val="dk1"/>
              </a:buClr>
              <a:buSzPts val="1846"/>
              <a:buFont typeface="Arial"/>
              <a:buChar char="–"/>
              <a:defRPr sz="1230"/>
            </a:lvl4pPr>
            <a:lvl5pPr marL="1524076" lvl="4" indent="-230558" algn="l">
              <a:lnSpc>
                <a:spcPct val="100000"/>
              </a:lnSpc>
              <a:spcBef>
                <a:spcPts val="246"/>
              </a:spcBef>
              <a:spcAft>
                <a:spcPts val="0"/>
              </a:spcAft>
              <a:buClr>
                <a:schemeClr val="dk1"/>
              </a:buClr>
              <a:buSzPts val="1846"/>
              <a:buFont typeface="Arial"/>
              <a:buChar char="»"/>
              <a:defRPr sz="1230"/>
            </a:lvl5pPr>
            <a:lvl6pPr marL="1828891" lvl="5" indent="-230558" algn="l">
              <a:lnSpc>
                <a:spcPct val="100000"/>
              </a:lnSpc>
              <a:spcBef>
                <a:spcPts val="246"/>
              </a:spcBef>
              <a:spcAft>
                <a:spcPts val="0"/>
              </a:spcAft>
              <a:buClr>
                <a:schemeClr val="dk1"/>
              </a:buClr>
              <a:buSzPts val="1846"/>
              <a:buFont typeface="Arial"/>
              <a:buChar char="»"/>
              <a:defRPr sz="1230"/>
            </a:lvl6pPr>
            <a:lvl7pPr marL="2133707" lvl="6" indent="-230558" algn="l">
              <a:lnSpc>
                <a:spcPct val="100000"/>
              </a:lnSpc>
              <a:spcBef>
                <a:spcPts val="246"/>
              </a:spcBef>
              <a:spcAft>
                <a:spcPts val="0"/>
              </a:spcAft>
              <a:buClr>
                <a:schemeClr val="dk1"/>
              </a:buClr>
              <a:buSzPts val="1846"/>
              <a:buFont typeface="Arial"/>
              <a:buChar char="»"/>
              <a:defRPr sz="1230"/>
            </a:lvl7pPr>
            <a:lvl8pPr marL="2438522" lvl="7" indent="-230559" algn="l">
              <a:lnSpc>
                <a:spcPct val="100000"/>
              </a:lnSpc>
              <a:spcBef>
                <a:spcPts val="246"/>
              </a:spcBef>
              <a:spcAft>
                <a:spcPts val="0"/>
              </a:spcAft>
              <a:buClr>
                <a:schemeClr val="dk1"/>
              </a:buClr>
              <a:buSzPts val="1846"/>
              <a:buFont typeface="Arial"/>
              <a:buChar char="»"/>
              <a:defRPr sz="1230"/>
            </a:lvl8pPr>
            <a:lvl9pPr marL="2743337" lvl="8" indent="-230559" algn="l">
              <a:lnSpc>
                <a:spcPct val="100000"/>
              </a:lnSpc>
              <a:spcBef>
                <a:spcPts val="246"/>
              </a:spcBef>
              <a:spcAft>
                <a:spcPts val="0"/>
              </a:spcAft>
              <a:buClr>
                <a:schemeClr val="dk1"/>
              </a:buClr>
              <a:buSzPts val="1846"/>
              <a:buFont typeface="Arial"/>
              <a:buChar char="»"/>
              <a:defRPr sz="1230"/>
            </a:lvl9pPr>
          </a:lstStyle>
          <a:p>
            <a:endParaRPr/>
          </a:p>
        </p:txBody>
      </p:sp>
      <p:sp>
        <p:nvSpPr>
          <p:cNvPr id="32" name="Google Shape;32;p7"/>
          <p:cNvSpPr txBox="1">
            <a:spLocks noGrp="1"/>
          </p:cNvSpPr>
          <p:nvPr>
            <p:ph type="body" idx="3"/>
          </p:nvPr>
        </p:nvSpPr>
        <p:spPr>
          <a:xfrm>
            <a:off x="16722332" y="4912785"/>
            <a:ext cx="14550628" cy="2046817"/>
          </a:xfrm>
          <a:prstGeom prst="rect">
            <a:avLst/>
          </a:prstGeom>
          <a:noFill/>
          <a:ln>
            <a:noFill/>
          </a:ln>
        </p:spPr>
        <p:txBody>
          <a:bodyPr spcFirstLastPara="1" wrap="square" lIns="435000" tIns="217500" rIns="435000" bIns="217500" anchor="b" anchorCtr="0">
            <a:noAutofit/>
          </a:bodyPr>
          <a:lstStyle>
            <a:lvl1pPr marL="304815" lvl="0" indent="-152408" algn="l">
              <a:lnSpc>
                <a:spcPct val="100000"/>
              </a:lnSpc>
              <a:spcBef>
                <a:spcPts val="361"/>
              </a:spcBef>
              <a:spcAft>
                <a:spcPts val="0"/>
              </a:spcAft>
              <a:buClr>
                <a:schemeClr val="dk1"/>
              </a:buClr>
              <a:buSzPts val="2708"/>
              <a:buFont typeface="Arial"/>
              <a:buNone/>
              <a:defRPr sz="1805" b="1"/>
            </a:lvl1pPr>
            <a:lvl2pPr marL="609630" lvl="1" indent="-152408" algn="l">
              <a:lnSpc>
                <a:spcPct val="100000"/>
              </a:lnSpc>
              <a:spcBef>
                <a:spcPts val="295"/>
              </a:spcBef>
              <a:spcAft>
                <a:spcPts val="0"/>
              </a:spcAft>
              <a:buClr>
                <a:schemeClr val="dk1"/>
              </a:buClr>
              <a:buSzPts val="2215"/>
              <a:buFont typeface="Arial"/>
              <a:buNone/>
              <a:defRPr sz="1477" b="1"/>
            </a:lvl2pPr>
            <a:lvl3pPr marL="914446" lvl="2" indent="-152408" algn="l">
              <a:lnSpc>
                <a:spcPct val="100000"/>
              </a:lnSpc>
              <a:spcBef>
                <a:spcPts val="263"/>
              </a:spcBef>
              <a:spcAft>
                <a:spcPts val="0"/>
              </a:spcAft>
              <a:buClr>
                <a:schemeClr val="dk1"/>
              </a:buClr>
              <a:buSzPts val="1969"/>
              <a:buFont typeface="Arial"/>
              <a:buNone/>
              <a:defRPr sz="1313" b="1"/>
            </a:lvl3pPr>
            <a:lvl4pPr marL="1219261" lvl="3" indent="-152408" algn="l">
              <a:lnSpc>
                <a:spcPct val="100000"/>
              </a:lnSpc>
              <a:spcBef>
                <a:spcPts val="246"/>
              </a:spcBef>
              <a:spcAft>
                <a:spcPts val="0"/>
              </a:spcAft>
              <a:buClr>
                <a:schemeClr val="dk1"/>
              </a:buClr>
              <a:buSzPts val="1846"/>
              <a:buFont typeface="Arial"/>
              <a:buNone/>
              <a:defRPr sz="1230" b="1"/>
            </a:lvl4pPr>
            <a:lvl5pPr marL="1524076" lvl="4" indent="-152408" algn="l">
              <a:lnSpc>
                <a:spcPct val="100000"/>
              </a:lnSpc>
              <a:spcBef>
                <a:spcPts val="246"/>
              </a:spcBef>
              <a:spcAft>
                <a:spcPts val="0"/>
              </a:spcAft>
              <a:buClr>
                <a:schemeClr val="dk1"/>
              </a:buClr>
              <a:buSzPts val="1846"/>
              <a:buFont typeface="Arial"/>
              <a:buNone/>
              <a:defRPr sz="1230" b="1"/>
            </a:lvl5pPr>
            <a:lvl6pPr marL="1828891" lvl="5" indent="-152408" algn="l">
              <a:lnSpc>
                <a:spcPct val="100000"/>
              </a:lnSpc>
              <a:spcBef>
                <a:spcPts val="246"/>
              </a:spcBef>
              <a:spcAft>
                <a:spcPts val="0"/>
              </a:spcAft>
              <a:buClr>
                <a:schemeClr val="dk1"/>
              </a:buClr>
              <a:buSzPts val="1846"/>
              <a:buFont typeface="Arial"/>
              <a:buNone/>
              <a:defRPr sz="1230" b="1"/>
            </a:lvl6pPr>
            <a:lvl7pPr marL="2133707" lvl="6" indent="-152408" algn="l">
              <a:lnSpc>
                <a:spcPct val="100000"/>
              </a:lnSpc>
              <a:spcBef>
                <a:spcPts val="246"/>
              </a:spcBef>
              <a:spcAft>
                <a:spcPts val="0"/>
              </a:spcAft>
              <a:buClr>
                <a:schemeClr val="dk1"/>
              </a:buClr>
              <a:buSzPts val="1846"/>
              <a:buFont typeface="Arial"/>
              <a:buNone/>
              <a:defRPr sz="1230" b="1"/>
            </a:lvl7pPr>
            <a:lvl8pPr marL="2438522" lvl="7" indent="-152408" algn="l">
              <a:lnSpc>
                <a:spcPct val="100000"/>
              </a:lnSpc>
              <a:spcBef>
                <a:spcPts val="246"/>
              </a:spcBef>
              <a:spcAft>
                <a:spcPts val="0"/>
              </a:spcAft>
              <a:buClr>
                <a:schemeClr val="dk1"/>
              </a:buClr>
              <a:buSzPts val="1846"/>
              <a:buFont typeface="Arial"/>
              <a:buNone/>
              <a:defRPr sz="1230" b="1"/>
            </a:lvl8pPr>
            <a:lvl9pPr marL="2743337" lvl="8" indent="-152408" algn="l">
              <a:lnSpc>
                <a:spcPct val="100000"/>
              </a:lnSpc>
              <a:spcBef>
                <a:spcPts val="246"/>
              </a:spcBef>
              <a:spcAft>
                <a:spcPts val="0"/>
              </a:spcAft>
              <a:buClr>
                <a:schemeClr val="dk1"/>
              </a:buClr>
              <a:buSzPts val="1846"/>
              <a:buFont typeface="Arial"/>
              <a:buNone/>
              <a:defRPr sz="1230" b="1"/>
            </a:lvl9pPr>
          </a:lstStyle>
          <a:p>
            <a:endParaRPr/>
          </a:p>
        </p:txBody>
      </p:sp>
      <p:sp>
        <p:nvSpPr>
          <p:cNvPr id="33" name="Google Shape;33;p7"/>
          <p:cNvSpPr txBox="1">
            <a:spLocks noGrp="1"/>
          </p:cNvSpPr>
          <p:nvPr>
            <p:ph type="body" idx="4"/>
          </p:nvPr>
        </p:nvSpPr>
        <p:spPr>
          <a:xfrm>
            <a:off x="16722332" y="6959602"/>
            <a:ext cx="14550628" cy="12643909"/>
          </a:xfrm>
          <a:prstGeom prst="rect">
            <a:avLst/>
          </a:prstGeom>
          <a:noFill/>
          <a:ln>
            <a:noFill/>
          </a:ln>
        </p:spPr>
        <p:txBody>
          <a:bodyPr spcFirstLastPara="1" wrap="square" lIns="435000" tIns="217500" rIns="435000" bIns="217500" anchor="t" anchorCtr="0">
            <a:noAutofit/>
          </a:bodyPr>
          <a:lstStyle>
            <a:lvl1pPr marL="304815" lvl="0" indent="-267052" algn="l">
              <a:lnSpc>
                <a:spcPct val="100000"/>
              </a:lnSpc>
              <a:spcBef>
                <a:spcPts val="361"/>
              </a:spcBef>
              <a:spcAft>
                <a:spcPts val="0"/>
              </a:spcAft>
              <a:buClr>
                <a:schemeClr val="dk1"/>
              </a:buClr>
              <a:buSzPts val="2708"/>
              <a:buFont typeface="Arial"/>
              <a:buChar char="•"/>
              <a:defRPr sz="1805"/>
            </a:lvl1pPr>
            <a:lvl2pPr marL="609630" lvl="1" indent="-246180" algn="l">
              <a:lnSpc>
                <a:spcPct val="100000"/>
              </a:lnSpc>
              <a:spcBef>
                <a:spcPts val="295"/>
              </a:spcBef>
              <a:spcAft>
                <a:spcPts val="0"/>
              </a:spcAft>
              <a:buClr>
                <a:schemeClr val="dk1"/>
              </a:buClr>
              <a:buSzPts val="2215"/>
              <a:buFont typeface="Arial"/>
              <a:buChar char="–"/>
              <a:defRPr sz="1477"/>
            </a:lvl2pPr>
            <a:lvl3pPr marL="914446" lvl="2" indent="-235766" algn="l">
              <a:lnSpc>
                <a:spcPct val="100000"/>
              </a:lnSpc>
              <a:spcBef>
                <a:spcPts val="263"/>
              </a:spcBef>
              <a:spcAft>
                <a:spcPts val="0"/>
              </a:spcAft>
              <a:buClr>
                <a:schemeClr val="dk1"/>
              </a:buClr>
              <a:buSzPts val="1969"/>
              <a:buFont typeface="Arial"/>
              <a:buChar char="•"/>
              <a:defRPr sz="1313"/>
            </a:lvl3pPr>
            <a:lvl4pPr marL="1219261" lvl="3" indent="-230558" algn="l">
              <a:lnSpc>
                <a:spcPct val="100000"/>
              </a:lnSpc>
              <a:spcBef>
                <a:spcPts val="246"/>
              </a:spcBef>
              <a:spcAft>
                <a:spcPts val="0"/>
              </a:spcAft>
              <a:buClr>
                <a:schemeClr val="dk1"/>
              </a:buClr>
              <a:buSzPts val="1846"/>
              <a:buFont typeface="Arial"/>
              <a:buChar char="–"/>
              <a:defRPr sz="1230"/>
            </a:lvl4pPr>
            <a:lvl5pPr marL="1524076" lvl="4" indent="-230558" algn="l">
              <a:lnSpc>
                <a:spcPct val="100000"/>
              </a:lnSpc>
              <a:spcBef>
                <a:spcPts val="246"/>
              </a:spcBef>
              <a:spcAft>
                <a:spcPts val="0"/>
              </a:spcAft>
              <a:buClr>
                <a:schemeClr val="dk1"/>
              </a:buClr>
              <a:buSzPts val="1846"/>
              <a:buFont typeface="Arial"/>
              <a:buChar char="»"/>
              <a:defRPr sz="1230"/>
            </a:lvl5pPr>
            <a:lvl6pPr marL="1828891" lvl="5" indent="-230558" algn="l">
              <a:lnSpc>
                <a:spcPct val="100000"/>
              </a:lnSpc>
              <a:spcBef>
                <a:spcPts val="246"/>
              </a:spcBef>
              <a:spcAft>
                <a:spcPts val="0"/>
              </a:spcAft>
              <a:buClr>
                <a:schemeClr val="dk1"/>
              </a:buClr>
              <a:buSzPts val="1846"/>
              <a:buFont typeface="Arial"/>
              <a:buChar char="»"/>
              <a:defRPr sz="1230"/>
            </a:lvl6pPr>
            <a:lvl7pPr marL="2133707" lvl="6" indent="-230558" algn="l">
              <a:lnSpc>
                <a:spcPct val="100000"/>
              </a:lnSpc>
              <a:spcBef>
                <a:spcPts val="246"/>
              </a:spcBef>
              <a:spcAft>
                <a:spcPts val="0"/>
              </a:spcAft>
              <a:buClr>
                <a:schemeClr val="dk1"/>
              </a:buClr>
              <a:buSzPts val="1846"/>
              <a:buFont typeface="Arial"/>
              <a:buChar char="»"/>
              <a:defRPr sz="1230"/>
            </a:lvl7pPr>
            <a:lvl8pPr marL="2438522" lvl="7" indent="-230559" algn="l">
              <a:lnSpc>
                <a:spcPct val="100000"/>
              </a:lnSpc>
              <a:spcBef>
                <a:spcPts val="246"/>
              </a:spcBef>
              <a:spcAft>
                <a:spcPts val="0"/>
              </a:spcAft>
              <a:buClr>
                <a:schemeClr val="dk1"/>
              </a:buClr>
              <a:buSzPts val="1846"/>
              <a:buFont typeface="Arial"/>
              <a:buChar char="»"/>
              <a:defRPr sz="1230"/>
            </a:lvl8pPr>
            <a:lvl9pPr marL="2743337" lvl="8" indent="-230559" algn="l">
              <a:lnSpc>
                <a:spcPct val="100000"/>
              </a:lnSpc>
              <a:spcBef>
                <a:spcPts val="246"/>
              </a:spcBef>
              <a:spcAft>
                <a:spcPts val="0"/>
              </a:spcAft>
              <a:buClr>
                <a:schemeClr val="dk1"/>
              </a:buClr>
              <a:buSzPts val="1846"/>
              <a:buFont typeface="Arial"/>
              <a:buChar char="»"/>
              <a:defRPr sz="1230"/>
            </a:lvl9pPr>
          </a:lstStyle>
          <a:p>
            <a:endParaRPr/>
          </a:p>
        </p:txBody>
      </p:sp>
      <p:sp>
        <p:nvSpPr>
          <p:cNvPr id="34" name="Google Shape;34;p7"/>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8"/>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8"/>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9"/>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9"/>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xfrm>
            <a:off x="1645445" y="874186"/>
            <a:ext cx="10829927" cy="3717925"/>
          </a:xfrm>
          <a:prstGeom prst="rect">
            <a:avLst/>
          </a:prstGeom>
          <a:noFill/>
          <a:ln>
            <a:noFill/>
          </a:ln>
        </p:spPr>
        <p:txBody>
          <a:bodyPr spcFirstLastPara="1" wrap="square" lIns="435000" tIns="217500" rIns="435000" bIns="217500" anchor="b" anchorCtr="0">
            <a:noAutofit/>
          </a:bodyPr>
          <a:lstStyle>
            <a:lvl1pPr lvl="0" algn="l">
              <a:lnSpc>
                <a:spcPct val="100000"/>
              </a:lnSpc>
              <a:spcBef>
                <a:spcPts val="0"/>
              </a:spcBef>
              <a:spcAft>
                <a:spcPts val="0"/>
              </a:spcAft>
              <a:buSzPts val="1400"/>
              <a:buNone/>
              <a:defRPr sz="1477"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10"/>
          <p:cNvSpPr txBox="1">
            <a:spLocks noGrp="1"/>
          </p:cNvSpPr>
          <p:nvPr>
            <p:ph type="body" idx="1"/>
          </p:nvPr>
        </p:nvSpPr>
        <p:spPr>
          <a:xfrm>
            <a:off x="12870657" y="874184"/>
            <a:ext cx="18402300" cy="18729325"/>
          </a:xfrm>
          <a:prstGeom prst="rect">
            <a:avLst/>
          </a:prstGeom>
          <a:noFill/>
          <a:ln>
            <a:noFill/>
          </a:ln>
        </p:spPr>
        <p:txBody>
          <a:bodyPr spcFirstLastPara="1" wrap="square" lIns="435000" tIns="217500" rIns="435000" bIns="217500" anchor="t" anchorCtr="0">
            <a:noAutofit/>
          </a:bodyPr>
          <a:lstStyle>
            <a:lvl1pPr marL="304815" lvl="0" indent="-303503" algn="l">
              <a:lnSpc>
                <a:spcPct val="100000"/>
              </a:lnSpc>
              <a:spcBef>
                <a:spcPts val="476"/>
              </a:spcBef>
              <a:spcAft>
                <a:spcPts val="0"/>
              </a:spcAft>
              <a:buClr>
                <a:schemeClr val="dk1"/>
              </a:buClr>
              <a:buSzPts val="3569"/>
              <a:buFont typeface="Arial"/>
              <a:buChar char="•"/>
              <a:defRPr sz="2379"/>
            </a:lvl1pPr>
            <a:lvl2pPr marL="609630" lvl="1" indent="-287881" algn="l">
              <a:lnSpc>
                <a:spcPct val="100000"/>
              </a:lnSpc>
              <a:spcBef>
                <a:spcPts val="427"/>
              </a:spcBef>
              <a:spcAft>
                <a:spcPts val="0"/>
              </a:spcAft>
              <a:buClr>
                <a:schemeClr val="dk1"/>
              </a:buClr>
              <a:buSzPts val="3200"/>
              <a:buFont typeface="Arial"/>
              <a:buChar char="–"/>
              <a:defRPr sz="2133"/>
            </a:lvl2pPr>
            <a:lvl3pPr marL="914446" lvl="2" indent="-267052" algn="l">
              <a:lnSpc>
                <a:spcPct val="100000"/>
              </a:lnSpc>
              <a:spcBef>
                <a:spcPts val="361"/>
              </a:spcBef>
              <a:spcAft>
                <a:spcPts val="0"/>
              </a:spcAft>
              <a:buClr>
                <a:schemeClr val="dk1"/>
              </a:buClr>
              <a:buSzPts val="2708"/>
              <a:buFont typeface="Arial"/>
              <a:buChar char="•"/>
              <a:defRPr sz="1805"/>
            </a:lvl3pPr>
            <a:lvl4pPr marL="1219261" lvl="3" indent="-246180" algn="l">
              <a:lnSpc>
                <a:spcPct val="100000"/>
              </a:lnSpc>
              <a:spcBef>
                <a:spcPts val="295"/>
              </a:spcBef>
              <a:spcAft>
                <a:spcPts val="0"/>
              </a:spcAft>
              <a:buClr>
                <a:schemeClr val="dk1"/>
              </a:buClr>
              <a:buSzPts val="2215"/>
              <a:buFont typeface="Arial"/>
              <a:buChar char="–"/>
              <a:defRPr sz="1477"/>
            </a:lvl4pPr>
            <a:lvl5pPr marL="1524076" lvl="4" indent="-246180" algn="l">
              <a:lnSpc>
                <a:spcPct val="100000"/>
              </a:lnSpc>
              <a:spcBef>
                <a:spcPts val="295"/>
              </a:spcBef>
              <a:spcAft>
                <a:spcPts val="0"/>
              </a:spcAft>
              <a:buClr>
                <a:schemeClr val="dk1"/>
              </a:buClr>
              <a:buSzPts val="2215"/>
              <a:buFont typeface="Arial"/>
              <a:buChar char="»"/>
              <a:defRPr sz="1477"/>
            </a:lvl5pPr>
            <a:lvl6pPr marL="1828891" lvl="5" indent="-246180" algn="l">
              <a:lnSpc>
                <a:spcPct val="100000"/>
              </a:lnSpc>
              <a:spcBef>
                <a:spcPts val="295"/>
              </a:spcBef>
              <a:spcAft>
                <a:spcPts val="0"/>
              </a:spcAft>
              <a:buClr>
                <a:schemeClr val="dk1"/>
              </a:buClr>
              <a:buSzPts val="2215"/>
              <a:buFont typeface="Arial"/>
              <a:buChar char="»"/>
              <a:defRPr sz="1477"/>
            </a:lvl6pPr>
            <a:lvl7pPr marL="2133707" lvl="6" indent="-246180" algn="l">
              <a:lnSpc>
                <a:spcPct val="100000"/>
              </a:lnSpc>
              <a:spcBef>
                <a:spcPts val="295"/>
              </a:spcBef>
              <a:spcAft>
                <a:spcPts val="0"/>
              </a:spcAft>
              <a:buClr>
                <a:schemeClr val="dk1"/>
              </a:buClr>
              <a:buSzPts val="2215"/>
              <a:buFont typeface="Arial"/>
              <a:buChar char="»"/>
              <a:defRPr sz="1477"/>
            </a:lvl7pPr>
            <a:lvl8pPr marL="2438522" lvl="7" indent="-246180" algn="l">
              <a:lnSpc>
                <a:spcPct val="100000"/>
              </a:lnSpc>
              <a:spcBef>
                <a:spcPts val="295"/>
              </a:spcBef>
              <a:spcAft>
                <a:spcPts val="0"/>
              </a:spcAft>
              <a:buClr>
                <a:schemeClr val="dk1"/>
              </a:buClr>
              <a:buSzPts val="2215"/>
              <a:buFont typeface="Arial"/>
              <a:buChar char="»"/>
              <a:defRPr sz="1477"/>
            </a:lvl8pPr>
            <a:lvl9pPr marL="2743337" lvl="8" indent="-246180" algn="l">
              <a:lnSpc>
                <a:spcPct val="100000"/>
              </a:lnSpc>
              <a:spcBef>
                <a:spcPts val="295"/>
              </a:spcBef>
              <a:spcAft>
                <a:spcPts val="0"/>
              </a:spcAft>
              <a:buClr>
                <a:schemeClr val="dk1"/>
              </a:buClr>
              <a:buSzPts val="2215"/>
              <a:buFont typeface="Arial"/>
              <a:buChar char="»"/>
              <a:defRPr sz="1477"/>
            </a:lvl9pPr>
          </a:lstStyle>
          <a:p>
            <a:endParaRPr/>
          </a:p>
        </p:txBody>
      </p:sp>
      <p:sp>
        <p:nvSpPr>
          <p:cNvPr id="49" name="Google Shape;49;p10"/>
          <p:cNvSpPr txBox="1">
            <a:spLocks noGrp="1"/>
          </p:cNvSpPr>
          <p:nvPr>
            <p:ph type="body" idx="2"/>
          </p:nvPr>
        </p:nvSpPr>
        <p:spPr>
          <a:xfrm>
            <a:off x="1645445" y="4592109"/>
            <a:ext cx="10829927" cy="15011400"/>
          </a:xfrm>
          <a:prstGeom prst="rect">
            <a:avLst/>
          </a:prstGeom>
          <a:noFill/>
          <a:ln>
            <a:noFill/>
          </a:ln>
        </p:spPr>
        <p:txBody>
          <a:bodyPr spcFirstLastPara="1" wrap="square" lIns="435000" tIns="217500" rIns="435000" bIns="217500" anchor="t" anchorCtr="0">
            <a:noAutofit/>
          </a:bodyPr>
          <a:lstStyle>
            <a:lvl1pPr marL="304815" lvl="0" indent="-152408" algn="l">
              <a:lnSpc>
                <a:spcPct val="100000"/>
              </a:lnSpc>
              <a:spcBef>
                <a:spcPts val="213"/>
              </a:spcBef>
              <a:spcAft>
                <a:spcPts val="0"/>
              </a:spcAft>
              <a:buClr>
                <a:schemeClr val="dk1"/>
              </a:buClr>
              <a:buSzPts val="1600"/>
              <a:buFont typeface="Arial"/>
              <a:buNone/>
              <a:defRPr sz="1067"/>
            </a:lvl1pPr>
            <a:lvl2pPr marL="609630" lvl="1" indent="-152408" algn="l">
              <a:lnSpc>
                <a:spcPct val="100000"/>
              </a:lnSpc>
              <a:spcBef>
                <a:spcPts val="181"/>
              </a:spcBef>
              <a:spcAft>
                <a:spcPts val="0"/>
              </a:spcAft>
              <a:buClr>
                <a:schemeClr val="dk1"/>
              </a:buClr>
              <a:buSzPts val="1354"/>
              <a:buFont typeface="Arial"/>
              <a:buNone/>
              <a:defRPr sz="903"/>
            </a:lvl2pPr>
            <a:lvl3pPr marL="914446" lvl="2" indent="-152408" algn="l">
              <a:lnSpc>
                <a:spcPct val="100000"/>
              </a:lnSpc>
              <a:spcBef>
                <a:spcPts val="148"/>
              </a:spcBef>
              <a:spcAft>
                <a:spcPts val="0"/>
              </a:spcAft>
              <a:buClr>
                <a:schemeClr val="dk1"/>
              </a:buClr>
              <a:buSzPts val="1108"/>
              <a:buFont typeface="Arial"/>
              <a:buNone/>
              <a:defRPr sz="739"/>
            </a:lvl3pPr>
            <a:lvl4pPr marL="1219261" lvl="3" indent="-152408" algn="l">
              <a:lnSpc>
                <a:spcPct val="100000"/>
              </a:lnSpc>
              <a:spcBef>
                <a:spcPts val="131"/>
              </a:spcBef>
              <a:spcAft>
                <a:spcPts val="0"/>
              </a:spcAft>
              <a:buClr>
                <a:schemeClr val="dk1"/>
              </a:buClr>
              <a:buSzPts val="985"/>
              <a:buFont typeface="Arial"/>
              <a:buNone/>
              <a:defRPr sz="657"/>
            </a:lvl4pPr>
            <a:lvl5pPr marL="1524076" lvl="4" indent="-152408" algn="l">
              <a:lnSpc>
                <a:spcPct val="100000"/>
              </a:lnSpc>
              <a:spcBef>
                <a:spcPts val="131"/>
              </a:spcBef>
              <a:spcAft>
                <a:spcPts val="0"/>
              </a:spcAft>
              <a:buClr>
                <a:schemeClr val="dk1"/>
              </a:buClr>
              <a:buSzPts val="985"/>
              <a:buFont typeface="Arial"/>
              <a:buNone/>
              <a:defRPr sz="657"/>
            </a:lvl5pPr>
            <a:lvl6pPr marL="1828891" lvl="5" indent="-152408" algn="l">
              <a:lnSpc>
                <a:spcPct val="100000"/>
              </a:lnSpc>
              <a:spcBef>
                <a:spcPts val="131"/>
              </a:spcBef>
              <a:spcAft>
                <a:spcPts val="0"/>
              </a:spcAft>
              <a:buClr>
                <a:schemeClr val="dk1"/>
              </a:buClr>
              <a:buSzPts val="985"/>
              <a:buFont typeface="Arial"/>
              <a:buNone/>
              <a:defRPr sz="657"/>
            </a:lvl6pPr>
            <a:lvl7pPr marL="2133707" lvl="6" indent="-152408" algn="l">
              <a:lnSpc>
                <a:spcPct val="100000"/>
              </a:lnSpc>
              <a:spcBef>
                <a:spcPts val="131"/>
              </a:spcBef>
              <a:spcAft>
                <a:spcPts val="0"/>
              </a:spcAft>
              <a:buClr>
                <a:schemeClr val="dk1"/>
              </a:buClr>
              <a:buSzPts val="985"/>
              <a:buFont typeface="Arial"/>
              <a:buNone/>
              <a:defRPr sz="657"/>
            </a:lvl7pPr>
            <a:lvl8pPr marL="2438522" lvl="7" indent="-152408" algn="l">
              <a:lnSpc>
                <a:spcPct val="100000"/>
              </a:lnSpc>
              <a:spcBef>
                <a:spcPts val="131"/>
              </a:spcBef>
              <a:spcAft>
                <a:spcPts val="0"/>
              </a:spcAft>
              <a:buClr>
                <a:schemeClr val="dk1"/>
              </a:buClr>
              <a:buSzPts val="985"/>
              <a:buFont typeface="Arial"/>
              <a:buNone/>
              <a:defRPr sz="657"/>
            </a:lvl8pPr>
            <a:lvl9pPr marL="2743337" lvl="8" indent="-152408" algn="l">
              <a:lnSpc>
                <a:spcPct val="100000"/>
              </a:lnSpc>
              <a:spcBef>
                <a:spcPts val="131"/>
              </a:spcBef>
              <a:spcAft>
                <a:spcPts val="0"/>
              </a:spcAft>
              <a:buClr>
                <a:schemeClr val="dk1"/>
              </a:buClr>
              <a:buSzPts val="985"/>
              <a:buFont typeface="Arial"/>
              <a:buNone/>
              <a:defRPr sz="657"/>
            </a:lvl9pPr>
          </a:lstStyle>
          <a:p>
            <a:endParaRPr/>
          </a:p>
        </p:txBody>
      </p:sp>
      <p:sp>
        <p:nvSpPr>
          <p:cNvPr id="50" name="Google Shape;50;p10"/>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0"/>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6451998" y="15361711"/>
            <a:ext cx="19751279" cy="1813983"/>
          </a:xfrm>
          <a:prstGeom prst="rect">
            <a:avLst/>
          </a:prstGeom>
          <a:noFill/>
          <a:ln>
            <a:noFill/>
          </a:ln>
        </p:spPr>
        <p:txBody>
          <a:bodyPr spcFirstLastPara="1" wrap="square" lIns="435000" tIns="217500" rIns="435000" bIns="217500" anchor="b" anchorCtr="0">
            <a:noAutofit/>
          </a:bodyPr>
          <a:lstStyle>
            <a:lvl1pPr lvl="0" algn="l">
              <a:lnSpc>
                <a:spcPct val="100000"/>
              </a:lnSpc>
              <a:spcBef>
                <a:spcPts val="0"/>
              </a:spcBef>
              <a:spcAft>
                <a:spcPts val="0"/>
              </a:spcAft>
              <a:buSzPts val="1400"/>
              <a:buNone/>
              <a:defRPr sz="1477"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1"/>
          <p:cNvSpPr>
            <a:spLocks noGrp="1"/>
          </p:cNvSpPr>
          <p:nvPr>
            <p:ph type="pic" idx="2"/>
          </p:nvPr>
        </p:nvSpPr>
        <p:spPr>
          <a:xfrm>
            <a:off x="6451998" y="1961094"/>
            <a:ext cx="19751279" cy="13166725"/>
          </a:xfrm>
          <a:prstGeom prst="rect">
            <a:avLst/>
          </a:prstGeom>
          <a:noFill/>
          <a:ln>
            <a:noFill/>
          </a:ln>
        </p:spPr>
      </p:sp>
      <p:sp>
        <p:nvSpPr>
          <p:cNvPr id="56" name="Google Shape;56;p11"/>
          <p:cNvSpPr txBox="1">
            <a:spLocks noGrp="1"/>
          </p:cNvSpPr>
          <p:nvPr>
            <p:ph type="body" idx="1"/>
          </p:nvPr>
        </p:nvSpPr>
        <p:spPr>
          <a:xfrm>
            <a:off x="6451998" y="17175696"/>
            <a:ext cx="19751279" cy="2574925"/>
          </a:xfrm>
          <a:prstGeom prst="rect">
            <a:avLst/>
          </a:prstGeom>
          <a:noFill/>
          <a:ln>
            <a:noFill/>
          </a:ln>
        </p:spPr>
        <p:txBody>
          <a:bodyPr spcFirstLastPara="1" wrap="square" lIns="435000" tIns="217500" rIns="435000" bIns="217500" anchor="t" anchorCtr="0">
            <a:noAutofit/>
          </a:bodyPr>
          <a:lstStyle>
            <a:lvl1pPr marL="304815" lvl="0" indent="-152408" algn="l">
              <a:lnSpc>
                <a:spcPct val="100000"/>
              </a:lnSpc>
              <a:spcBef>
                <a:spcPts val="213"/>
              </a:spcBef>
              <a:spcAft>
                <a:spcPts val="0"/>
              </a:spcAft>
              <a:buClr>
                <a:schemeClr val="dk1"/>
              </a:buClr>
              <a:buSzPts val="1600"/>
              <a:buFont typeface="Arial"/>
              <a:buNone/>
              <a:defRPr sz="1067"/>
            </a:lvl1pPr>
            <a:lvl2pPr marL="609630" lvl="1" indent="-152408" algn="l">
              <a:lnSpc>
                <a:spcPct val="100000"/>
              </a:lnSpc>
              <a:spcBef>
                <a:spcPts val="181"/>
              </a:spcBef>
              <a:spcAft>
                <a:spcPts val="0"/>
              </a:spcAft>
              <a:buClr>
                <a:schemeClr val="dk1"/>
              </a:buClr>
              <a:buSzPts val="1354"/>
              <a:buFont typeface="Arial"/>
              <a:buNone/>
              <a:defRPr sz="903"/>
            </a:lvl2pPr>
            <a:lvl3pPr marL="914446" lvl="2" indent="-152408" algn="l">
              <a:lnSpc>
                <a:spcPct val="100000"/>
              </a:lnSpc>
              <a:spcBef>
                <a:spcPts val="148"/>
              </a:spcBef>
              <a:spcAft>
                <a:spcPts val="0"/>
              </a:spcAft>
              <a:buClr>
                <a:schemeClr val="dk1"/>
              </a:buClr>
              <a:buSzPts val="1108"/>
              <a:buFont typeface="Arial"/>
              <a:buNone/>
              <a:defRPr sz="739"/>
            </a:lvl3pPr>
            <a:lvl4pPr marL="1219261" lvl="3" indent="-152408" algn="l">
              <a:lnSpc>
                <a:spcPct val="100000"/>
              </a:lnSpc>
              <a:spcBef>
                <a:spcPts val="131"/>
              </a:spcBef>
              <a:spcAft>
                <a:spcPts val="0"/>
              </a:spcAft>
              <a:buClr>
                <a:schemeClr val="dk1"/>
              </a:buClr>
              <a:buSzPts val="985"/>
              <a:buFont typeface="Arial"/>
              <a:buNone/>
              <a:defRPr sz="657"/>
            </a:lvl4pPr>
            <a:lvl5pPr marL="1524076" lvl="4" indent="-152408" algn="l">
              <a:lnSpc>
                <a:spcPct val="100000"/>
              </a:lnSpc>
              <a:spcBef>
                <a:spcPts val="131"/>
              </a:spcBef>
              <a:spcAft>
                <a:spcPts val="0"/>
              </a:spcAft>
              <a:buClr>
                <a:schemeClr val="dk1"/>
              </a:buClr>
              <a:buSzPts val="985"/>
              <a:buFont typeface="Arial"/>
              <a:buNone/>
              <a:defRPr sz="657"/>
            </a:lvl5pPr>
            <a:lvl6pPr marL="1828891" lvl="5" indent="-152408" algn="l">
              <a:lnSpc>
                <a:spcPct val="100000"/>
              </a:lnSpc>
              <a:spcBef>
                <a:spcPts val="131"/>
              </a:spcBef>
              <a:spcAft>
                <a:spcPts val="0"/>
              </a:spcAft>
              <a:buClr>
                <a:schemeClr val="dk1"/>
              </a:buClr>
              <a:buSzPts val="985"/>
              <a:buFont typeface="Arial"/>
              <a:buNone/>
              <a:defRPr sz="657"/>
            </a:lvl6pPr>
            <a:lvl7pPr marL="2133707" lvl="6" indent="-152408" algn="l">
              <a:lnSpc>
                <a:spcPct val="100000"/>
              </a:lnSpc>
              <a:spcBef>
                <a:spcPts val="131"/>
              </a:spcBef>
              <a:spcAft>
                <a:spcPts val="0"/>
              </a:spcAft>
              <a:buClr>
                <a:schemeClr val="dk1"/>
              </a:buClr>
              <a:buSzPts val="985"/>
              <a:buFont typeface="Arial"/>
              <a:buNone/>
              <a:defRPr sz="657"/>
            </a:lvl7pPr>
            <a:lvl8pPr marL="2438522" lvl="7" indent="-152408" algn="l">
              <a:lnSpc>
                <a:spcPct val="100000"/>
              </a:lnSpc>
              <a:spcBef>
                <a:spcPts val="131"/>
              </a:spcBef>
              <a:spcAft>
                <a:spcPts val="0"/>
              </a:spcAft>
              <a:buClr>
                <a:schemeClr val="dk1"/>
              </a:buClr>
              <a:buSzPts val="985"/>
              <a:buFont typeface="Arial"/>
              <a:buNone/>
              <a:defRPr sz="657"/>
            </a:lvl8pPr>
            <a:lvl9pPr marL="2743337" lvl="8" indent="-152408" algn="l">
              <a:lnSpc>
                <a:spcPct val="100000"/>
              </a:lnSpc>
              <a:spcBef>
                <a:spcPts val="131"/>
              </a:spcBef>
              <a:spcAft>
                <a:spcPts val="0"/>
              </a:spcAft>
              <a:buClr>
                <a:schemeClr val="dk1"/>
              </a:buClr>
              <a:buSzPts val="985"/>
              <a:buFont typeface="Arial"/>
              <a:buNone/>
              <a:defRPr sz="657"/>
            </a:lvl9pPr>
          </a:lstStyle>
          <a:p>
            <a:endParaRPr/>
          </a:p>
        </p:txBody>
      </p:sp>
      <p:sp>
        <p:nvSpPr>
          <p:cNvPr id="57" name="Google Shape;57;p11"/>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1"/>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2" name="Google Shape;62;p12"/>
          <p:cNvSpPr txBox="1">
            <a:spLocks noGrp="1"/>
          </p:cNvSpPr>
          <p:nvPr>
            <p:ph type="body" idx="1"/>
          </p:nvPr>
        </p:nvSpPr>
        <p:spPr>
          <a:xfrm rot="5400000">
            <a:off x="9217648" y="-2449391"/>
            <a:ext cx="14484569" cy="29625681"/>
          </a:xfrm>
          <a:prstGeom prst="rect">
            <a:avLst/>
          </a:prstGeom>
          <a:noFill/>
          <a:ln>
            <a:noFill/>
          </a:ln>
        </p:spPr>
        <p:txBody>
          <a:bodyPr spcFirstLastPara="1" wrap="square" lIns="435000" tIns="217500" rIns="435000" bIns="217500" anchor="t" anchorCtr="0">
            <a:noAutofit/>
          </a:bodyPr>
          <a:lstStyle>
            <a:lvl1pPr marL="304815" lvl="0" indent="-228611" algn="l">
              <a:lnSpc>
                <a:spcPct val="100000"/>
              </a:lnSpc>
              <a:spcBef>
                <a:spcPts val="240"/>
              </a:spcBef>
              <a:spcAft>
                <a:spcPts val="0"/>
              </a:spcAft>
              <a:buClr>
                <a:schemeClr val="dk1"/>
              </a:buClr>
              <a:buSzPts val="1800"/>
              <a:buChar char="•"/>
              <a:defRPr/>
            </a:lvl1pPr>
            <a:lvl2pPr marL="609630" lvl="1" indent="-228611" algn="l">
              <a:lnSpc>
                <a:spcPct val="100000"/>
              </a:lnSpc>
              <a:spcBef>
                <a:spcPts val="240"/>
              </a:spcBef>
              <a:spcAft>
                <a:spcPts val="0"/>
              </a:spcAft>
              <a:buClr>
                <a:schemeClr val="dk1"/>
              </a:buClr>
              <a:buSzPts val="1800"/>
              <a:buChar char="–"/>
              <a:defRPr/>
            </a:lvl2pPr>
            <a:lvl3pPr marL="914446" lvl="2" indent="-228611" algn="l">
              <a:lnSpc>
                <a:spcPct val="100000"/>
              </a:lnSpc>
              <a:spcBef>
                <a:spcPts val="240"/>
              </a:spcBef>
              <a:spcAft>
                <a:spcPts val="0"/>
              </a:spcAft>
              <a:buClr>
                <a:schemeClr val="dk1"/>
              </a:buClr>
              <a:buSzPts val="1800"/>
              <a:buChar char="•"/>
              <a:defRPr/>
            </a:lvl3pPr>
            <a:lvl4pPr marL="1219261" lvl="3" indent="-228611" algn="l">
              <a:lnSpc>
                <a:spcPct val="100000"/>
              </a:lnSpc>
              <a:spcBef>
                <a:spcPts val="240"/>
              </a:spcBef>
              <a:spcAft>
                <a:spcPts val="0"/>
              </a:spcAft>
              <a:buClr>
                <a:schemeClr val="dk1"/>
              </a:buClr>
              <a:buSzPts val="1800"/>
              <a:buChar char="–"/>
              <a:defRPr/>
            </a:lvl4pPr>
            <a:lvl5pPr marL="1524076" lvl="4" indent="-228611" algn="l">
              <a:lnSpc>
                <a:spcPct val="100000"/>
              </a:lnSpc>
              <a:spcBef>
                <a:spcPts val="240"/>
              </a:spcBef>
              <a:spcAft>
                <a:spcPts val="0"/>
              </a:spcAft>
              <a:buClr>
                <a:schemeClr val="dk1"/>
              </a:buClr>
              <a:buSzPts val="1800"/>
              <a:buChar char="»"/>
              <a:defRPr/>
            </a:lvl5pPr>
            <a:lvl6pPr marL="1828891" lvl="5" indent="-228611" algn="l">
              <a:lnSpc>
                <a:spcPct val="100000"/>
              </a:lnSpc>
              <a:spcBef>
                <a:spcPts val="240"/>
              </a:spcBef>
              <a:spcAft>
                <a:spcPts val="0"/>
              </a:spcAft>
              <a:buClr>
                <a:schemeClr val="dk1"/>
              </a:buClr>
              <a:buSzPts val="1800"/>
              <a:buChar char="»"/>
              <a:defRPr/>
            </a:lvl6pPr>
            <a:lvl7pPr marL="2133707" lvl="6" indent="-228611" algn="l">
              <a:lnSpc>
                <a:spcPct val="100000"/>
              </a:lnSpc>
              <a:spcBef>
                <a:spcPts val="240"/>
              </a:spcBef>
              <a:spcAft>
                <a:spcPts val="0"/>
              </a:spcAft>
              <a:buClr>
                <a:schemeClr val="dk1"/>
              </a:buClr>
              <a:buSzPts val="1800"/>
              <a:buChar char="»"/>
              <a:defRPr/>
            </a:lvl7pPr>
            <a:lvl8pPr marL="2438522" lvl="7" indent="-228611" algn="l">
              <a:lnSpc>
                <a:spcPct val="100000"/>
              </a:lnSpc>
              <a:spcBef>
                <a:spcPts val="240"/>
              </a:spcBef>
              <a:spcAft>
                <a:spcPts val="0"/>
              </a:spcAft>
              <a:buClr>
                <a:schemeClr val="dk1"/>
              </a:buClr>
              <a:buSzPts val="1800"/>
              <a:buChar char="»"/>
              <a:defRPr/>
            </a:lvl8pPr>
            <a:lvl9pPr marL="2743337" lvl="8" indent="-228611" algn="l">
              <a:lnSpc>
                <a:spcPct val="100000"/>
              </a:lnSpc>
              <a:spcBef>
                <a:spcPts val="240"/>
              </a:spcBef>
              <a:spcAft>
                <a:spcPts val="0"/>
              </a:spcAft>
              <a:buClr>
                <a:schemeClr val="dk1"/>
              </a:buClr>
              <a:buSzPts val="1800"/>
              <a:buChar char="»"/>
              <a:defRPr/>
            </a:lvl9pPr>
          </a:lstStyle>
          <a:p>
            <a:endParaRPr/>
          </a:p>
        </p:txBody>
      </p:sp>
      <p:sp>
        <p:nvSpPr>
          <p:cNvPr id="63" name="Google Shape;63;p12"/>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2"/>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2"/>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rot="5400000">
            <a:off x="18207569" y="6539179"/>
            <a:ext cx="18725091" cy="7405688"/>
          </a:xfrm>
          <a:prstGeom prst="rect">
            <a:avLst/>
          </a:prstGeom>
          <a:noFill/>
          <a:ln>
            <a:noFill/>
          </a:ln>
        </p:spPr>
        <p:txBody>
          <a:bodyPr spcFirstLastPara="1" wrap="square" lIns="435000" tIns="217500" rIns="435000" bIns="2175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8" name="Google Shape;68;p13"/>
          <p:cNvSpPr txBox="1">
            <a:spLocks noGrp="1"/>
          </p:cNvSpPr>
          <p:nvPr>
            <p:ph type="body" idx="1"/>
          </p:nvPr>
        </p:nvSpPr>
        <p:spPr>
          <a:xfrm rot="5400000">
            <a:off x="3337257" y="-811143"/>
            <a:ext cx="18725091" cy="22106333"/>
          </a:xfrm>
          <a:prstGeom prst="rect">
            <a:avLst/>
          </a:prstGeom>
          <a:noFill/>
          <a:ln>
            <a:noFill/>
          </a:ln>
        </p:spPr>
        <p:txBody>
          <a:bodyPr spcFirstLastPara="1" wrap="square" lIns="435000" tIns="217500" rIns="435000" bIns="217500" anchor="t" anchorCtr="0">
            <a:noAutofit/>
          </a:bodyPr>
          <a:lstStyle>
            <a:lvl1pPr marL="304815" lvl="0" indent="-228611" algn="l">
              <a:lnSpc>
                <a:spcPct val="100000"/>
              </a:lnSpc>
              <a:spcBef>
                <a:spcPts val="240"/>
              </a:spcBef>
              <a:spcAft>
                <a:spcPts val="0"/>
              </a:spcAft>
              <a:buClr>
                <a:schemeClr val="dk1"/>
              </a:buClr>
              <a:buSzPts val="1800"/>
              <a:buChar char="•"/>
              <a:defRPr/>
            </a:lvl1pPr>
            <a:lvl2pPr marL="609630" lvl="1" indent="-228611" algn="l">
              <a:lnSpc>
                <a:spcPct val="100000"/>
              </a:lnSpc>
              <a:spcBef>
                <a:spcPts val="240"/>
              </a:spcBef>
              <a:spcAft>
                <a:spcPts val="0"/>
              </a:spcAft>
              <a:buClr>
                <a:schemeClr val="dk1"/>
              </a:buClr>
              <a:buSzPts val="1800"/>
              <a:buChar char="–"/>
              <a:defRPr/>
            </a:lvl2pPr>
            <a:lvl3pPr marL="914446" lvl="2" indent="-228611" algn="l">
              <a:lnSpc>
                <a:spcPct val="100000"/>
              </a:lnSpc>
              <a:spcBef>
                <a:spcPts val="240"/>
              </a:spcBef>
              <a:spcAft>
                <a:spcPts val="0"/>
              </a:spcAft>
              <a:buClr>
                <a:schemeClr val="dk1"/>
              </a:buClr>
              <a:buSzPts val="1800"/>
              <a:buChar char="•"/>
              <a:defRPr/>
            </a:lvl3pPr>
            <a:lvl4pPr marL="1219261" lvl="3" indent="-228611" algn="l">
              <a:lnSpc>
                <a:spcPct val="100000"/>
              </a:lnSpc>
              <a:spcBef>
                <a:spcPts val="240"/>
              </a:spcBef>
              <a:spcAft>
                <a:spcPts val="0"/>
              </a:spcAft>
              <a:buClr>
                <a:schemeClr val="dk1"/>
              </a:buClr>
              <a:buSzPts val="1800"/>
              <a:buChar char="–"/>
              <a:defRPr/>
            </a:lvl4pPr>
            <a:lvl5pPr marL="1524076" lvl="4" indent="-228611" algn="l">
              <a:lnSpc>
                <a:spcPct val="100000"/>
              </a:lnSpc>
              <a:spcBef>
                <a:spcPts val="240"/>
              </a:spcBef>
              <a:spcAft>
                <a:spcPts val="0"/>
              </a:spcAft>
              <a:buClr>
                <a:schemeClr val="dk1"/>
              </a:buClr>
              <a:buSzPts val="1800"/>
              <a:buChar char="»"/>
              <a:defRPr/>
            </a:lvl5pPr>
            <a:lvl6pPr marL="1828891" lvl="5" indent="-228611" algn="l">
              <a:lnSpc>
                <a:spcPct val="100000"/>
              </a:lnSpc>
              <a:spcBef>
                <a:spcPts val="240"/>
              </a:spcBef>
              <a:spcAft>
                <a:spcPts val="0"/>
              </a:spcAft>
              <a:buClr>
                <a:schemeClr val="dk1"/>
              </a:buClr>
              <a:buSzPts val="1800"/>
              <a:buChar char="»"/>
              <a:defRPr/>
            </a:lvl6pPr>
            <a:lvl7pPr marL="2133707" lvl="6" indent="-228611" algn="l">
              <a:lnSpc>
                <a:spcPct val="100000"/>
              </a:lnSpc>
              <a:spcBef>
                <a:spcPts val="240"/>
              </a:spcBef>
              <a:spcAft>
                <a:spcPts val="0"/>
              </a:spcAft>
              <a:buClr>
                <a:schemeClr val="dk1"/>
              </a:buClr>
              <a:buSzPts val="1800"/>
              <a:buChar char="»"/>
              <a:defRPr/>
            </a:lvl7pPr>
            <a:lvl8pPr marL="2438522" lvl="7" indent="-228611" algn="l">
              <a:lnSpc>
                <a:spcPct val="100000"/>
              </a:lnSpc>
              <a:spcBef>
                <a:spcPts val="240"/>
              </a:spcBef>
              <a:spcAft>
                <a:spcPts val="0"/>
              </a:spcAft>
              <a:buClr>
                <a:schemeClr val="dk1"/>
              </a:buClr>
              <a:buSzPts val="1800"/>
              <a:buChar char="»"/>
              <a:defRPr/>
            </a:lvl8pPr>
            <a:lvl9pPr marL="2743337" lvl="8" indent="-228611" algn="l">
              <a:lnSpc>
                <a:spcPct val="100000"/>
              </a:lnSpc>
              <a:spcBef>
                <a:spcPts val="240"/>
              </a:spcBef>
              <a:spcAft>
                <a:spcPts val="0"/>
              </a:spcAft>
              <a:buClr>
                <a:schemeClr val="dk1"/>
              </a:buClr>
              <a:buSzPts val="1800"/>
              <a:buChar char="»"/>
              <a:defRPr/>
            </a:lvl9pPr>
          </a:lstStyle>
          <a:p>
            <a:endParaRPr/>
          </a:p>
        </p:txBody>
      </p:sp>
      <p:sp>
        <p:nvSpPr>
          <p:cNvPr id="69" name="Google Shape;69;p13"/>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647092" y="878928"/>
            <a:ext cx="29625681" cy="3657600"/>
          </a:xfrm>
          <a:prstGeom prst="rect">
            <a:avLst/>
          </a:prstGeom>
          <a:noFill/>
          <a:ln>
            <a:noFill/>
          </a:ln>
        </p:spPr>
        <p:txBody>
          <a:bodyPr spcFirstLastPara="1" wrap="square" lIns="435000" tIns="217500" rIns="435000" bIns="217500" anchor="ctr" anchorCtr="0">
            <a:noAutofit/>
          </a:bodyPr>
          <a:lstStyle>
            <a:lvl1pPr marR="0" lvl="0"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25847" b="0" i="0" u="none" strike="noStrike" cap="none">
                <a:solidFill>
                  <a:schemeClr val="dk2"/>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1647092" y="5121166"/>
            <a:ext cx="29625681" cy="14484569"/>
          </a:xfrm>
          <a:prstGeom prst="rect">
            <a:avLst/>
          </a:prstGeom>
          <a:noFill/>
          <a:ln>
            <a:noFill/>
          </a:ln>
        </p:spPr>
        <p:txBody>
          <a:bodyPr spcFirstLastPara="1" wrap="square" lIns="435000" tIns="217500" rIns="435000" bIns="217500" anchor="t" anchorCtr="0">
            <a:noAutofit/>
          </a:bodyPr>
          <a:lstStyle>
            <a:lvl1pPr marL="457200" marR="0" lvl="0" indent="-1424368" algn="l" rtl="0">
              <a:lnSpc>
                <a:spcPct val="100000"/>
              </a:lnSpc>
              <a:spcBef>
                <a:spcPts val="3766"/>
              </a:spcBef>
              <a:spcAft>
                <a:spcPts val="0"/>
              </a:spcAft>
              <a:buClr>
                <a:schemeClr val="dk1"/>
              </a:buClr>
              <a:buSzPts val="18831"/>
              <a:buFont typeface="Arial"/>
              <a:buChar char="•"/>
              <a:defRPr sz="18831" b="0" i="0" u="none" strike="noStrike" cap="none">
                <a:solidFill>
                  <a:schemeClr val="dk1"/>
                </a:solidFill>
                <a:latin typeface="Arial"/>
                <a:ea typeface="Arial"/>
                <a:cs typeface="Arial"/>
                <a:sym typeface="Arial"/>
              </a:defRPr>
            </a:lvl1pPr>
            <a:lvl2pPr marL="914400" marR="0" lvl="1" indent="-1275905" algn="l" rtl="0">
              <a:lnSpc>
                <a:spcPct val="100000"/>
              </a:lnSpc>
              <a:spcBef>
                <a:spcPts val="3299"/>
              </a:spcBef>
              <a:spcAft>
                <a:spcPts val="0"/>
              </a:spcAft>
              <a:buClr>
                <a:schemeClr val="dk1"/>
              </a:buClr>
              <a:buSzPts val="16493"/>
              <a:buFont typeface="Arial"/>
              <a:buChar char="–"/>
              <a:defRPr sz="16493" b="0" i="0" u="none" strike="noStrike" cap="none">
                <a:solidFill>
                  <a:schemeClr val="dk1"/>
                </a:solidFill>
                <a:latin typeface="Arial"/>
                <a:ea typeface="Arial"/>
                <a:cs typeface="Arial"/>
                <a:sym typeface="Arial"/>
              </a:defRPr>
            </a:lvl2pPr>
            <a:lvl3pPr marL="1371600" marR="0" lvl="2" indent="-1111758" algn="l" rtl="0">
              <a:lnSpc>
                <a:spcPct val="100000"/>
              </a:lnSpc>
              <a:spcBef>
                <a:spcPts val="2782"/>
              </a:spcBef>
              <a:spcAft>
                <a:spcPts val="0"/>
              </a:spcAft>
              <a:buClr>
                <a:schemeClr val="dk1"/>
              </a:buClr>
              <a:buSzPts val="13908"/>
              <a:buFont typeface="Arial"/>
              <a:buChar char="•"/>
              <a:defRPr sz="13908" b="0" i="0" u="none" strike="noStrike" cap="none">
                <a:solidFill>
                  <a:schemeClr val="dk1"/>
                </a:solidFill>
                <a:latin typeface="Arial"/>
                <a:ea typeface="Arial"/>
                <a:cs typeface="Arial"/>
                <a:sym typeface="Arial"/>
              </a:defRPr>
            </a:lvl3pPr>
            <a:lvl4pPr marL="1828800" marR="0" lvl="3"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4pPr>
            <a:lvl5pPr marL="2286000" marR="0" lvl="4"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5pPr>
            <a:lvl6pPr marL="2743200" marR="0" lvl="5"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6pPr>
            <a:lvl7pPr marL="3200400" marR="0" lvl="6"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7pPr>
            <a:lvl8pPr marL="3657600" marR="0" lvl="7"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8pPr>
            <a:lvl9pPr marL="4114800" marR="0" lvl="8" indent="-978916" algn="l" rtl="0">
              <a:lnSpc>
                <a:spcPct val="100000"/>
              </a:lnSpc>
              <a:spcBef>
                <a:spcPts val="2363"/>
              </a:spcBef>
              <a:spcAft>
                <a:spcPts val="0"/>
              </a:spcAft>
              <a:buClr>
                <a:schemeClr val="dk1"/>
              </a:buClr>
              <a:buSzPts val="11816"/>
              <a:buFont typeface="Arial"/>
              <a:buChar char="»"/>
              <a:defRPr sz="11816"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dt" idx="10"/>
          </p:nvPr>
        </p:nvSpPr>
        <p:spPr>
          <a:xfrm>
            <a:off x="1647092" y="19985421"/>
            <a:ext cx="7680081" cy="1524000"/>
          </a:xfrm>
          <a:prstGeom prst="rect">
            <a:avLst/>
          </a:prstGeom>
          <a:noFill/>
          <a:ln>
            <a:noFill/>
          </a:ln>
        </p:spPr>
        <p:txBody>
          <a:bodyPr spcFirstLastPara="1" wrap="square" lIns="435000" tIns="217500" rIns="435000" bIns="217500" anchor="t" anchorCtr="0">
            <a:noAutofit/>
          </a:bodyPr>
          <a:lstStyle>
            <a:lvl1pPr marR="0" lvl="0" algn="l" rtl="0">
              <a:lnSpc>
                <a:spcPct val="100000"/>
              </a:lnSpc>
              <a:spcBef>
                <a:spcPts val="0"/>
              </a:spcBef>
              <a:spcAft>
                <a:spcPts val="0"/>
              </a:spcAft>
              <a:buClr>
                <a:srgbClr val="000000"/>
              </a:buClr>
              <a:buSzPts val="1400"/>
              <a:buFont typeface="Arial"/>
              <a:buNone/>
              <a:defRPr sz="5498"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11248292" y="19985421"/>
            <a:ext cx="10423281" cy="1524000"/>
          </a:xfrm>
          <a:prstGeom prst="rect">
            <a:avLst/>
          </a:prstGeom>
          <a:noFill/>
          <a:ln>
            <a:noFill/>
          </a:ln>
        </p:spPr>
        <p:txBody>
          <a:bodyPr spcFirstLastPara="1" wrap="square" lIns="435000" tIns="217500" rIns="435000" bIns="217500" anchor="t" anchorCtr="0">
            <a:noAutofit/>
          </a:bodyPr>
          <a:lstStyle>
            <a:lvl1pPr marR="0" lvl="0" algn="ctr" rtl="0">
              <a:lnSpc>
                <a:spcPct val="100000"/>
              </a:lnSpc>
              <a:spcBef>
                <a:spcPts val="0"/>
              </a:spcBef>
              <a:spcAft>
                <a:spcPts val="0"/>
              </a:spcAft>
              <a:buClr>
                <a:srgbClr val="000000"/>
              </a:buClr>
              <a:buSzPts val="1400"/>
              <a:buFont typeface="Arial"/>
              <a:buNone/>
              <a:defRPr sz="5498"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223"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23592692" y="19985421"/>
            <a:ext cx="7680081" cy="1524000"/>
          </a:xfrm>
          <a:prstGeom prst="rect">
            <a:avLst/>
          </a:prstGeom>
          <a:noFill/>
          <a:ln>
            <a:noFill/>
          </a:ln>
        </p:spPr>
        <p:txBody>
          <a:bodyPr spcFirstLastPara="1" wrap="square" lIns="435000" tIns="217500" rIns="435000" bIns="217500" anchor="t" anchorCtr="0">
            <a:noAutofit/>
          </a:bodyPr>
          <a:lstStyle>
            <a:lvl1pPr marL="0" marR="0" lvl="0"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46"/>
              <a:buFont typeface="Arial"/>
              <a:buNone/>
              <a:defRPr sz="5498"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99FF"/>
            </a:gs>
            <a:gs pos="100000">
              <a:schemeClr val="accent2"/>
            </a:gs>
          </a:gsLst>
          <a:path path="circle">
            <a:fillToRect l="50000" t="50000" r="50000" b="50000"/>
          </a:path>
        </a:gradFill>
        <a:effectLst/>
      </p:bgPr>
    </p:bg>
    <p:spTree>
      <p:nvGrpSpPr>
        <p:cNvPr id="1" name="Shape 76"/>
        <p:cNvGrpSpPr/>
        <p:nvPr/>
      </p:nvGrpSpPr>
      <p:grpSpPr>
        <a:xfrm>
          <a:off x="0" y="0"/>
          <a:ext cx="0" cy="0"/>
          <a:chOff x="0" y="0"/>
          <a:chExt cx="0" cy="0"/>
        </a:xfrm>
      </p:grpSpPr>
      <p:grpSp>
        <p:nvGrpSpPr>
          <p:cNvPr id="3" name="Group 2">
            <a:extLst>
              <a:ext uri="{FF2B5EF4-FFF2-40B4-BE49-F238E27FC236}">
                <a16:creationId xmlns:a16="http://schemas.microsoft.com/office/drawing/2014/main" id="{A614AA70-3229-69F0-5F7D-CF8DD99E2AB2}"/>
              </a:ext>
            </a:extLst>
          </p:cNvPr>
          <p:cNvGrpSpPr/>
          <p:nvPr/>
        </p:nvGrpSpPr>
        <p:grpSpPr>
          <a:xfrm>
            <a:off x="194310" y="284480"/>
            <a:ext cx="32769810" cy="21285199"/>
            <a:chOff x="0" y="1"/>
            <a:chExt cx="32918400" cy="21285199"/>
          </a:xfrm>
        </p:grpSpPr>
        <p:sp>
          <p:nvSpPr>
            <p:cNvPr id="77" name="Google Shape;77;p1"/>
            <p:cNvSpPr/>
            <p:nvPr/>
          </p:nvSpPr>
          <p:spPr>
            <a:xfrm>
              <a:off x="11123433" y="2865267"/>
              <a:ext cx="9907767" cy="3637635"/>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78" name="Google Shape;78;p1"/>
            <p:cNvSpPr/>
            <p:nvPr/>
          </p:nvSpPr>
          <p:spPr>
            <a:xfrm>
              <a:off x="11123433" y="6764902"/>
              <a:ext cx="9907800" cy="14520249"/>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79" name="Google Shape;79;p1"/>
            <p:cNvSpPr/>
            <p:nvPr/>
          </p:nvSpPr>
          <p:spPr>
            <a:xfrm>
              <a:off x="21183600" y="2844800"/>
              <a:ext cx="9264400" cy="129718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0" name="Google Shape;80;p1"/>
            <p:cNvSpPr/>
            <p:nvPr/>
          </p:nvSpPr>
          <p:spPr>
            <a:xfrm>
              <a:off x="2378855" y="13669433"/>
              <a:ext cx="8504200" cy="75550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1" name="Google Shape;81;p1"/>
            <p:cNvSpPr/>
            <p:nvPr/>
          </p:nvSpPr>
          <p:spPr>
            <a:xfrm>
              <a:off x="2392811" y="10104842"/>
              <a:ext cx="8490200" cy="30832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2" name="Google Shape;82;p1"/>
            <p:cNvSpPr/>
            <p:nvPr/>
          </p:nvSpPr>
          <p:spPr>
            <a:xfrm>
              <a:off x="2407500" y="2928033"/>
              <a:ext cx="8475600" cy="6961000"/>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86" name="Google Shape;86;p1"/>
            <p:cNvSpPr/>
            <p:nvPr/>
          </p:nvSpPr>
          <p:spPr>
            <a:xfrm>
              <a:off x="2517858" y="3127109"/>
              <a:ext cx="8252204" cy="60439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Introduction</a:t>
              </a:r>
              <a:endParaRPr sz="3939">
                <a:solidFill>
                  <a:schemeClr val="dk1"/>
                </a:solidFill>
                <a:latin typeface="Times New Roman"/>
                <a:ea typeface="Times New Roman"/>
                <a:cs typeface="Times New Roman"/>
                <a:sym typeface="Times New Roman"/>
              </a:endParaRPr>
            </a:p>
          </p:txBody>
        </p:sp>
        <p:sp>
          <p:nvSpPr>
            <p:cNvPr id="91" name="Google Shape;91;p1"/>
            <p:cNvSpPr/>
            <p:nvPr/>
          </p:nvSpPr>
          <p:spPr>
            <a:xfrm>
              <a:off x="2517857" y="10287907"/>
              <a:ext cx="8244400" cy="667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Hypothesis and Objectives</a:t>
              </a:r>
              <a:endParaRPr sz="933"/>
            </a:p>
          </p:txBody>
        </p:sp>
        <p:pic>
          <p:nvPicPr>
            <p:cNvPr id="92" name="Google Shape;92;p1" descr="Graduate Medical Education Home Page"/>
            <p:cNvPicPr preferRelativeResize="0"/>
            <p:nvPr/>
          </p:nvPicPr>
          <p:blipFill rotWithShape="1">
            <a:blip r:embed="rId3">
              <a:alphaModFix/>
            </a:blip>
            <a:srcRect/>
            <a:stretch/>
          </p:blipFill>
          <p:spPr>
            <a:xfrm>
              <a:off x="2549290" y="180463"/>
              <a:ext cx="2313353" cy="2397095"/>
            </a:xfrm>
            <a:prstGeom prst="rect">
              <a:avLst/>
            </a:prstGeom>
            <a:noFill/>
            <a:ln>
              <a:noFill/>
            </a:ln>
          </p:spPr>
        </p:pic>
        <p:sp>
          <p:nvSpPr>
            <p:cNvPr id="93" name="Google Shape;93;p1"/>
            <p:cNvSpPr txBox="1"/>
            <p:nvPr/>
          </p:nvSpPr>
          <p:spPr>
            <a:xfrm>
              <a:off x="2525674" y="3862563"/>
              <a:ext cx="8244400" cy="6008926"/>
            </a:xfrm>
            <a:prstGeom prst="rect">
              <a:avLst/>
            </a:prstGeom>
            <a:solidFill>
              <a:schemeClr val="lt1"/>
            </a:solidFill>
            <a:ln>
              <a:noFill/>
            </a:ln>
          </p:spPr>
          <p:txBody>
            <a:bodyPr spcFirstLastPara="1" wrap="square" lIns="60950" tIns="30467" rIns="60950" bIns="30467" anchor="t" anchorCtr="0">
              <a:spAutoFit/>
            </a:bodyPr>
            <a:lstStyle/>
            <a:p>
              <a:pPr>
                <a:lnSpc>
                  <a:spcPct val="115000"/>
                </a:lnSpc>
                <a:buClr>
                  <a:schemeClr val="dk1"/>
                </a:buClr>
                <a:buSzPts val="1100"/>
              </a:pPr>
              <a:r>
                <a:rPr lang="en-US" sz="1867" dirty="0">
                  <a:solidFill>
                    <a:schemeClr val="dk1"/>
                  </a:solidFill>
                  <a:latin typeface="Times New Roman"/>
                  <a:ea typeface="Times New Roman"/>
                  <a:cs typeface="Times New Roman"/>
                  <a:sym typeface="Times New Roman"/>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Saint</a:t>
              </a:r>
              <a:r>
                <a:rPr lang="en-US" sz="1867" dirty="0">
                  <a:solidFill>
                    <a:schemeClr val="dk1"/>
                  </a:solidFill>
                  <a:latin typeface="Times New Roman"/>
                  <a:ea typeface="Times New Roman"/>
                  <a:cs typeface="Times New Roman"/>
                  <a:sym typeface="Times New Roman"/>
                </a:rPr>
                <a:t> Agnes Medical Center (SAMC) in Fresno, CA receives the second highest volume of Emergency Medical Services (EMS) patients in California and serves over 800,00 in the medically underserved Central Valley. A diverse patient population that is generalizable to many EDs across the country.</a:t>
              </a:r>
              <a:r>
                <a:rPr lang="en-US" sz="1867" baseline="30000" dirty="0">
                  <a:solidFill>
                    <a:schemeClr val="dk1"/>
                  </a:solidFill>
                  <a:latin typeface="Times New Roman"/>
                  <a:ea typeface="Times New Roman"/>
                  <a:cs typeface="Times New Roman"/>
                  <a:sym typeface="Times New Roman"/>
                </a:rPr>
                <a:t>3 </a:t>
              </a:r>
              <a:r>
                <a:rPr lang="en-US" sz="1867" dirty="0">
                  <a:solidFill>
                    <a:schemeClr val="dk1"/>
                  </a:solidFill>
                  <a:latin typeface="Times New Roman"/>
                  <a:ea typeface="Times New Roman"/>
                  <a:cs typeface="Times New Roman"/>
                  <a:sym typeface="Times New Roman"/>
                </a:rPr>
                <a:t>With limited access to primary care, many in the region rely on the ED as their main entry into the healthcare system - mirroring trends seen nationally. Many EDs are experiencing an increased census of patients likely due to the lack of access to primary care.</a:t>
              </a:r>
              <a:r>
                <a:rPr lang="en-US" sz="1867" baseline="30000" dirty="0">
                  <a:solidFill>
                    <a:schemeClr val="dk1"/>
                  </a:solidFill>
                  <a:latin typeface="Times New Roman"/>
                  <a:ea typeface="Times New Roman"/>
                  <a:cs typeface="Times New Roman"/>
                  <a:sym typeface="Times New Roman"/>
                </a:rPr>
                <a:t>1</a:t>
              </a:r>
              <a:r>
                <a:rPr lang="en-US" sz="1867" dirty="0">
                  <a:solidFill>
                    <a:schemeClr val="dk1"/>
                  </a:solidFill>
                  <a:latin typeface="Times New Roman"/>
                  <a:ea typeface="Times New Roman"/>
                  <a:cs typeface="Times New Roman"/>
                  <a:sym typeface="Times New Roman"/>
                </a:rPr>
                <a:t> This increased census results in longer wait times and decreased satisfaction in their experience of the ED as well as the hospital. Compounding this problem, after the COVID-2019 pandemic, EDs continue to be overcrowded with patients.</a:t>
              </a:r>
              <a:r>
                <a:rPr lang="en-US" sz="1867" baseline="30000" dirty="0">
                  <a:solidFill>
                    <a:schemeClr val="dk1"/>
                  </a:solidFill>
                  <a:latin typeface="Times New Roman"/>
                  <a:ea typeface="Times New Roman"/>
                  <a:cs typeface="Times New Roman"/>
                  <a:sym typeface="Times New Roman"/>
                </a:rPr>
                <a:t>2   </a:t>
              </a:r>
              <a:r>
                <a:rPr lang="en-US" sz="1867" dirty="0">
                  <a:solidFill>
                    <a:schemeClr val="dk1"/>
                  </a:solidFill>
                  <a:latin typeface="Times New Roman"/>
                  <a:ea typeface="Times New Roman"/>
                  <a:cs typeface="Times New Roman"/>
                  <a:sym typeface="Times New Roman"/>
                </a:rPr>
                <a:t>Therefore, understanding what influences patient experience in this setting is increasingly important. While many factors determine the overall satisfaction of a patient experience, the method of arrival likely is one of the leading factors. At SAMC, specially trained nurses triage both in the waiting room and ambulance bay determining who goes directly to a bed or to the waiting room. This may significantly shape patient perception, at least at Saint Agnes. This study aims to evaluate the effect of the method of arrival on patient experience in the ED, using SAMC as a high-volume, generalizable site.</a:t>
              </a:r>
              <a:endParaRPr sz="1867" dirty="0">
                <a:solidFill>
                  <a:schemeClr val="dk1"/>
                </a:solidFill>
                <a:latin typeface="Times New Roman"/>
                <a:ea typeface="Times New Roman"/>
                <a:cs typeface="Times New Roman"/>
                <a:sym typeface="Times New Roman"/>
              </a:endParaRPr>
            </a:p>
            <a:p>
              <a:pPr>
                <a:lnSpc>
                  <a:spcPct val="115000"/>
                </a:lnSpc>
                <a:buSzPts val="2800"/>
              </a:pPr>
              <a:endParaRPr sz="1867" dirty="0">
                <a:solidFill>
                  <a:schemeClr val="dk1"/>
                </a:solidFill>
                <a:latin typeface="Times New Roman"/>
                <a:ea typeface="Times New Roman"/>
                <a:cs typeface="Times New Roman"/>
                <a:sym typeface="Times New Roman"/>
              </a:endParaRPr>
            </a:p>
          </p:txBody>
        </p:sp>
        <p:sp>
          <p:nvSpPr>
            <p:cNvPr id="94" name="Google Shape;94;p1"/>
            <p:cNvSpPr txBox="1"/>
            <p:nvPr/>
          </p:nvSpPr>
          <p:spPr>
            <a:xfrm>
              <a:off x="2493100" y="10990826"/>
              <a:ext cx="8244400" cy="1785463"/>
            </a:xfrm>
            <a:prstGeom prst="rect">
              <a:avLst/>
            </a:prstGeom>
            <a:solidFill>
              <a:schemeClr val="lt1"/>
            </a:solidFill>
            <a:ln>
              <a:noFill/>
            </a:ln>
          </p:spPr>
          <p:txBody>
            <a:bodyPr spcFirstLastPara="1" wrap="square" lIns="60950" tIns="30467" rIns="60950" bIns="30467" anchor="t" anchorCtr="0">
              <a:spAutoFit/>
            </a:bodyPr>
            <a:lstStyle/>
            <a:p>
              <a:pPr marL="647715" lvl="1" indent="-342900">
                <a:buSzPct val="140000"/>
                <a:buFont typeface="Arial" panose="020B0604020202020204" pitchFamily="34" charset="0"/>
                <a:buChar char="•"/>
              </a:pPr>
              <a:r>
                <a:rPr lang="en-US" sz="1800" dirty="0">
                  <a:latin typeface="Times New Roman"/>
                  <a:ea typeface="Times New Roman"/>
                  <a:cs typeface="Times New Roman"/>
                  <a:sym typeface="Times New Roman"/>
                </a:rPr>
                <a:t>Hypothesis: Is patient experience affected by the method of arrival to the Saint Agnes Medical Center Emergency Department?</a:t>
              </a:r>
            </a:p>
            <a:p>
              <a:pPr marL="647715" lvl="1" indent="-342900">
                <a:buSzPct val="140000"/>
                <a:buFont typeface="Arial" panose="020B0604020202020204" pitchFamily="34" charset="0"/>
                <a:buChar char="•"/>
              </a:pPr>
              <a:r>
                <a:rPr lang="en-US" sz="1800" dirty="0">
                  <a:latin typeface="Times New Roman"/>
                  <a:ea typeface="Times New Roman"/>
                  <a:cs typeface="Times New Roman"/>
                  <a:sym typeface="Times New Roman"/>
                </a:rPr>
                <a:t> There may be a significant difference in patient experience, depending on the patient’s arrival to the ED. Patients arriving by ambulance may be found to be more satisfied with their patient experience. These patients may highly rate their experience on the Likert scale with this method of arrival (5 out of 5).</a:t>
              </a:r>
            </a:p>
          </p:txBody>
        </p:sp>
        <p:sp>
          <p:nvSpPr>
            <p:cNvPr id="95" name="Google Shape;95;p1"/>
            <p:cNvSpPr txBox="1"/>
            <p:nvPr/>
          </p:nvSpPr>
          <p:spPr>
            <a:xfrm>
              <a:off x="2265867" y="14648648"/>
              <a:ext cx="8504200" cy="3509396"/>
            </a:xfrm>
            <a:prstGeom prst="rect">
              <a:avLst/>
            </a:prstGeom>
            <a:noFill/>
            <a:ln>
              <a:noFill/>
            </a:ln>
          </p:spPr>
          <p:txBody>
            <a:bodyPr spcFirstLastPara="1" wrap="square" lIns="60950" tIns="30467" rIns="60950" bIns="30467" anchor="t" anchorCtr="0">
              <a:spAutoFit/>
            </a:bodyPr>
            <a:lstStyle/>
            <a:p>
              <a:pPr marL="457223" indent="-304815">
                <a:buSzPct val="140000"/>
                <a:buFont typeface="Arial"/>
                <a:buChar char="•"/>
              </a:pPr>
              <a:r>
                <a:rPr lang="en-US" sz="1867" dirty="0">
                  <a:solidFill>
                    <a:schemeClr val="dk1"/>
                  </a:solidFill>
                  <a:latin typeface="Times New Roman"/>
                  <a:ea typeface="Times New Roman"/>
                  <a:cs typeface="Times New Roman"/>
                  <a:sym typeface="Times New Roman"/>
                </a:rPr>
                <a:t>The </a:t>
              </a:r>
              <a:r>
                <a:rPr lang="en-US" sz="1867" dirty="0">
                  <a:latin typeface="Times New Roman"/>
                  <a:ea typeface="Times New Roman"/>
                  <a:cs typeface="Times New Roman"/>
                  <a:sym typeface="Times New Roman"/>
                </a:rPr>
                <a:t>study will include patients who are seen in the ED at SAMC. The study will include patients who meet inclusion criteria, agree to study participation, and do not meet exclusion criteria.   </a:t>
              </a:r>
              <a:endParaRPr sz="1867" dirty="0">
                <a:solidFill>
                  <a:schemeClr val="dk1"/>
                </a:solidFill>
                <a:latin typeface="Times New Roman"/>
                <a:ea typeface="Times New Roman"/>
                <a:cs typeface="Times New Roman"/>
                <a:sym typeface="Times New Roman"/>
              </a:endParaRPr>
            </a:p>
            <a:p>
              <a:pPr marL="457223" indent="-304815">
                <a:buSzPct val="140000"/>
                <a:buFont typeface="Arial"/>
                <a:buChar char="•"/>
              </a:pPr>
              <a:r>
                <a:rPr lang="en-US" sz="1867" dirty="0">
                  <a:solidFill>
                    <a:schemeClr val="dk1"/>
                  </a:solidFill>
                  <a:latin typeface="Times New Roman"/>
                  <a:ea typeface="Times New Roman"/>
                  <a:cs typeface="Times New Roman"/>
                  <a:sym typeface="Times New Roman"/>
                </a:rPr>
                <a:t>This </a:t>
              </a:r>
              <a:r>
                <a:rPr lang="en-US" sz="1867" dirty="0">
                  <a:latin typeface="Times New Roman"/>
                  <a:ea typeface="Times New Roman"/>
                  <a:cs typeface="Times New Roman"/>
                  <a:sym typeface="Times New Roman"/>
                </a:rPr>
                <a:t>study will include both healthy individuals and sick individuals. Patients will present with a variety of acuity both high and low as well as a variety of medical problems, such as but not limited to diabetes, heart failure, hypertension, renal disease, pulmonary, and cardiac problems. All ages above 18 years of age, all genders, and ethnic backgrounds will be included provided they are willing and able to consent to study participation. The diverse population of patients is appropriate because it provides generalizability of patients seen in the ED.  </a:t>
              </a:r>
              <a:endParaRPr sz="667" dirty="0"/>
            </a:p>
            <a:p>
              <a:pPr marL="457223" indent="-169342">
                <a:buSzPct val="140000"/>
              </a:pPr>
              <a:endParaRPr sz="1867" dirty="0">
                <a:latin typeface="Times New Roman"/>
                <a:ea typeface="Times New Roman"/>
                <a:cs typeface="Times New Roman"/>
                <a:sym typeface="Times New Roman"/>
              </a:endParaRPr>
            </a:p>
            <a:p>
              <a:pPr marL="457223" indent="-169342">
                <a:buSzPct val="140000"/>
              </a:pPr>
              <a:endParaRPr sz="1867" dirty="0">
                <a:solidFill>
                  <a:schemeClr val="dk1"/>
                </a:solidFill>
                <a:latin typeface="Times New Roman"/>
                <a:ea typeface="Times New Roman"/>
                <a:cs typeface="Times New Roman"/>
                <a:sym typeface="Times New Roman"/>
              </a:endParaRPr>
            </a:p>
          </p:txBody>
        </p:sp>
        <p:sp>
          <p:nvSpPr>
            <p:cNvPr id="96" name="Google Shape;96;p1"/>
            <p:cNvSpPr txBox="1"/>
            <p:nvPr/>
          </p:nvSpPr>
          <p:spPr>
            <a:xfrm>
              <a:off x="21327033" y="3761967"/>
              <a:ext cx="8954200" cy="11767298"/>
            </a:xfrm>
            <a:prstGeom prst="rect">
              <a:avLst/>
            </a:prstGeom>
            <a:solidFill>
              <a:schemeClr val="lt1"/>
            </a:solidFill>
            <a:ln>
              <a:noFill/>
            </a:ln>
          </p:spPr>
          <p:txBody>
            <a:bodyPr spcFirstLastPara="1" wrap="square" lIns="60950" tIns="30467" rIns="60950" bIns="30467" anchor="t" anchorCtr="0">
              <a:spAutoFit/>
            </a:bodyPr>
            <a:lstStyle/>
            <a:p>
              <a:pPr marL="304815" indent="-283648">
                <a:lnSpc>
                  <a:spcPct val="115000"/>
                </a:lnSpc>
                <a:buSzPct val="140000"/>
                <a:buFont typeface="Times New Roman"/>
                <a:buChar char="•"/>
              </a:pPr>
              <a:r>
                <a:rPr lang="en-US" sz="2067" dirty="0">
                  <a:solidFill>
                    <a:schemeClr val="dk1"/>
                  </a:solidFill>
                  <a:latin typeface="Times New Roman"/>
                  <a:ea typeface="Times New Roman"/>
                  <a:cs typeface="Times New Roman"/>
                  <a:sym typeface="Times New Roman"/>
                </a:rPr>
                <a:t>The target goal for the study is 400 survey participants to provide a strong sampling for the total population of the Fresno Metropolitan area approximately 800,000. Over approximately 6 weeks, 94 survey responses were collected with a margin of error 9.9%. About half of the participants were male (n=43), the majority spoke English (n=88), slightly more were polled before 1200 PST (n=54), the majority were seen by a physician (n=76), the majority arrived by private vehicle (n=54), most were very satisfied(5) (n=72), and the majority would recommend SAMC ED for future visits (n=91).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There was no significant correlation between method of arrival and patient experience, nor time of day and patient experience, nor type of provider and patient experience. Furthermore, there was no significant difference between total time to disposition and patient experience, nor method of arrival and total time to disposition nor type of provider and total time to disposition. There was a significant difference between method of arrival and type of provider seen p=0.01.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Physicians see more patients that arrived by ambulance compared to APPs at SAMC ED but there was no significant difference in experience between physicians and APPs. Patient experience showed few responses for Not Very Satisfied (1), (2), and neutral (3) which may be accurate however more responses are required for a better representation for the population of Fresno and Clovis.</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More surveys need to be collected.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Descriptions for patient experience can be assigned to (2) and (4) such as “slightly satisfied” and “partially satisfied” or change (1) to “Dissatisfied,” (2) to “slightly dissatisfied,” (3) to “neither dissatisfied nor satisfied,” (4) to “slightly satisfied,” and (5) to “satisfied.” </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Despite no significant difference between time to disposition and provider seen, the time to disposition was less for APPs, however, the level of acuity and/or chief complaint was not recorded and if the patients were admitted or discharged. The survey should address these variables in the future.</a:t>
              </a:r>
              <a:endParaRPr sz="2067" dirty="0">
                <a:solidFill>
                  <a:schemeClr val="dk1"/>
                </a:solidFill>
                <a:latin typeface="Times New Roman"/>
                <a:ea typeface="Times New Roman"/>
                <a:cs typeface="Times New Roman"/>
                <a:sym typeface="Times New Roman"/>
              </a:endParaRPr>
            </a:p>
            <a:p>
              <a:pPr marL="304815" indent="-283648">
                <a:lnSpc>
                  <a:spcPct val="115000"/>
                </a:lnSpc>
                <a:buClr>
                  <a:schemeClr val="dk1"/>
                </a:buClr>
                <a:buSzPct val="140000"/>
                <a:buFont typeface="Times New Roman"/>
                <a:buChar char="•"/>
              </a:pPr>
              <a:r>
                <a:rPr lang="en-US" sz="2067" dirty="0">
                  <a:solidFill>
                    <a:schemeClr val="dk1"/>
                  </a:solidFill>
                  <a:latin typeface="Times New Roman"/>
                  <a:ea typeface="Times New Roman"/>
                  <a:cs typeface="Times New Roman"/>
                  <a:sym typeface="Times New Roman"/>
                </a:rPr>
                <a:t>Of note, patients who were dissatisfied with their care were more likely to decline the survey over those who were satisfied.</a:t>
              </a:r>
              <a:endParaRPr sz="2067" dirty="0">
                <a:solidFill>
                  <a:schemeClr val="dk1"/>
                </a:solidFill>
                <a:latin typeface="Times New Roman"/>
                <a:ea typeface="Times New Roman"/>
                <a:cs typeface="Times New Roman"/>
                <a:sym typeface="Times New Roman"/>
              </a:endParaRPr>
            </a:p>
          </p:txBody>
        </p:sp>
        <p:sp>
          <p:nvSpPr>
            <p:cNvPr id="97" name="Google Shape;97;p1"/>
            <p:cNvSpPr/>
            <p:nvPr/>
          </p:nvSpPr>
          <p:spPr>
            <a:xfrm>
              <a:off x="21174483" y="18821400"/>
              <a:ext cx="9273600" cy="2463800"/>
            </a:xfrm>
            <a:prstGeom prst="rect">
              <a:avLst/>
            </a:prstGeom>
            <a:solidFill>
              <a:schemeClr val="bg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98" name="Google Shape;98;p1"/>
            <p:cNvSpPr/>
            <p:nvPr/>
          </p:nvSpPr>
          <p:spPr>
            <a:xfrm>
              <a:off x="2560753" y="13892601"/>
              <a:ext cx="8201400" cy="7536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Study Population</a:t>
              </a:r>
              <a:endParaRPr sz="933"/>
            </a:p>
          </p:txBody>
        </p:sp>
        <p:sp>
          <p:nvSpPr>
            <p:cNvPr id="99" name="Google Shape;99;p1"/>
            <p:cNvSpPr/>
            <p:nvPr/>
          </p:nvSpPr>
          <p:spPr>
            <a:xfrm>
              <a:off x="11486387" y="3117145"/>
              <a:ext cx="9400845" cy="614522"/>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Survey Questions</a:t>
              </a:r>
              <a:endParaRPr sz="3939">
                <a:solidFill>
                  <a:schemeClr val="dk1"/>
                </a:solidFill>
                <a:latin typeface="Times New Roman"/>
                <a:ea typeface="Times New Roman"/>
                <a:cs typeface="Times New Roman"/>
                <a:sym typeface="Times New Roman"/>
              </a:endParaRPr>
            </a:p>
          </p:txBody>
        </p:sp>
        <p:sp>
          <p:nvSpPr>
            <p:cNvPr id="100" name="Google Shape;100;p1"/>
            <p:cNvSpPr/>
            <p:nvPr/>
          </p:nvSpPr>
          <p:spPr>
            <a:xfrm>
              <a:off x="21449322" y="3127270"/>
              <a:ext cx="8702433" cy="60439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Discussion</a:t>
              </a:r>
              <a:endParaRPr sz="3939">
                <a:solidFill>
                  <a:schemeClr val="dk1"/>
                </a:solidFill>
                <a:latin typeface="Times New Roman"/>
                <a:ea typeface="Times New Roman"/>
                <a:cs typeface="Times New Roman"/>
                <a:sym typeface="Times New Roman"/>
              </a:endParaRPr>
            </a:p>
          </p:txBody>
        </p:sp>
        <p:sp>
          <p:nvSpPr>
            <p:cNvPr id="101" name="Google Shape;101;p1"/>
            <p:cNvSpPr/>
            <p:nvPr/>
          </p:nvSpPr>
          <p:spPr>
            <a:xfrm>
              <a:off x="21416758" y="18922365"/>
              <a:ext cx="8702400" cy="712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References</a:t>
              </a:r>
              <a:endParaRPr sz="3939">
                <a:solidFill>
                  <a:schemeClr val="dk1"/>
                </a:solidFill>
                <a:latin typeface="Times New Roman"/>
                <a:ea typeface="Times New Roman"/>
                <a:cs typeface="Times New Roman"/>
                <a:sym typeface="Times New Roman"/>
              </a:endParaRPr>
            </a:p>
          </p:txBody>
        </p:sp>
        <p:sp>
          <p:nvSpPr>
            <p:cNvPr id="102" name="Google Shape;102;p1"/>
            <p:cNvSpPr txBox="1"/>
            <p:nvPr/>
          </p:nvSpPr>
          <p:spPr>
            <a:xfrm>
              <a:off x="21386483" y="19658233"/>
              <a:ext cx="8809000" cy="1460400"/>
            </a:xfrm>
            <a:prstGeom prst="rect">
              <a:avLst/>
            </a:prstGeom>
            <a:noFill/>
            <a:ln>
              <a:noFill/>
            </a:ln>
          </p:spPr>
          <p:txBody>
            <a:bodyPr spcFirstLastPara="1" wrap="square" lIns="60950" tIns="60950" rIns="60950" bIns="60950" anchor="t" anchorCtr="0">
              <a:noAutofit/>
            </a:bodyPr>
            <a:lstStyle/>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1</a:t>
              </a:r>
              <a:r>
                <a:rPr lang="en-US" sz="1200" dirty="0">
                  <a:solidFill>
                    <a:srgbClr val="222222"/>
                  </a:solidFill>
                  <a:latin typeface="Times New Roman"/>
                  <a:ea typeface="Times New Roman"/>
                  <a:cs typeface="Times New Roman"/>
                  <a:sym typeface="Times New Roman"/>
                </a:rPr>
                <a:t>Culbert, Gregory Scotty. </a:t>
              </a:r>
              <a:r>
                <a:rPr lang="en-US" sz="1200" i="1" dirty="0">
                  <a:solidFill>
                    <a:srgbClr val="222222"/>
                  </a:solidFill>
                  <a:latin typeface="Times New Roman"/>
                  <a:ea typeface="Times New Roman"/>
                  <a:cs typeface="Times New Roman"/>
                  <a:sym typeface="Times New Roman"/>
                </a:rPr>
                <a:t>An Analysis of the Underlying Factors Driving Use of the Emergency Room in the United States, 2018-2020</a:t>
              </a:r>
              <a:r>
                <a:rPr lang="en-US" sz="1200" dirty="0">
                  <a:solidFill>
                    <a:srgbClr val="222222"/>
                  </a:solidFill>
                  <a:latin typeface="Times New Roman"/>
                  <a:ea typeface="Times New Roman"/>
                  <a:cs typeface="Times New Roman"/>
                  <a:sym typeface="Times New Roman"/>
                </a:rPr>
                <a:t>. Diss. Southern University and Agricultural and Mechanical College, 2024.</a:t>
              </a:r>
              <a:endParaRPr sz="1200" dirty="0">
                <a:latin typeface="Times New Roman"/>
                <a:ea typeface="Times New Roman"/>
                <a:cs typeface="Times New Roman"/>
                <a:sym typeface="Times New Roman"/>
              </a:endParaRPr>
            </a:p>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2</a:t>
              </a:r>
              <a:r>
                <a:rPr lang="en-US" sz="1200" dirty="0">
                  <a:solidFill>
                    <a:srgbClr val="222222"/>
                  </a:solidFill>
                  <a:latin typeface="Times New Roman"/>
                  <a:ea typeface="Times New Roman"/>
                  <a:cs typeface="Times New Roman"/>
                  <a:sym typeface="Times New Roman"/>
                </a:rPr>
                <a:t>Hsia, Renee Y., et al. "Patterns in patient encounters and emergency department capacity in California, 2011-2021." </a:t>
              </a:r>
              <a:r>
                <a:rPr lang="en-US" sz="1200" i="1" dirty="0">
                  <a:solidFill>
                    <a:srgbClr val="222222"/>
                  </a:solidFill>
                  <a:latin typeface="Times New Roman"/>
                  <a:ea typeface="Times New Roman"/>
                  <a:cs typeface="Times New Roman"/>
                  <a:sym typeface="Times New Roman"/>
                </a:rPr>
                <a:t>JAMA network open</a:t>
              </a:r>
              <a:r>
                <a:rPr lang="en-US" sz="1200" dirty="0">
                  <a:solidFill>
                    <a:srgbClr val="222222"/>
                  </a:solidFill>
                  <a:latin typeface="Times New Roman"/>
                  <a:ea typeface="Times New Roman"/>
                  <a:cs typeface="Times New Roman"/>
                  <a:sym typeface="Times New Roman"/>
                </a:rPr>
                <a:t> 6.6 (2023): e2319438-e2319438.</a:t>
              </a:r>
              <a:endParaRPr sz="1200" dirty="0">
                <a:latin typeface="Times New Roman"/>
                <a:ea typeface="Times New Roman"/>
                <a:cs typeface="Times New Roman"/>
                <a:sym typeface="Times New Roman"/>
              </a:endParaRPr>
            </a:p>
            <a:p>
              <a:pPr marL="495325" lvl="1" indent="-190510">
                <a:buSzPct val="140000"/>
                <a:buFont typeface="Arial"/>
                <a:buAutoNum type="alphaLcPeriod"/>
              </a:pPr>
              <a:r>
                <a:rPr lang="en-US" sz="1200" baseline="30000" dirty="0">
                  <a:solidFill>
                    <a:srgbClr val="222222"/>
                  </a:solidFill>
                  <a:latin typeface="Times New Roman"/>
                  <a:ea typeface="Times New Roman"/>
                  <a:cs typeface="Times New Roman"/>
                  <a:sym typeface="Times New Roman"/>
                </a:rPr>
                <a:t>3</a:t>
              </a:r>
              <a:r>
                <a:rPr lang="en-US" sz="1200" dirty="0">
                  <a:latin typeface="Times New Roman"/>
                  <a:ea typeface="Times New Roman"/>
                  <a:cs typeface="Times New Roman"/>
                  <a:sym typeface="Times New Roman"/>
                </a:rPr>
                <a:t>Davis, Adam, and Adrienne Kim. “Report to Commission: Ambulance Patient Offload Delays.” Edited by Elizabeth Basnett et al., </a:t>
              </a:r>
              <a:r>
                <a:rPr lang="en-US" sz="1200" i="1" dirty="0">
                  <a:latin typeface="Times New Roman"/>
                  <a:ea typeface="Times New Roman"/>
                  <a:cs typeface="Times New Roman"/>
                  <a:sym typeface="Times New Roman"/>
                </a:rPr>
                <a:t>California Emergency Medical Services Authority</a:t>
              </a:r>
              <a:r>
                <a:rPr lang="en-US" sz="1200" dirty="0">
                  <a:latin typeface="Times New Roman"/>
                  <a:ea typeface="Times New Roman"/>
                  <a:cs typeface="Times New Roman"/>
                  <a:sym typeface="Times New Roman"/>
                </a:rPr>
                <a:t>, State of California, June 2024, </a:t>
              </a:r>
              <a:r>
                <a:rPr lang="en-US" sz="1200" dirty="0" err="1">
                  <a:latin typeface="Times New Roman"/>
                  <a:ea typeface="Times New Roman"/>
                  <a:cs typeface="Times New Roman"/>
                  <a:sym typeface="Times New Roman"/>
                </a:rPr>
                <a:t>emsa.ca.gov</a:t>
              </a:r>
              <a:r>
                <a:rPr lang="en-US" sz="1200" dirty="0">
                  <a:latin typeface="Times New Roman"/>
                  <a:ea typeface="Times New Roman"/>
                  <a:cs typeface="Times New Roman"/>
                  <a:sym typeface="Times New Roman"/>
                </a:rPr>
                <a:t>/wp-content/uploads/sites/71/2024/06/CA_APOT_June2024_CommissionReport_Updated_6.25.2024.pdf. </a:t>
              </a:r>
              <a:endParaRPr sz="667" dirty="0"/>
            </a:p>
          </p:txBody>
        </p:sp>
        <p:sp>
          <p:nvSpPr>
            <p:cNvPr id="103" name="Google Shape;103;p1"/>
            <p:cNvSpPr txBox="1"/>
            <p:nvPr/>
          </p:nvSpPr>
          <p:spPr>
            <a:xfrm>
              <a:off x="2626867" y="18358212"/>
              <a:ext cx="3519954" cy="2216350"/>
            </a:xfrm>
            <a:prstGeom prst="rect">
              <a:avLst/>
            </a:prstGeom>
            <a:noFill/>
            <a:ln>
              <a:noFill/>
            </a:ln>
          </p:spPr>
          <p:txBody>
            <a:bodyPr spcFirstLastPara="1" wrap="square" lIns="60950" tIns="30467" rIns="60950" bIns="30467" anchor="t" anchorCtr="0">
              <a:spAutoFit/>
            </a:bodyPr>
            <a:lstStyle/>
            <a:p>
              <a:pPr marL="152408">
                <a:buSzPct val="140000"/>
              </a:pPr>
              <a:r>
                <a:rPr lang="en-US" sz="1867" dirty="0">
                  <a:solidFill>
                    <a:schemeClr val="dk1"/>
                  </a:solidFill>
                  <a:latin typeface="Times New Roman"/>
                  <a:ea typeface="Times New Roman"/>
                  <a:cs typeface="Times New Roman"/>
                  <a:sym typeface="Times New Roman"/>
                </a:rPr>
                <a:t>Inclusion Criteria:</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Patients aged greater than 18 Years old presenting to the ED</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 Must not meet any of exclusion criteria</a:t>
              </a:r>
              <a:endParaRPr sz="667" dirty="0"/>
            </a:p>
            <a:p>
              <a:pPr marL="533427" lvl="4"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Patient consents to survey</a:t>
              </a:r>
              <a:endParaRPr sz="667" dirty="0"/>
            </a:p>
            <a:p>
              <a:pPr marL="266713" indent="-207444">
                <a:buSzPct val="140000"/>
              </a:pPr>
              <a:endParaRPr sz="933" dirty="0"/>
            </a:p>
          </p:txBody>
        </p:sp>
        <p:sp>
          <p:nvSpPr>
            <p:cNvPr id="104" name="Google Shape;104;p1"/>
            <p:cNvSpPr txBox="1"/>
            <p:nvPr/>
          </p:nvSpPr>
          <p:spPr>
            <a:xfrm>
              <a:off x="6358821" y="18158044"/>
              <a:ext cx="4134559" cy="2934752"/>
            </a:xfrm>
            <a:prstGeom prst="rect">
              <a:avLst/>
            </a:prstGeom>
            <a:noFill/>
            <a:ln>
              <a:noFill/>
            </a:ln>
          </p:spPr>
          <p:txBody>
            <a:bodyPr spcFirstLastPara="1" wrap="square" lIns="60950" tIns="30467" rIns="60950" bIns="30467" anchor="t" anchorCtr="0">
              <a:spAutoFit/>
            </a:bodyPr>
            <a:lstStyle/>
            <a:p>
              <a:pPr marL="152408">
                <a:buSzPct val="140000"/>
              </a:pPr>
              <a:r>
                <a:rPr lang="en-US" sz="1867" dirty="0">
                  <a:solidFill>
                    <a:schemeClr val="dk1"/>
                  </a:solidFill>
                  <a:latin typeface="Times New Roman"/>
                  <a:ea typeface="Times New Roman"/>
                  <a:cs typeface="Times New Roman"/>
                  <a:sym typeface="Times New Roman"/>
                </a:rPr>
                <a:t>Exclusion Criteria:</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Altered Mental Status (including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but not limited to intoxication,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dementia, acute agitation)</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Hemodynamically unstable </a:t>
              </a:r>
              <a:br>
                <a:rPr lang="en-US" sz="1867" dirty="0">
                  <a:solidFill>
                    <a:schemeClr val="dk1"/>
                  </a:solidFill>
                  <a:latin typeface="Times New Roman"/>
                  <a:ea typeface="Times New Roman"/>
                  <a:cs typeface="Times New Roman"/>
                  <a:sym typeface="Times New Roman"/>
                </a:rPr>
              </a:br>
              <a:r>
                <a:rPr lang="en-US" sz="1867" dirty="0">
                  <a:solidFill>
                    <a:schemeClr val="dk1"/>
                  </a:solidFill>
                  <a:latin typeface="Times New Roman"/>
                  <a:ea typeface="Times New Roman"/>
                  <a:cs typeface="Times New Roman"/>
                  <a:sym typeface="Times New Roman"/>
                </a:rPr>
                <a:t>(BP &lt;90/60 or MAP &lt;65)</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Involuntary Hold</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Left AMA or Eloped</a:t>
              </a:r>
              <a:endParaRPr sz="667" dirty="0"/>
            </a:p>
            <a:p>
              <a:pPr marL="533427" indent="-381019">
                <a:buSzPct val="140000"/>
                <a:buFont typeface="Arial"/>
                <a:buAutoNum type="romanLcPeriod"/>
              </a:pPr>
              <a:r>
                <a:rPr lang="en-US" sz="1867" dirty="0">
                  <a:solidFill>
                    <a:schemeClr val="dk1"/>
                  </a:solidFill>
                  <a:latin typeface="Times New Roman"/>
                  <a:ea typeface="Times New Roman"/>
                  <a:cs typeface="Times New Roman"/>
                  <a:sym typeface="Times New Roman"/>
                </a:rPr>
                <a:t>Age less than 18 years old</a:t>
              </a:r>
              <a:endParaRPr sz="667" dirty="0"/>
            </a:p>
            <a:p>
              <a:pPr>
                <a:buSzPct val="140000"/>
              </a:pPr>
              <a:endParaRPr sz="1867" dirty="0"/>
            </a:p>
          </p:txBody>
        </p:sp>
        <p:sp>
          <p:nvSpPr>
            <p:cNvPr id="105" name="Google Shape;105;p1"/>
            <p:cNvSpPr txBox="1"/>
            <p:nvPr/>
          </p:nvSpPr>
          <p:spPr>
            <a:xfrm>
              <a:off x="11486388" y="3882765"/>
              <a:ext cx="7075714" cy="2523742"/>
            </a:xfrm>
            <a:prstGeom prst="rect">
              <a:avLst/>
            </a:prstGeom>
            <a:solidFill>
              <a:schemeClr val="lt1"/>
            </a:solidFill>
            <a:ln>
              <a:noFill/>
            </a:ln>
          </p:spPr>
          <p:txBody>
            <a:bodyPr spcFirstLastPara="1" wrap="square" lIns="60950" tIns="30467" rIns="60950" bIns="30467" anchor="t" anchorCtr="0">
              <a:spAutoFit/>
            </a:bodyPr>
            <a:lstStyle/>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Date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Current Time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Gender</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Age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Language</a:t>
              </a:r>
              <a:endParaRPr sz="2000" dirty="0">
                <a:latin typeface="Times New Roman" panose="02020603050405020304" pitchFamily="18" charset="0"/>
                <a:cs typeface="Times New Roman" panose="02020603050405020304" pitchFamily="18" charset="0"/>
              </a:endParaRPr>
            </a:p>
            <a:p>
              <a:pPr marL="457200" indent="-457200">
                <a:buSzPct val="140000"/>
                <a:buFont typeface="+mj-lt"/>
                <a:buAutoNum type="arabicPeriod"/>
              </a:pPr>
              <a:r>
                <a:rPr lang="en-US" sz="2000" dirty="0">
                  <a:latin typeface="Times New Roman" panose="02020603050405020304" pitchFamily="18" charset="0"/>
                  <a:ea typeface="Times New Roman"/>
                  <a:cs typeface="Times New Roman" panose="02020603050405020304" pitchFamily="18" charset="0"/>
                  <a:sym typeface="Times New Roman"/>
                </a:rPr>
                <a:t>Registration Time</a:t>
              </a:r>
              <a:endParaRPr sz="2000" dirty="0">
                <a:latin typeface="Times New Roman" panose="02020603050405020304" pitchFamily="18" charset="0"/>
                <a:cs typeface="Times New Roman" panose="02020603050405020304" pitchFamily="18" charset="0"/>
              </a:endParaRPr>
            </a:p>
            <a:p>
              <a:pPr lvl="1">
                <a:buSzPct val="140000"/>
              </a:pPr>
              <a:endParaRPr sz="2000" dirty="0">
                <a:latin typeface="Times New Roman" panose="02020603050405020304" pitchFamily="18" charset="0"/>
                <a:ea typeface="Times New Roman"/>
                <a:cs typeface="Times New Roman" panose="02020603050405020304" pitchFamily="18" charset="0"/>
                <a:sym typeface="Times New Roman"/>
              </a:endParaRPr>
            </a:p>
            <a:p>
              <a:pPr marL="228611" indent="-110072">
                <a:buSzPct val="140000"/>
              </a:pP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06" name="Google Shape;106;p1"/>
            <p:cNvSpPr/>
            <p:nvPr/>
          </p:nvSpPr>
          <p:spPr>
            <a:xfrm>
              <a:off x="11486388" y="6928096"/>
              <a:ext cx="9144200" cy="6044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Results</a:t>
              </a:r>
              <a:endParaRPr sz="3939">
                <a:solidFill>
                  <a:schemeClr val="dk1"/>
                </a:solidFill>
                <a:latin typeface="Times New Roman"/>
                <a:ea typeface="Times New Roman"/>
                <a:cs typeface="Times New Roman"/>
                <a:sym typeface="Times New Roman"/>
              </a:endParaRPr>
            </a:p>
          </p:txBody>
        </p:sp>
        <p:pic>
          <p:nvPicPr>
            <p:cNvPr id="107" name="Google Shape;107;p1" descr="A table of information with numbers and a number&#10;&#10;AI-generated content may be incorrect."/>
            <p:cNvPicPr preferRelativeResize="0"/>
            <p:nvPr/>
          </p:nvPicPr>
          <p:blipFill rotWithShape="1">
            <a:blip r:embed="rId4">
              <a:alphaModFix/>
            </a:blip>
            <a:srcRect/>
            <a:stretch/>
          </p:blipFill>
          <p:spPr>
            <a:xfrm>
              <a:off x="11321801" y="7576250"/>
              <a:ext cx="6940395" cy="4171984"/>
            </a:xfrm>
            <a:prstGeom prst="rect">
              <a:avLst/>
            </a:prstGeom>
            <a:noFill/>
            <a:ln>
              <a:noFill/>
            </a:ln>
          </p:spPr>
        </p:pic>
        <p:pic>
          <p:nvPicPr>
            <p:cNvPr id="108" name="Google Shape;108;p1" descr="A diagram of a patient satisfaction&#10;&#10;AI-generated content may be incorrect."/>
            <p:cNvPicPr preferRelativeResize="0"/>
            <p:nvPr/>
          </p:nvPicPr>
          <p:blipFill rotWithShape="1">
            <a:blip r:embed="rId5">
              <a:alphaModFix/>
            </a:blip>
            <a:srcRect/>
            <a:stretch/>
          </p:blipFill>
          <p:spPr>
            <a:xfrm>
              <a:off x="16139617" y="11791984"/>
              <a:ext cx="4654449" cy="2968338"/>
            </a:xfrm>
            <a:prstGeom prst="rect">
              <a:avLst/>
            </a:prstGeom>
            <a:noFill/>
            <a:ln w="28575" cap="flat" cmpd="sng">
              <a:solidFill>
                <a:srgbClr val="000000"/>
              </a:solidFill>
              <a:prstDash val="solid"/>
              <a:round/>
              <a:headEnd type="none" w="sm" len="sm"/>
              <a:tailEnd type="none" w="sm" len="sm"/>
            </a:ln>
          </p:spPr>
        </p:pic>
        <p:pic>
          <p:nvPicPr>
            <p:cNvPr id="110" name="Google Shape;110;p1" descr="A close-up of numbers&#10;&#10;AI-generated content may be incorrect."/>
            <p:cNvPicPr preferRelativeResize="0"/>
            <p:nvPr/>
          </p:nvPicPr>
          <p:blipFill rotWithShape="1">
            <a:blip r:embed="rId6">
              <a:alphaModFix/>
            </a:blip>
            <a:srcRect/>
            <a:stretch/>
          </p:blipFill>
          <p:spPr>
            <a:xfrm>
              <a:off x="18957584" y="13320516"/>
              <a:ext cx="1622200" cy="798700"/>
            </a:xfrm>
            <a:prstGeom prst="rect">
              <a:avLst/>
            </a:prstGeom>
            <a:noFill/>
            <a:ln w="28575" cap="flat" cmpd="sng">
              <a:solidFill>
                <a:srgbClr val="000000"/>
              </a:solidFill>
              <a:prstDash val="solid"/>
              <a:round/>
              <a:headEnd type="none" w="sm" len="sm"/>
              <a:tailEnd type="none" w="sm" len="sm"/>
            </a:ln>
          </p:spPr>
        </p:pic>
        <p:sp>
          <p:nvSpPr>
            <p:cNvPr id="109" name="Google Shape;109;p1"/>
            <p:cNvSpPr txBox="1"/>
            <p:nvPr/>
          </p:nvSpPr>
          <p:spPr>
            <a:xfrm>
              <a:off x="13956172" y="3856023"/>
              <a:ext cx="6931061" cy="2554519"/>
            </a:xfrm>
            <a:prstGeom prst="rect">
              <a:avLst/>
            </a:prstGeom>
            <a:solidFill>
              <a:schemeClr val="lt1"/>
            </a:solidFill>
            <a:ln>
              <a:noFill/>
            </a:ln>
          </p:spPr>
          <p:txBody>
            <a:bodyPr spcFirstLastPara="1" wrap="square" lIns="60950" tIns="30467" rIns="60950" bIns="30467" anchor="t" anchorCtr="0">
              <a:spAutoFit/>
            </a:bodyPr>
            <a:lstStyle/>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Discharge or Admit Time Recorded on Medical</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 Record (Discharge time is time discharged by nursing </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staff, Admit time is first time from order placed by admitting physician, see times in patient tracking on epic in patient's chart)</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Type of Provider Seen (Primarily)</a:t>
              </a:r>
              <a:endParaRPr sz="1800" dirty="0">
                <a:latin typeface="Times New Roman" panose="02020603050405020304" pitchFamily="18" charset="0"/>
                <a:ea typeface="Times New Roman"/>
                <a:cs typeface="Times New Roman" panose="02020603050405020304" pitchFamily="18" charset="0"/>
                <a:sym typeface="Times New Roman"/>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Arrival Method</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Rate your Satisfaction with today’s visit: 1-5 on Likert Scale</a:t>
              </a:r>
              <a:endParaRPr sz="1800" dirty="0">
                <a:latin typeface="Times New Roman" panose="02020603050405020304" pitchFamily="18" charset="0"/>
                <a:cs typeface="Times New Roman" panose="02020603050405020304" pitchFamily="18" charset="0"/>
              </a:endParaRPr>
            </a:p>
            <a:p>
              <a:pPr marL="342917" indent="-342917">
                <a:buSzPct val="140000"/>
                <a:buFont typeface="Arial"/>
                <a:buAutoNum type="arabicPeriod" startAt="7"/>
              </a:pPr>
              <a:r>
                <a:rPr lang="en-US" sz="1800" dirty="0">
                  <a:latin typeface="Times New Roman" panose="02020603050405020304" pitchFamily="18" charset="0"/>
                  <a:ea typeface="Times New Roman"/>
                  <a:cs typeface="Times New Roman" panose="02020603050405020304" pitchFamily="18" charset="0"/>
                  <a:sym typeface="Times New Roman"/>
                </a:rPr>
                <a:t>Would you recommend the Emergency Department of Saint </a:t>
              </a:r>
              <a:br>
                <a:rPr lang="en-US" sz="1800" dirty="0">
                  <a:latin typeface="Times New Roman" panose="02020603050405020304" pitchFamily="18" charset="0"/>
                  <a:ea typeface="Times New Roman"/>
                  <a:cs typeface="Times New Roman" panose="02020603050405020304" pitchFamily="18" charset="0"/>
                  <a:sym typeface="Times New Roman"/>
                </a:rPr>
              </a:br>
              <a:r>
                <a:rPr lang="en-US" sz="1800" dirty="0">
                  <a:latin typeface="Times New Roman" panose="02020603050405020304" pitchFamily="18" charset="0"/>
                  <a:ea typeface="Times New Roman"/>
                  <a:cs typeface="Times New Roman" panose="02020603050405020304" pitchFamily="18" charset="0"/>
                  <a:sym typeface="Times New Roman"/>
                </a:rPr>
                <a:t>Agnes Medical Center for future visits?</a:t>
              </a:r>
              <a:endParaRPr sz="1800" dirty="0">
                <a:latin typeface="Times New Roman" panose="02020603050405020304" pitchFamily="18" charset="0"/>
                <a:cs typeface="Times New Roman" panose="02020603050405020304" pitchFamily="18" charset="0"/>
              </a:endParaRPr>
            </a:p>
          </p:txBody>
        </p:sp>
        <p:pic>
          <p:nvPicPr>
            <p:cNvPr id="111" name="Google Shape;111;p1" descr="A graph with a blue rectangle&#10;&#10;AI-generated content may be incorrect."/>
            <p:cNvPicPr preferRelativeResize="0"/>
            <p:nvPr/>
          </p:nvPicPr>
          <p:blipFill rotWithShape="1">
            <a:blip r:embed="rId7">
              <a:alphaModFix/>
            </a:blip>
            <a:srcRect/>
            <a:stretch/>
          </p:blipFill>
          <p:spPr>
            <a:xfrm>
              <a:off x="11321800" y="11801476"/>
              <a:ext cx="4701934" cy="2956957"/>
            </a:xfrm>
            <a:prstGeom prst="rect">
              <a:avLst/>
            </a:prstGeom>
            <a:noFill/>
            <a:ln w="28575" cap="flat" cmpd="sng">
              <a:solidFill>
                <a:srgbClr val="000000"/>
              </a:solidFill>
              <a:prstDash val="solid"/>
              <a:round/>
              <a:headEnd type="none" w="sm" len="sm"/>
              <a:tailEnd type="none" w="sm" len="sm"/>
            </a:ln>
          </p:spPr>
        </p:pic>
        <p:pic>
          <p:nvPicPr>
            <p:cNvPr id="112" name="Google Shape;112;p1" descr="A screenshot of a computer&#10;&#10;AI-generated content may be incorrect."/>
            <p:cNvPicPr preferRelativeResize="0"/>
            <p:nvPr/>
          </p:nvPicPr>
          <p:blipFill rotWithShape="1">
            <a:blip r:embed="rId8">
              <a:alphaModFix/>
            </a:blip>
            <a:srcRect r="67187" b="61677"/>
            <a:stretch/>
          </p:blipFill>
          <p:spPr>
            <a:xfrm>
              <a:off x="13671300" y="13266183"/>
              <a:ext cx="2017897" cy="1019500"/>
            </a:xfrm>
            <a:prstGeom prst="rect">
              <a:avLst/>
            </a:prstGeom>
            <a:noFill/>
            <a:ln w="28575" cap="flat" cmpd="sng">
              <a:solidFill>
                <a:srgbClr val="000000"/>
              </a:solidFill>
              <a:prstDash val="solid"/>
              <a:round/>
              <a:headEnd type="none" w="sm" len="sm"/>
              <a:tailEnd type="none" w="sm" len="sm"/>
            </a:ln>
          </p:spPr>
        </p:pic>
        <p:pic>
          <p:nvPicPr>
            <p:cNvPr id="113" name="Google Shape;113;p1"/>
            <p:cNvPicPr preferRelativeResize="0"/>
            <p:nvPr/>
          </p:nvPicPr>
          <p:blipFill rotWithShape="1">
            <a:blip r:embed="rId9">
              <a:alphaModFix/>
            </a:blip>
            <a:srcRect t="48912" r="76393"/>
            <a:stretch/>
          </p:blipFill>
          <p:spPr>
            <a:xfrm>
              <a:off x="18821449" y="8456352"/>
              <a:ext cx="1324982" cy="1011825"/>
            </a:xfrm>
            <a:prstGeom prst="rect">
              <a:avLst/>
            </a:prstGeom>
            <a:noFill/>
            <a:ln w="28575" cap="flat" cmpd="sng">
              <a:solidFill>
                <a:srgbClr val="000000"/>
              </a:solidFill>
              <a:prstDash val="solid"/>
              <a:round/>
              <a:headEnd type="none" w="sm" len="sm"/>
              <a:tailEnd type="none" w="sm" len="sm"/>
            </a:ln>
          </p:spPr>
        </p:pic>
        <p:pic>
          <p:nvPicPr>
            <p:cNvPr id="114" name="Google Shape;114;p1" descr="A table with numbers and letters&#10;&#10;AI-generated content may be incorrect."/>
            <p:cNvPicPr preferRelativeResize="0"/>
            <p:nvPr/>
          </p:nvPicPr>
          <p:blipFill rotWithShape="1">
            <a:blip r:embed="rId10">
              <a:alphaModFix/>
            </a:blip>
            <a:srcRect l="703" t="4969" r="1367" b="4595"/>
            <a:stretch/>
          </p:blipFill>
          <p:spPr>
            <a:xfrm>
              <a:off x="18259999" y="7614150"/>
              <a:ext cx="2689764" cy="711983"/>
            </a:xfrm>
            <a:prstGeom prst="rect">
              <a:avLst/>
            </a:prstGeom>
            <a:noFill/>
            <a:ln>
              <a:noFill/>
            </a:ln>
          </p:spPr>
        </p:pic>
        <p:pic>
          <p:nvPicPr>
            <p:cNvPr id="115" name="Google Shape;115;p1"/>
            <p:cNvPicPr preferRelativeResize="0"/>
            <p:nvPr/>
          </p:nvPicPr>
          <p:blipFill>
            <a:blip r:embed="rId11">
              <a:alphaModFix/>
            </a:blip>
            <a:stretch>
              <a:fillRect/>
            </a:stretch>
          </p:blipFill>
          <p:spPr>
            <a:xfrm>
              <a:off x="11321799" y="14850521"/>
              <a:ext cx="4600816" cy="2623679"/>
            </a:xfrm>
            <a:prstGeom prst="rect">
              <a:avLst/>
            </a:prstGeom>
            <a:noFill/>
            <a:ln w="28575" cap="flat" cmpd="sng">
              <a:solidFill>
                <a:schemeClr val="dk1"/>
              </a:solidFill>
              <a:prstDash val="solid"/>
              <a:miter lim="8000"/>
              <a:headEnd type="none" w="sm" len="sm"/>
              <a:tailEnd type="none" w="sm" len="sm"/>
            </a:ln>
          </p:spPr>
        </p:pic>
        <p:pic>
          <p:nvPicPr>
            <p:cNvPr id="116" name="Google Shape;116;p1"/>
            <p:cNvPicPr preferRelativeResize="0"/>
            <p:nvPr/>
          </p:nvPicPr>
          <p:blipFill>
            <a:blip r:embed="rId12">
              <a:alphaModFix/>
            </a:blip>
            <a:stretch>
              <a:fillRect/>
            </a:stretch>
          </p:blipFill>
          <p:spPr>
            <a:xfrm>
              <a:off x="12959715" y="16039657"/>
              <a:ext cx="1324991" cy="798700"/>
            </a:xfrm>
            <a:prstGeom prst="rect">
              <a:avLst/>
            </a:prstGeom>
            <a:noFill/>
            <a:ln w="28575" cap="flat" cmpd="sng">
              <a:solidFill>
                <a:schemeClr val="dk1"/>
              </a:solidFill>
              <a:prstDash val="solid"/>
              <a:miter lim="8000"/>
              <a:headEnd type="none" w="sm" len="sm"/>
              <a:tailEnd type="none" w="sm" len="sm"/>
            </a:ln>
          </p:spPr>
        </p:pic>
        <p:pic>
          <p:nvPicPr>
            <p:cNvPr id="117" name="Google Shape;117;p1"/>
            <p:cNvPicPr preferRelativeResize="0"/>
            <p:nvPr/>
          </p:nvPicPr>
          <p:blipFill>
            <a:blip r:embed="rId13">
              <a:alphaModFix/>
            </a:blip>
            <a:stretch>
              <a:fillRect/>
            </a:stretch>
          </p:blipFill>
          <p:spPr>
            <a:xfrm>
              <a:off x="16139617" y="14833504"/>
              <a:ext cx="4701933" cy="2730981"/>
            </a:xfrm>
            <a:prstGeom prst="rect">
              <a:avLst/>
            </a:prstGeom>
            <a:noFill/>
            <a:ln w="28575" cap="flat" cmpd="sng">
              <a:solidFill>
                <a:schemeClr val="dk1"/>
              </a:solidFill>
              <a:prstDash val="solid"/>
              <a:miter lim="8000"/>
              <a:headEnd type="none" w="sm" len="sm"/>
              <a:tailEnd type="none" w="sm" len="sm"/>
            </a:ln>
          </p:spPr>
        </p:pic>
        <p:pic>
          <p:nvPicPr>
            <p:cNvPr id="118" name="Google Shape;118;p1"/>
            <p:cNvPicPr preferRelativeResize="0"/>
            <p:nvPr/>
          </p:nvPicPr>
          <p:blipFill>
            <a:blip r:embed="rId14">
              <a:alphaModFix/>
            </a:blip>
            <a:stretch>
              <a:fillRect/>
            </a:stretch>
          </p:blipFill>
          <p:spPr>
            <a:xfrm>
              <a:off x="18242734" y="16576217"/>
              <a:ext cx="2349649" cy="547083"/>
            </a:xfrm>
            <a:prstGeom prst="rect">
              <a:avLst/>
            </a:prstGeom>
            <a:noFill/>
            <a:ln w="28575" cap="flat" cmpd="sng">
              <a:solidFill>
                <a:schemeClr val="dk1"/>
              </a:solidFill>
              <a:prstDash val="solid"/>
              <a:miter lim="8000"/>
              <a:headEnd type="none" w="sm" len="sm"/>
              <a:tailEnd type="none" w="sm" len="sm"/>
            </a:ln>
          </p:spPr>
        </p:pic>
        <p:pic>
          <p:nvPicPr>
            <p:cNvPr id="119" name="Google Shape;119;p1"/>
            <p:cNvPicPr preferRelativeResize="0"/>
            <p:nvPr/>
          </p:nvPicPr>
          <p:blipFill>
            <a:blip r:embed="rId15">
              <a:alphaModFix/>
            </a:blip>
            <a:stretch>
              <a:fillRect/>
            </a:stretch>
          </p:blipFill>
          <p:spPr>
            <a:xfrm>
              <a:off x="11304699" y="17626367"/>
              <a:ext cx="4600816" cy="3377435"/>
            </a:xfrm>
            <a:prstGeom prst="rect">
              <a:avLst/>
            </a:prstGeom>
            <a:noFill/>
            <a:ln w="28575" cap="flat" cmpd="sng">
              <a:solidFill>
                <a:schemeClr val="dk1"/>
              </a:solidFill>
              <a:prstDash val="solid"/>
              <a:miter lim="8000"/>
              <a:headEnd type="none" w="sm" len="sm"/>
              <a:tailEnd type="none" w="sm" len="sm"/>
            </a:ln>
          </p:spPr>
        </p:pic>
        <p:pic>
          <p:nvPicPr>
            <p:cNvPr id="120" name="Google Shape;120;p1" title="Screenshot 2025-04-23 at 4.07.13 PM.png"/>
            <p:cNvPicPr preferRelativeResize="0"/>
            <p:nvPr/>
          </p:nvPicPr>
          <p:blipFill>
            <a:blip r:embed="rId16">
              <a:alphaModFix/>
            </a:blip>
            <a:stretch>
              <a:fillRect/>
            </a:stretch>
          </p:blipFill>
          <p:spPr>
            <a:xfrm>
              <a:off x="16575950" y="16173533"/>
              <a:ext cx="765150" cy="1000584"/>
            </a:xfrm>
            <a:prstGeom prst="rect">
              <a:avLst/>
            </a:prstGeom>
            <a:noFill/>
            <a:ln>
              <a:noFill/>
            </a:ln>
          </p:spPr>
        </p:pic>
        <p:pic>
          <p:nvPicPr>
            <p:cNvPr id="121" name="Google Shape;121;p1"/>
            <p:cNvPicPr preferRelativeResize="0"/>
            <p:nvPr/>
          </p:nvPicPr>
          <p:blipFill>
            <a:blip r:embed="rId17">
              <a:alphaModFix/>
            </a:blip>
            <a:stretch>
              <a:fillRect/>
            </a:stretch>
          </p:blipFill>
          <p:spPr>
            <a:xfrm>
              <a:off x="16038017" y="17648392"/>
              <a:ext cx="4855537" cy="3377434"/>
            </a:xfrm>
            <a:prstGeom prst="rect">
              <a:avLst/>
            </a:prstGeom>
            <a:noFill/>
            <a:ln w="28575" cap="flat" cmpd="sng">
              <a:solidFill>
                <a:schemeClr val="dk1"/>
              </a:solidFill>
              <a:prstDash val="solid"/>
              <a:miter lim="8000"/>
              <a:headEnd type="none" w="sm" len="sm"/>
              <a:tailEnd type="none" w="sm" len="sm"/>
            </a:ln>
          </p:spPr>
        </p:pic>
        <p:sp>
          <p:nvSpPr>
            <p:cNvPr id="122" name="Google Shape;122;p1"/>
            <p:cNvSpPr txBox="1"/>
            <p:nvPr/>
          </p:nvSpPr>
          <p:spPr>
            <a:xfrm>
              <a:off x="18396100" y="9728583"/>
              <a:ext cx="2578200" cy="302200"/>
            </a:xfrm>
            <a:prstGeom prst="rect">
              <a:avLst/>
            </a:prstGeom>
            <a:noFill/>
            <a:ln>
              <a:noFill/>
            </a:ln>
          </p:spPr>
          <p:txBody>
            <a:bodyPr spcFirstLastPara="1" wrap="square" lIns="60950" tIns="60950" rIns="60950" bIns="60950" anchor="t" anchorCtr="0">
              <a:noAutofit/>
            </a:bodyPr>
            <a:lstStyle/>
            <a:p>
              <a:r>
                <a:rPr lang="en-US" sz="1867" dirty="0">
                  <a:solidFill>
                    <a:schemeClr val="dk1"/>
                  </a:solidFill>
                </a:rPr>
                <a:t>*For analysis including time to disposition, n=89 due to problems with registration time and time to disposition recording.</a:t>
              </a:r>
              <a:endParaRPr sz="1867" dirty="0">
                <a:solidFill>
                  <a:schemeClr val="dk1"/>
                </a:solidFill>
              </a:endParaRPr>
            </a:p>
          </p:txBody>
        </p:sp>
        <p:sp>
          <p:nvSpPr>
            <p:cNvPr id="123" name="Google Shape;123;p1"/>
            <p:cNvSpPr/>
            <p:nvPr/>
          </p:nvSpPr>
          <p:spPr>
            <a:xfrm>
              <a:off x="21154183" y="15934350"/>
              <a:ext cx="9273600" cy="2791200"/>
            </a:xfrm>
            <a:prstGeom prst="rect">
              <a:avLst/>
            </a:prstGeom>
            <a:solidFill>
              <a:schemeClr val="bg1"/>
            </a:solidFill>
            <a:ln w="28575" cap="flat" cmpd="sng">
              <a:solidFill>
                <a:schemeClr val="dk1"/>
              </a:solidFill>
              <a:prstDash val="solid"/>
              <a:miter lim="800000"/>
              <a:headEnd type="none" w="sm" len="sm"/>
              <a:tailEnd type="none" w="sm" len="sm"/>
            </a:ln>
          </p:spPr>
          <p:txBody>
            <a:bodyPr spcFirstLastPara="1" wrap="square" lIns="69400" tIns="34700" rIns="69400" bIns="34700" anchor="ctr" anchorCtr="0">
              <a:noAutofit/>
            </a:bodyPr>
            <a:lstStyle/>
            <a:p>
              <a:pPr>
                <a:buSzPts val="3323"/>
              </a:pPr>
              <a:endParaRPr sz="2215">
                <a:solidFill>
                  <a:schemeClr val="dk1"/>
                </a:solidFill>
                <a:latin typeface="Times New Roman"/>
                <a:ea typeface="Times New Roman"/>
                <a:cs typeface="Times New Roman"/>
                <a:sym typeface="Times New Roman"/>
              </a:endParaRPr>
            </a:p>
          </p:txBody>
        </p:sp>
        <p:sp>
          <p:nvSpPr>
            <p:cNvPr id="124" name="Google Shape;124;p1"/>
            <p:cNvSpPr/>
            <p:nvPr/>
          </p:nvSpPr>
          <p:spPr>
            <a:xfrm>
              <a:off x="21396458" y="16035315"/>
              <a:ext cx="8702400" cy="712000"/>
            </a:xfrm>
            <a:prstGeom prst="rect">
              <a:avLst/>
            </a:prstGeom>
            <a:solidFill>
              <a:schemeClr val="accent2"/>
            </a:solidFill>
            <a:ln>
              <a:noFill/>
            </a:ln>
          </p:spPr>
          <p:txBody>
            <a:bodyPr spcFirstLastPara="1" wrap="square" lIns="69400" tIns="34700" rIns="69400" bIns="34700" anchor="ctr" anchorCtr="0">
              <a:noAutofit/>
            </a:bodyPr>
            <a:lstStyle/>
            <a:p>
              <a:pPr algn="ctr">
                <a:buSzPts val="5908"/>
              </a:pPr>
              <a:r>
                <a:rPr lang="en-US" sz="3939">
                  <a:solidFill>
                    <a:schemeClr val="lt1"/>
                  </a:solidFill>
                  <a:latin typeface="Times New Roman"/>
                  <a:ea typeface="Times New Roman"/>
                  <a:cs typeface="Times New Roman"/>
                  <a:sym typeface="Times New Roman"/>
                </a:rPr>
                <a:t>Conclusion</a:t>
              </a:r>
              <a:endParaRPr sz="3939">
                <a:solidFill>
                  <a:schemeClr val="dk1"/>
                </a:solidFill>
                <a:latin typeface="Times New Roman"/>
                <a:ea typeface="Times New Roman"/>
                <a:cs typeface="Times New Roman"/>
                <a:sym typeface="Times New Roman"/>
              </a:endParaRPr>
            </a:p>
          </p:txBody>
        </p:sp>
        <p:sp>
          <p:nvSpPr>
            <p:cNvPr id="125" name="Google Shape;125;p1"/>
            <p:cNvSpPr txBox="1"/>
            <p:nvPr/>
          </p:nvSpPr>
          <p:spPr>
            <a:xfrm>
              <a:off x="21027133" y="16767700"/>
              <a:ext cx="9264400" cy="2043995"/>
            </a:xfrm>
            <a:prstGeom prst="rect">
              <a:avLst/>
            </a:prstGeom>
            <a:noFill/>
            <a:ln>
              <a:noFill/>
            </a:ln>
          </p:spPr>
          <p:txBody>
            <a:bodyPr spcFirstLastPara="1" wrap="square" lIns="60950" tIns="30467" rIns="60950" bIns="30467" anchor="t" anchorCtr="0">
              <a:spAutoFit/>
            </a:bodyPr>
            <a:lstStyle/>
            <a:p>
              <a:pPr marL="304815">
                <a:lnSpc>
                  <a:spcPct val="115000"/>
                </a:lnSpc>
                <a:buSzPts val="3300"/>
              </a:pPr>
              <a:r>
                <a:rPr lang="en-US" sz="1867" dirty="0">
                  <a:solidFill>
                    <a:schemeClr val="dk1"/>
                  </a:solidFill>
                  <a:latin typeface="Times New Roman"/>
                  <a:ea typeface="Times New Roman"/>
                  <a:cs typeface="Times New Roman"/>
                  <a:sym typeface="Times New Roman"/>
                </a:rPr>
                <a:t>There was no significant correlation between patient experience and time of day, method of arrival, type of provider seen, or time to disposition. There was no significant correlation between time to disposition and method of arrival or type of provider seen. However, limitations such as possible nonresponse bias and small sample size may have influenced results. Further improvements to the survey and addressing potential bias will be made to better capture patient experience in the ED.</a:t>
              </a:r>
              <a:endParaRPr sz="1867" dirty="0">
                <a:solidFill>
                  <a:schemeClr val="dk1"/>
                </a:solidFill>
                <a:latin typeface="Times New Roman"/>
                <a:ea typeface="Times New Roman"/>
                <a:cs typeface="Times New Roman"/>
                <a:sym typeface="Times New Roman"/>
              </a:endParaRPr>
            </a:p>
          </p:txBody>
        </p:sp>
        <p:sp>
          <p:nvSpPr>
            <p:cNvPr id="87" name="Google Shape;87;p1"/>
            <p:cNvSpPr/>
            <p:nvPr/>
          </p:nvSpPr>
          <p:spPr>
            <a:xfrm>
              <a:off x="0" y="1"/>
              <a:ext cx="32918400" cy="2662441"/>
            </a:xfrm>
            <a:prstGeom prst="rect">
              <a:avLst/>
            </a:prstGeom>
            <a:noFill/>
            <a:ln>
              <a:noFill/>
            </a:ln>
          </p:spPr>
          <p:txBody>
            <a:bodyPr spcFirstLastPara="1" wrap="square" lIns="104100" tIns="52050" rIns="104100" bIns="52050" anchor="ctr" anchorCtr="0">
              <a:noAutofit/>
            </a:bodyPr>
            <a:lstStyle/>
            <a:p>
              <a:pPr algn="ctr">
                <a:buSzPts val="7200"/>
              </a:pPr>
              <a:r>
                <a:rPr lang="en-US" sz="4800" dirty="0">
                  <a:solidFill>
                    <a:schemeClr val="lt1"/>
                  </a:solidFill>
                </a:rPr>
                <a:t>Method of Arrival and Patient Experience in the Emergency Department</a:t>
              </a:r>
              <a:endParaRPr sz="3200" dirty="0">
                <a:solidFill>
                  <a:schemeClr val="lt1"/>
                </a:solidFill>
              </a:endParaRPr>
            </a:p>
            <a:p>
              <a:pPr algn="ctr">
                <a:buSzPts val="4000"/>
              </a:pPr>
              <a:r>
                <a:rPr lang="en-US" sz="2400" dirty="0">
                  <a:solidFill>
                    <a:schemeClr val="lt1"/>
                  </a:solidFill>
                  <a:latin typeface="Times New Roman"/>
                  <a:ea typeface="Times New Roman"/>
                  <a:cs typeface="Times New Roman"/>
                  <a:sym typeface="Times New Roman"/>
                </a:rPr>
                <a:t>Stephen J. Howell, MD*; Lea </a:t>
              </a:r>
              <a:r>
                <a:rPr lang="en-US" sz="2400" dirty="0" err="1">
                  <a:solidFill>
                    <a:schemeClr val="lt1"/>
                  </a:solidFill>
                  <a:latin typeface="Times New Roman"/>
                  <a:ea typeface="Times New Roman"/>
                  <a:cs typeface="Times New Roman"/>
                  <a:sym typeface="Times New Roman"/>
                </a:rPr>
                <a:t>S.Urita</a:t>
              </a:r>
              <a:r>
                <a:rPr lang="en-US" sz="2400" dirty="0">
                  <a:solidFill>
                    <a:schemeClr val="lt1"/>
                  </a:solidFill>
                  <a:latin typeface="Times New Roman"/>
                  <a:ea typeface="Times New Roman"/>
                  <a:cs typeface="Times New Roman"/>
                  <a:sym typeface="Times New Roman"/>
                </a:rPr>
                <a:t>, MD, MPH; Sonja Joplin, PA-C, MPAP; Ezekiel </a:t>
              </a:r>
              <a:r>
                <a:rPr lang="en-US" sz="2400" dirty="0" err="1">
                  <a:solidFill>
                    <a:schemeClr val="lt1"/>
                  </a:solidFill>
                  <a:latin typeface="Times New Roman"/>
                  <a:ea typeface="Times New Roman"/>
                  <a:cs typeface="Times New Roman"/>
                  <a:sym typeface="Times New Roman"/>
                </a:rPr>
                <a:t>Vanstaaveren</a:t>
              </a:r>
              <a:r>
                <a:rPr lang="en-US" sz="2400" dirty="0">
                  <a:solidFill>
                    <a:schemeClr val="lt1"/>
                  </a:solidFill>
                  <a:latin typeface="Times New Roman"/>
                  <a:ea typeface="Times New Roman"/>
                  <a:cs typeface="Times New Roman"/>
                  <a:sym typeface="Times New Roman"/>
                </a:rPr>
                <a:t>, BS; Vince Co, BS; Camie Sorensen, MD, MPH; Ruqayya Gill, DO</a:t>
              </a:r>
              <a:endParaRPr sz="800" dirty="0"/>
            </a:p>
          </p:txBody>
        </p:sp>
      </p:gr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1361</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Cindy Kranz</dc:creator>
  <cp:lastModifiedBy>Phil Kim</cp:lastModifiedBy>
  <cp:revision>4</cp:revision>
  <dcterms:created xsi:type="dcterms:W3CDTF">2010-09-21T13:36:15Z</dcterms:created>
  <dcterms:modified xsi:type="dcterms:W3CDTF">2025-04-24T23:21:34Z</dcterms:modified>
</cp:coreProperties>
</file>